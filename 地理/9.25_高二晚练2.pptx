
<file path=[Content_Types].xml><?xml version="1.0" encoding="utf-8"?>
<Types xmlns="http://schemas.openxmlformats.org/package/2006/content-types">
  <Default Extension="jpeg" ContentType="image/jpe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9" r:id="rId4"/>
    <p:sldId id="280" r:id="rId5"/>
    <p:sldId id="272" r:id="rId6"/>
    <p:sldId id="277" r:id="rId7"/>
    <p:sldId id="278" r:id="rId8"/>
    <p:sldId id="268" r:id="rId9"/>
    <p:sldId id="260" r:id="rId10"/>
    <p:sldId id="263" r:id="rId11"/>
    <p:sldId id="267" r:id="rId12"/>
    <p:sldId id="271" r:id="rId13"/>
    <p:sldId id="270" r:id="rId1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506" y="-96"/>
      </p:cViewPr>
      <p:guideLst>
        <p:guide orient="horz" pos="2208"/>
        <p:guide pos="292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emf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NULL" TargetMode="External"/><Relationship Id="rId1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35455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zh-CN" sz="7200" b="1" dirty="0" smtClean="0">
                <a:solidFill>
                  <a:srgbClr val="FF0000"/>
                </a:solidFill>
              </a:rPr>
              <a:t>高二地理第二次晚练</a:t>
            </a:r>
            <a:endParaRPr lang="zh-CN" sz="7200" b="1" dirty="0">
              <a:solidFill>
                <a:srgbClr val="FF0000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600450"/>
            <a:ext cx="6400800" cy="1752600"/>
          </a:xfrm>
        </p:spPr>
        <p:txBody>
          <a:bodyPr>
            <a:normAutofit/>
          </a:bodyPr>
          <a:lstStyle/>
          <a:p>
            <a:r>
              <a:rPr lang="zh-CN" altLang="en-US" sz="4800" b="1" dirty="0" smtClean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lang="en-US" altLang="zh-CN" sz="4800" b="1" dirty="0" smtClean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20200923</a:t>
            </a:r>
            <a:endParaRPr lang="zh-CN" altLang="en-US" sz="4800" b="1" dirty="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6081" name="Picture 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2100" y="115888"/>
            <a:ext cx="3771900" cy="35210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1139" name="Text Box 33"/>
          <p:cNvSpPr txBox="1">
            <a:spLocks noChangeArrowheads="1"/>
          </p:cNvSpPr>
          <p:nvPr/>
        </p:nvSpPr>
        <p:spPr bwMode="auto">
          <a:xfrm>
            <a:off x="142875" y="142875"/>
            <a:ext cx="5998210" cy="29768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pPr algn="just">
              <a:lnSpc>
                <a:spcPts val="4500"/>
              </a:lnSpc>
            </a:pPr>
            <a:r>
              <a:rPr lang="en-US" altLang="zh-CN" sz="3200" noProof="1" dirty="0">
                <a:solidFill>
                  <a:srgbClr val="8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</a:t>
            </a:r>
            <a:r>
              <a:rPr lang="zh-CN" altLang="en-US" sz="3200" noProof="1" dirty="0">
                <a:solidFill>
                  <a:srgbClr val="8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读中心点为地球北极的示意</a:t>
            </a:r>
            <a:endParaRPr lang="zh-CN" altLang="en-US" sz="3200" noProof="1" dirty="0">
              <a:solidFill>
                <a:srgbClr val="800000"/>
              </a:solidFill>
              <a:effectLst>
                <a:outerShdw blurRad="38100" dist="38100" dir="2700000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ts val="4500"/>
              </a:lnSpc>
            </a:pPr>
            <a:r>
              <a:rPr lang="zh-CN" altLang="en-US" sz="3200" noProof="1" dirty="0">
                <a:solidFill>
                  <a:srgbClr val="8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图，若阴影部分表示黑夜，判</a:t>
            </a:r>
            <a:endParaRPr lang="zh-CN" altLang="en-US" sz="3200" noProof="1" dirty="0">
              <a:solidFill>
                <a:srgbClr val="800000"/>
              </a:solidFill>
              <a:effectLst>
                <a:outerShdw blurRad="38100" dist="38100" dir="2700000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ts val="4500"/>
              </a:lnSpc>
            </a:pPr>
            <a:r>
              <a:rPr lang="zh-CN" altLang="en-US" sz="3200" noProof="1" dirty="0">
                <a:solidFill>
                  <a:srgbClr val="8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断：</a:t>
            </a:r>
            <a:r>
              <a:rPr lang="en-US" altLang="zh-CN" sz="3200" noProof="1" dirty="0">
                <a:solidFill>
                  <a:srgbClr val="8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1.</a:t>
            </a:r>
            <a:r>
              <a:rPr lang="zh-CN" altLang="en-US" sz="3200" noProof="1" dirty="0">
                <a:solidFill>
                  <a:srgbClr val="8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甲地的时间为</a:t>
            </a:r>
            <a:endParaRPr lang="zh-CN" altLang="en-US" sz="3200" noProof="1" dirty="0">
              <a:solidFill>
                <a:srgbClr val="800000"/>
              </a:solidFill>
              <a:effectLst>
                <a:outerShdw blurRad="38100" dist="38100" dir="2700000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ts val="4500"/>
              </a:lnSpc>
            </a:pPr>
            <a:r>
              <a:rPr lang="zh-CN" altLang="en-US" sz="3200" noProof="1" dirty="0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</a:t>
            </a:r>
            <a:r>
              <a:rPr lang="en-US" altLang="zh-CN" sz="3200" noProof="1" dirty="0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A.8</a:t>
            </a:r>
            <a:r>
              <a:rPr lang="zh-CN" altLang="en-US" sz="3200" noProof="1" dirty="0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时        </a:t>
            </a:r>
            <a:r>
              <a:rPr lang="en-US" altLang="zh-CN" sz="3200" noProof="1" dirty="0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B.9</a:t>
            </a:r>
            <a:r>
              <a:rPr lang="zh-CN" altLang="en-US" sz="3200" noProof="1" dirty="0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时	</a:t>
            </a:r>
            <a:endParaRPr lang="zh-CN" altLang="en-US" sz="3200" noProof="1" dirty="0">
              <a:effectLst>
                <a:outerShdw blurRad="38100" dist="38100" dir="2700000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ts val="4500"/>
              </a:lnSpc>
            </a:pPr>
            <a:r>
              <a:rPr lang="zh-CN" altLang="en-US" sz="3200" noProof="1" dirty="0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</a:t>
            </a:r>
            <a:r>
              <a:rPr lang="en-US" altLang="zh-CN" sz="3200" noProof="1" dirty="0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C.15</a:t>
            </a:r>
            <a:r>
              <a:rPr lang="zh-CN" altLang="en-US" sz="3200" noProof="1" dirty="0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时       </a:t>
            </a:r>
            <a:r>
              <a:rPr lang="en-US" altLang="zh-CN" sz="3200" noProof="1" dirty="0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D.16</a:t>
            </a:r>
            <a:r>
              <a:rPr lang="zh-CN" altLang="en-US" sz="3200" noProof="1" dirty="0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时</a:t>
            </a:r>
            <a:endParaRPr lang="zh-CN" altLang="en-US" sz="3200" noProof="1" dirty="0">
              <a:effectLst>
                <a:outerShdw blurRad="38100" dist="38100" dir="2700000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1141" name="Text Box 35"/>
          <p:cNvSpPr txBox="1">
            <a:spLocks noChangeArrowheads="1"/>
          </p:cNvSpPr>
          <p:nvPr/>
        </p:nvSpPr>
        <p:spPr bwMode="auto">
          <a:xfrm>
            <a:off x="0" y="3021013"/>
            <a:ext cx="9323388" cy="35534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p>
            <a:pPr algn="just">
              <a:lnSpc>
                <a:spcPts val="4500"/>
              </a:lnSpc>
            </a:pPr>
            <a:r>
              <a:rPr lang="en-US" altLang="zh-CN" sz="3200" noProof="1" dirty="0">
                <a:solidFill>
                  <a:srgbClr val="8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</a:t>
            </a:r>
            <a:r>
              <a:rPr lang="zh-CN" altLang="en-US" sz="3200" noProof="1" dirty="0">
                <a:solidFill>
                  <a:srgbClr val="8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若中心点为地球北极，阴影</a:t>
            </a:r>
            <a:endParaRPr lang="zh-CN" altLang="en-US" sz="3200" noProof="1" dirty="0">
              <a:solidFill>
                <a:srgbClr val="800000"/>
              </a:solidFill>
              <a:effectLst>
                <a:outerShdw blurRad="38100" dist="38100" dir="2700000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ts val="4500"/>
              </a:lnSpc>
            </a:pPr>
            <a:r>
              <a:rPr lang="zh-CN" altLang="en-US" sz="3200" noProof="1" dirty="0">
                <a:solidFill>
                  <a:srgbClr val="8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部分为</a:t>
            </a:r>
            <a:r>
              <a:rPr lang="en-US" altLang="zh-CN" sz="3200" noProof="1" dirty="0">
                <a:solidFill>
                  <a:srgbClr val="8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7</a:t>
            </a:r>
            <a:r>
              <a:rPr lang="zh-CN" altLang="en-US" sz="3200" noProof="1" dirty="0">
                <a:solidFill>
                  <a:srgbClr val="8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月</a:t>
            </a:r>
            <a:r>
              <a:rPr lang="en-US" altLang="zh-CN" sz="3200" noProof="1" dirty="0">
                <a:solidFill>
                  <a:srgbClr val="8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6</a:t>
            </a:r>
            <a:r>
              <a:rPr lang="zh-CN" altLang="en-US" sz="3200" noProof="1" dirty="0">
                <a:solidFill>
                  <a:srgbClr val="8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日，非阴影部分为</a:t>
            </a:r>
            <a:r>
              <a:rPr lang="en-US" altLang="zh-CN" sz="3200" noProof="1" dirty="0">
                <a:solidFill>
                  <a:srgbClr val="8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7</a:t>
            </a:r>
            <a:r>
              <a:rPr lang="zh-CN" altLang="en-US" sz="3200" noProof="1" dirty="0">
                <a:solidFill>
                  <a:srgbClr val="8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月</a:t>
            </a:r>
            <a:r>
              <a:rPr lang="en-US" altLang="zh-CN" sz="3200" noProof="1" dirty="0">
                <a:solidFill>
                  <a:srgbClr val="8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7</a:t>
            </a:r>
            <a:r>
              <a:rPr lang="zh-CN" altLang="en-US" sz="3200" noProof="1" dirty="0">
                <a:solidFill>
                  <a:srgbClr val="8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日，判断：</a:t>
            </a:r>
            <a:endParaRPr lang="zh-CN" altLang="en-US" sz="3200" noProof="1" dirty="0">
              <a:solidFill>
                <a:srgbClr val="800000"/>
              </a:solidFill>
              <a:effectLst>
                <a:outerShdw blurRad="38100" dist="38100" dir="2700000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ts val="4500"/>
              </a:lnSpc>
            </a:pPr>
            <a:r>
              <a:rPr lang="en-US" altLang="zh-CN" sz="3200" noProof="1" dirty="0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2.</a:t>
            </a:r>
            <a:r>
              <a:rPr lang="zh-CN" altLang="en-US" sz="3200" noProof="1" dirty="0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甲地的时间为</a:t>
            </a:r>
            <a:endParaRPr lang="zh-CN" altLang="en-US" sz="3200" noProof="1" dirty="0">
              <a:effectLst>
                <a:outerShdw blurRad="38100" dist="38100" dir="2700000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ts val="4500"/>
              </a:lnSpc>
            </a:pPr>
            <a:r>
              <a:rPr lang="zh-CN" altLang="en-US" sz="3200" noProof="1" dirty="0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</a:t>
            </a:r>
            <a:r>
              <a:rPr lang="en-US" altLang="zh-CN" sz="3200" noProof="1" dirty="0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A.15</a:t>
            </a:r>
            <a:r>
              <a:rPr lang="zh-CN" altLang="en-US" sz="3200" noProof="1" dirty="0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时	   </a:t>
            </a:r>
            <a:r>
              <a:rPr lang="en-US" altLang="zh-CN" sz="3200" noProof="1" dirty="0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B.9</a:t>
            </a:r>
            <a:r>
              <a:rPr lang="zh-CN" altLang="en-US" sz="3200" noProof="1" dirty="0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时      </a:t>
            </a:r>
            <a:r>
              <a:rPr lang="en-US" altLang="zh-CN" sz="3200" noProof="1" dirty="0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C.3</a:t>
            </a:r>
            <a:r>
              <a:rPr lang="zh-CN" altLang="en-US" sz="3200" noProof="1" dirty="0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时	   </a:t>
            </a:r>
            <a:r>
              <a:rPr lang="en-US" altLang="zh-CN" sz="3200" noProof="1" dirty="0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D.12</a:t>
            </a:r>
            <a:r>
              <a:rPr lang="zh-CN" altLang="en-US" sz="3200" noProof="1" dirty="0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时</a:t>
            </a:r>
            <a:endParaRPr lang="zh-CN" altLang="en-US" sz="3200" noProof="1" dirty="0">
              <a:effectLst>
                <a:outerShdw blurRad="38100" dist="38100" dir="2700000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ts val="4500"/>
              </a:lnSpc>
            </a:pPr>
            <a:r>
              <a:rPr lang="en-US" altLang="zh-CN" sz="3200" noProof="1" dirty="0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3.</a:t>
            </a:r>
            <a:r>
              <a:rPr lang="zh-CN" altLang="en-US" sz="3200" noProof="1" dirty="0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北京为</a:t>
            </a:r>
            <a:endParaRPr lang="zh-CN" altLang="en-US" sz="3200" noProof="1" dirty="0">
              <a:effectLst>
                <a:outerShdw blurRad="38100" dist="38100" dir="2700000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ts val="4500"/>
              </a:lnSpc>
            </a:pPr>
            <a:r>
              <a:rPr lang="zh-CN" altLang="en-US" sz="3200" noProof="1" dirty="0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</a:t>
            </a:r>
            <a:r>
              <a:rPr lang="en-US" altLang="zh-CN" sz="3200" noProof="1" dirty="0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A.6</a:t>
            </a:r>
            <a:r>
              <a:rPr lang="zh-CN" altLang="en-US" sz="3200" noProof="1" dirty="0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日</a:t>
            </a:r>
            <a:r>
              <a:rPr lang="en-US" altLang="zh-CN" sz="3200" noProof="1" dirty="0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8</a:t>
            </a:r>
            <a:r>
              <a:rPr lang="zh-CN" altLang="en-US" sz="3200" noProof="1" dirty="0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时   </a:t>
            </a:r>
            <a:r>
              <a:rPr lang="en-US" altLang="zh-CN" sz="3200" noProof="1" dirty="0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B.7</a:t>
            </a:r>
            <a:r>
              <a:rPr lang="zh-CN" altLang="en-US" sz="3200" noProof="1" dirty="0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日</a:t>
            </a:r>
            <a:r>
              <a:rPr lang="en-US" altLang="zh-CN" sz="3200" noProof="1" dirty="0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8</a:t>
            </a:r>
            <a:r>
              <a:rPr lang="zh-CN" altLang="en-US" sz="3200" noProof="1" dirty="0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时   </a:t>
            </a:r>
            <a:r>
              <a:rPr lang="en-US" altLang="zh-CN" sz="3200" noProof="1" dirty="0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C.6</a:t>
            </a:r>
            <a:r>
              <a:rPr lang="zh-CN" altLang="en-US" sz="3200" noProof="1" dirty="0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日</a:t>
            </a:r>
            <a:r>
              <a:rPr lang="en-US" altLang="zh-CN" sz="3200" noProof="1" dirty="0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20</a:t>
            </a:r>
            <a:r>
              <a:rPr lang="zh-CN" altLang="en-US" sz="3200" noProof="1" dirty="0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时  </a:t>
            </a:r>
            <a:r>
              <a:rPr lang="en-US" altLang="zh-CN" sz="3200" noProof="1" dirty="0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D.7</a:t>
            </a:r>
            <a:r>
              <a:rPr lang="zh-CN" altLang="en-US" sz="3200" noProof="1" dirty="0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日</a:t>
            </a:r>
            <a:r>
              <a:rPr lang="en-US" altLang="zh-CN" sz="3200" noProof="1" dirty="0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20</a:t>
            </a:r>
            <a:r>
              <a:rPr lang="zh-CN" altLang="en-US" sz="3200" noProof="1" dirty="0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时</a:t>
            </a:r>
            <a:endParaRPr lang="zh-CN" altLang="en-US" sz="3200" noProof="1" dirty="0">
              <a:effectLst>
                <a:outerShdw blurRad="38100" dist="38100" dir="2700000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3685" y="199390"/>
            <a:ext cx="8525510" cy="1647825"/>
          </a:xfrm>
        </p:spPr>
        <p:txBody>
          <a:bodyPr>
            <a:normAutofit fontScale="90000" lnSpcReduction="20000"/>
          </a:bodyPr>
          <a:p>
            <a:r>
              <a:rPr lang="zh-CN" altLang="en-US"/>
              <a:t>左</a:t>
            </a:r>
            <a:r>
              <a:rPr lang="zh-CN" altLang="en-US">
                <a:sym typeface="+mn-ea"/>
              </a:rPr>
              <a:t>图</a:t>
            </a:r>
            <a:r>
              <a:rPr lang="zh-CN" altLang="en-US"/>
              <a:t>为某飞机在甲、乙、丙间沿地球大圆周飞行轨迹示意图。右</a:t>
            </a:r>
            <a:r>
              <a:rPr lang="zh-CN" altLang="en-US">
                <a:sym typeface="+mn-ea"/>
              </a:rPr>
              <a:t>图</a:t>
            </a:r>
            <a:r>
              <a:rPr lang="zh-CN" altLang="en-US"/>
              <a:t>为飞机飞到乙地时，其垂直下方所示的经线、纬线和晨昏线位置关系图，此时丙地地方时为17点。完成</a:t>
            </a:r>
            <a:r>
              <a:rPr lang="en-US"/>
              <a:t>4-5</a:t>
            </a:r>
            <a:r>
              <a:rPr lang="zh-CN" altLang="en-US"/>
              <a:t>题。</a:t>
            </a:r>
            <a:endParaRPr lang="zh-CN" altLang="en-US"/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309245" y="4209415"/>
            <a:ext cx="8526145" cy="26485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/>
              <a:t>4</a:t>
            </a:r>
            <a:r>
              <a:rPr sz="2400" b="1"/>
              <a:t>．若飞机匀速、等高飞行，则在甲-乙-丙间单位时间内飞过的纬度差（    ）</a:t>
            </a:r>
            <a:endParaRPr sz="2400" b="1"/>
          </a:p>
          <a:p>
            <a:pPr marL="0" indent="0">
              <a:buNone/>
            </a:pPr>
            <a:r>
              <a:rPr sz="2400" b="1"/>
              <a:t>    A．持续变大	         B．先变大，后变小	</a:t>
            </a:r>
            <a:endParaRPr sz="2400" b="1"/>
          </a:p>
          <a:p>
            <a:pPr marL="0" indent="0">
              <a:buNone/>
            </a:pPr>
            <a:r>
              <a:rPr sz="2400" b="1"/>
              <a:t>    C．持续变小	        D．先变小，后变大</a:t>
            </a:r>
            <a:endParaRPr sz="2400" b="1"/>
          </a:p>
          <a:p>
            <a:pPr marL="0" indent="0">
              <a:buNone/>
            </a:pPr>
            <a:r>
              <a:rPr lang="en-US" sz="2400" b="1"/>
              <a:t>5</a:t>
            </a:r>
            <a:r>
              <a:rPr sz="2400" b="1"/>
              <a:t>．当日，甲地日出的地方时为（    ）</a:t>
            </a:r>
            <a:endParaRPr sz="2400" b="1"/>
          </a:p>
          <a:p>
            <a:pPr marL="0" indent="0">
              <a:buNone/>
            </a:pPr>
            <a:r>
              <a:rPr sz="2400" b="1"/>
              <a:t>         A．5点	B．6点    C．7点  D．8点</a:t>
            </a:r>
            <a:endParaRPr sz="2400" b="1"/>
          </a:p>
        </p:txBody>
      </p:sp>
      <p:pic>
        <p:nvPicPr>
          <p:cNvPr id="31" name="图片 27" descr="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7415" y="1847215"/>
            <a:ext cx="261493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图片 28" descr="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2315" y="1610995"/>
            <a:ext cx="1273810" cy="25984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0722" name="图片 30721" descr="HWOCRTEMP_ROC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6925" y="0"/>
            <a:ext cx="4180205" cy="412813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23" name="文本框 30722"/>
          <p:cNvSpPr txBox="1"/>
          <p:nvPr/>
        </p:nvSpPr>
        <p:spPr>
          <a:xfrm>
            <a:off x="0" y="366713"/>
            <a:ext cx="8305800" cy="63087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200" b="1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右图为地球上某一时刻</a:t>
            </a:r>
            <a:endParaRPr lang="zh-CN" altLang="en-US" sz="3200" b="1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3200" b="1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等太阳高度分布图，</a:t>
            </a:r>
            <a:endParaRPr lang="zh-CN" altLang="en-US" sz="3200" b="1" dirty="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3200" b="1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据此回答</a:t>
            </a:r>
            <a:r>
              <a:rPr lang="en-US" altLang="zh-CN" sz="3200" b="1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6-7</a:t>
            </a:r>
            <a:r>
              <a:rPr lang="zh-CN" altLang="en-US" sz="3200" b="1" dirty="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题。</a:t>
            </a:r>
            <a:endParaRPr lang="zh-CN" altLang="en-US" sz="32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宋体" panose="02010600030101010101" pitchFamily="2" charset="-122"/>
                <a:ea typeface="楷体_GB2312" pitchFamily="49" charset="-122"/>
              </a:rPr>
              <a:t>6.</a:t>
            </a:r>
            <a:r>
              <a:rPr lang="zh-CN" altLang="en-US" sz="2800" b="1" dirty="0">
                <a:latin typeface="宋体" panose="02010600030101010101" pitchFamily="2" charset="-122"/>
                <a:ea typeface="楷体_GB2312" pitchFamily="49" charset="-122"/>
              </a:rPr>
              <a:t>图中同心圆表示晨昏</a:t>
            </a:r>
            <a:endParaRPr lang="zh-CN" altLang="en-US" sz="2800" b="1" dirty="0">
              <a:latin typeface="宋体" panose="02010600030101010101" pitchFamily="2" charset="-122"/>
              <a:ea typeface="楷体_GB2312" pitchFamily="49" charset="-122"/>
            </a:endParaRPr>
          </a:p>
          <a:p>
            <a:r>
              <a:rPr lang="zh-CN" altLang="en-US" sz="2800" b="1" dirty="0">
                <a:latin typeface="宋体" panose="02010600030101010101" pitchFamily="2" charset="-122"/>
                <a:ea typeface="楷体_GB2312" pitchFamily="49" charset="-122"/>
              </a:rPr>
              <a:t>    线的是</a:t>
            </a:r>
            <a:endParaRPr lang="zh-CN" altLang="en-US" sz="28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1" dirty="0">
                <a:latin typeface="宋体" panose="02010600030101010101" pitchFamily="2" charset="-122"/>
                <a:ea typeface="楷体_GB2312" pitchFamily="49" charset="-122"/>
              </a:rPr>
              <a:t>    </a:t>
            </a:r>
            <a:r>
              <a:rPr lang="en-US" altLang="zh-CN" sz="2800" b="1" dirty="0">
                <a:latin typeface="宋体" panose="02010600030101010101" pitchFamily="2" charset="-122"/>
                <a:ea typeface="楷体_GB2312" pitchFamily="49" charset="-122"/>
              </a:rPr>
              <a:t>A</a:t>
            </a:r>
            <a:r>
              <a:rPr lang="zh-CN" altLang="en-US" sz="2800" b="1" dirty="0">
                <a:latin typeface="宋体" panose="02010600030101010101" pitchFamily="2" charset="-122"/>
                <a:ea typeface="楷体_GB2312" pitchFamily="49" charset="-122"/>
              </a:rPr>
              <a:t>．</a:t>
            </a:r>
            <a:r>
              <a:rPr lang="en-US" altLang="zh-CN" sz="2800" b="1" dirty="0">
                <a:latin typeface="宋体" panose="02010600030101010101" pitchFamily="2" charset="-122"/>
                <a:ea typeface="楷体_GB2312" pitchFamily="49" charset="-122"/>
              </a:rPr>
              <a:t>0°</a:t>
            </a:r>
            <a:r>
              <a:rPr lang="zh-CN" altLang="en-US" sz="2800" b="1" dirty="0">
                <a:latin typeface="宋体" panose="02010600030101010101" pitchFamily="2" charset="-122"/>
                <a:ea typeface="楷体_GB2312" pitchFamily="49" charset="-122"/>
              </a:rPr>
              <a:t>等值线         </a:t>
            </a:r>
            <a:endParaRPr lang="zh-CN" altLang="en-US" sz="2800" b="1" dirty="0">
              <a:latin typeface="宋体" panose="02010600030101010101" pitchFamily="2" charset="-122"/>
              <a:ea typeface="楷体_GB2312" pitchFamily="49" charset="-122"/>
            </a:endParaRPr>
          </a:p>
          <a:p>
            <a:r>
              <a:rPr lang="zh-CN" altLang="en-US" sz="2800" b="1" dirty="0">
                <a:latin typeface="宋体" panose="02010600030101010101" pitchFamily="2" charset="-122"/>
                <a:ea typeface="楷体_GB2312" pitchFamily="49" charset="-122"/>
              </a:rPr>
              <a:t>    </a:t>
            </a:r>
            <a:r>
              <a:rPr lang="en-US" altLang="zh-CN" sz="2800" b="1" dirty="0">
                <a:latin typeface="宋体" panose="02010600030101010101" pitchFamily="2" charset="-122"/>
                <a:ea typeface="楷体_GB2312" pitchFamily="49" charset="-122"/>
              </a:rPr>
              <a:t>B</a:t>
            </a:r>
            <a:r>
              <a:rPr lang="zh-CN" altLang="en-US" sz="2800" b="1" dirty="0">
                <a:latin typeface="宋体" panose="02010600030101010101" pitchFamily="2" charset="-122"/>
                <a:ea typeface="楷体_GB2312" pitchFamily="49" charset="-122"/>
              </a:rPr>
              <a:t>．</a:t>
            </a:r>
            <a:r>
              <a:rPr lang="en-US" altLang="zh-CN" sz="2800" b="1" dirty="0">
                <a:latin typeface="宋体" panose="02010600030101010101" pitchFamily="2" charset="-122"/>
                <a:ea typeface="楷体_GB2312" pitchFamily="49" charset="-122"/>
              </a:rPr>
              <a:t>23°26′</a:t>
            </a:r>
            <a:r>
              <a:rPr lang="zh-CN" altLang="en-US" sz="2800" b="1" dirty="0">
                <a:latin typeface="宋体" panose="02010600030101010101" pitchFamily="2" charset="-122"/>
                <a:ea typeface="楷体_GB2312" pitchFamily="49" charset="-122"/>
              </a:rPr>
              <a:t>等值线</a:t>
            </a:r>
            <a:endParaRPr lang="zh-CN" altLang="en-US" sz="28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1" dirty="0">
                <a:latin typeface="宋体" panose="02010600030101010101" pitchFamily="2" charset="-122"/>
                <a:ea typeface="楷体_GB2312" pitchFamily="49" charset="-122"/>
              </a:rPr>
              <a:t>    </a:t>
            </a:r>
            <a:r>
              <a:rPr lang="en-US" altLang="zh-CN" sz="2800" b="1" dirty="0">
                <a:latin typeface="宋体" panose="02010600030101010101" pitchFamily="2" charset="-122"/>
                <a:ea typeface="楷体_GB2312" pitchFamily="49" charset="-122"/>
              </a:rPr>
              <a:t>C</a:t>
            </a:r>
            <a:r>
              <a:rPr lang="zh-CN" altLang="en-US" sz="2800" b="1" dirty="0">
                <a:latin typeface="宋体" panose="02010600030101010101" pitchFamily="2" charset="-122"/>
                <a:ea typeface="楷体_GB2312" pitchFamily="49" charset="-122"/>
              </a:rPr>
              <a:t>．</a:t>
            </a:r>
            <a:r>
              <a:rPr lang="en-US" altLang="zh-CN" sz="2800" b="1" dirty="0">
                <a:latin typeface="宋体" panose="02010600030101010101" pitchFamily="2" charset="-122"/>
                <a:ea typeface="楷体_GB2312" pitchFamily="49" charset="-122"/>
              </a:rPr>
              <a:t>66°34′</a:t>
            </a:r>
            <a:r>
              <a:rPr lang="zh-CN" altLang="en-US" sz="2800" b="1" dirty="0">
                <a:latin typeface="宋体" panose="02010600030101010101" pitchFamily="2" charset="-122"/>
                <a:ea typeface="楷体_GB2312" pitchFamily="49" charset="-122"/>
              </a:rPr>
              <a:t>等值线    </a:t>
            </a:r>
            <a:endParaRPr lang="zh-CN" altLang="en-US" sz="2800" b="1" dirty="0">
              <a:latin typeface="宋体" panose="02010600030101010101" pitchFamily="2" charset="-122"/>
              <a:ea typeface="楷体_GB2312" pitchFamily="49" charset="-122"/>
            </a:endParaRPr>
          </a:p>
          <a:p>
            <a:r>
              <a:rPr lang="zh-CN" altLang="en-US" sz="2800" b="1" dirty="0">
                <a:latin typeface="宋体" panose="02010600030101010101" pitchFamily="2" charset="-122"/>
                <a:ea typeface="楷体_GB2312" pitchFamily="49" charset="-122"/>
              </a:rPr>
              <a:t>    </a:t>
            </a:r>
            <a:r>
              <a:rPr lang="en-US" altLang="zh-CN" sz="2800" b="1" dirty="0">
                <a:latin typeface="宋体" panose="02010600030101010101" pitchFamily="2" charset="-122"/>
                <a:ea typeface="楷体_GB2312" pitchFamily="49" charset="-122"/>
              </a:rPr>
              <a:t>D</a:t>
            </a:r>
            <a:r>
              <a:rPr lang="zh-CN" altLang="en-US" sz="2800" b="1" dirty="0">
                <a:latin typeface="宋体" panose="02010600030101010101" pitchFamily="2" charset="-122"/>
                <a:ea typeface="楷体_GB2312" pitchFamily="49" charset="-122"/>
              </a:rPr>
              <a:t>．</a:t>
            </a:r>
            <a:r>
              <a:rPr lang="en-US" altLang="zh-CN" sz="2800" b="1" dirty="0">
                <a:latin typeface="宋体" panose="02010600030101010101" pitchFamily="2" charset="-122"/>
                <a:ea typeface="楷体_GB2312" pitchFamily="49" charset="-122"/>
              </a:rPr>
              <a:t>90°</a:t>
            </a:r>
            <a:r>
              <a:rPr lang="zh-CN" altLang="en-US" sz="2800" b="1" dirty="0">
                <a:latin typeface="宋体" panose="02010600030101010101" pitchFamily="2" charset="-122"/>
                <a:ea typeface="楷体_GB2312" pitchFamily="49" charset="-122"/>
              </a:rPr>
              <a:t>等值线</a:t>
            </a:r>
            <a:endParaRPr lang="zh-CN" altLang="en-US" sz="28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latin typeface="宋体" panose="02010600030101010101" pitchFamily="2" charset="-122"/>
                <a:ea typeface="楷体_GB2312" pitchFamily="49" charset="-122"/>
              </a:rPr>
              <a:t>7.</a:t>
            </a:r>
            <a:r>
              <a:rPr lang="zh-CN" altLang="en-US" sz="2800" b="1" dirty="0">
                <a:latin typeface="宋体" panose="02010600030101010101" pitchFamily="2" charset="-122"/>
                <a:ea typeface="楷体_GB2312" pitchFamily="49" charset="-122"/>
              </a:rPr>
              <a:t>有关此刻太阳高度分布规律的叙述，正确的是</a:t>
            </a:r>
            <a:endParaRPr lang="zh-CN" altLang="en-US" sz="28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1" dirty="0">
                <a:latin typeface="宋体" panose="02010600030101010101" pitchFamily="2" charset="-122"/>
                <a:ea typeface="楷体_GB2312" pitchFamily="49" charset="-122"/>
              </a:rPr>
              <a:t> </a:t>
            </a:r>
            <a:r>
              <a:rPr lang="en-US" altLang="zh-CN" sz="2800" b="1" dirty="0">
                <a:latin typeface="宋体" panose="02010600030101010101" pitchFamily="2" charset="-122"/>
                <a:ea typeface="楷体_GB2312" pitchFamily="49" charset="-122"/>
              </a:rPr>
              <a:t>A</a:t>
            </a:r>
            <a:r>
              <a:rPr lang="zh-CN" altLang="en-US" sz="2800" b="1" dirty="0">
                <a:latin typeface="宋体" panose="02010600030101010101" pitchFamily="2" charset="-122"/>
                <a:ea typeface="楷体_GB2312" pitchFamily="49" charset="-122"/>
              </a:rPr>
              <a:t>．从太阳直射点向四周降低  </a:t>
            </a:r>
            <a:endParaRPr lang="zh-CN" altLang="en-US" sz="2800" b="1" dirty="0">
              <a:latin typeface="宋体" panose="02010600030101010101" pitchFamily="2" charset="-122"/>
              <a:ea typeface="楷体_GB2312" pitchFamily="49" charset="-122"/>
            </a:endParaRPr>
          </a:p>
          <a:p>
            <a:r>
              <a:rPr lang="zh-CN" altLang="en-US" sz="2800" b="1" dirty="0">
                <a:latin typeface="宋体" panose="02010600030101010101" pitchFamily="2" charset="-122"/>
                <a:ea typeface="楷体_GB2312" pitchFamily="49" charset="-122"/>
              </a:rPr>
              <a:t> </a:t>
            </a:r>
            <a:r>
              <a:rPr lang="en-US" altLang="zh-CN" sz="2800" b="1" dirty="0">
                <a:latin typeface="宋体" panose="02010600030101010101" pitchFamily="2" charset="-122"/>
                <a:ea typeface="楷体_GB2312" pitchFamily="49" charset="-122"/>
              </a:rPr>
              <a:t>B</a:t>
            </a:r>
            <a:r>
              <a:rPr lang="zh-CN" altLang="en-US" sz="2800" b="1" dirty="0">
                <a:latin typeface="宋体" panose="02010600030101010101" pitchFamily="2" charset="-122"/>
                <a:ea typeface="楷体_GB2312" pitchFamily="49" charset="-122"/>
              </a:rPr>
              <a:t>．从北回归线向四周降低</a:t>
            </a:r>
            <a:endParaRPr lang="zh-CN" altLang="en-US" sz="28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．从太阳直射点向两极递减    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．从北回归线向两极递减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endParaRPr lang="zh-CN" altLang="en-US" sz="28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3685" y="330200"/>
            <a:ext cx="8399145" cy="1647825"/>
          </a:xfrm>
        </p:spPr>
        <p:txBody>
          <a:bodyPr/>
          <a:p>
            <a:r>
              <a:rPr lang="zh-CN" altLang="en-US"/>
              <a:t>2020年4月8日22时，小明在上海观赏了“超级月亮”。下图为“月亮视直径最大与最小时的对比示意图”。据此完成</a:t>
            </a:r>
            <a:r>
              <a:rPr lang="en-US" altLang="zh-CN"/>
              <a:t>8-9</a:t>
            </a:r>
            <a:r>
              <a:rPr lang="zh-CN" altLang="en-US"/>
              <a:t>小题。</a:t>
            </a:r>
            <a:endParaRPr lang="zh-CN" altLang="en-US"/>
          </a:p>
        </p:txBody>
      </p:sp>
      <p:pic>
        <p:nvPicPr>
          <p:cNvPr id="4" name="图片 3" descr="学科网(www.zxxk.com)--教育资源门户，提供试卷、教案、课件、论文、素材以及各类教学资源下载，还有大量而丰富的教学相关资讯！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3395" y="1988820"/>
            <a:ext cx="5467985" cy="280479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内容占位符 2"/>
          <p:cNvSpPr>
            <a:spLocks noGrp="1"/>
          </p:cNvSpPr>
          <p:nvPr/>
        </p:nvSpPr>
        <p:spPr>
          <a:xfrm>
            <a:off x="297815" y="4892675"/>
            <a:ext cx="8399145" cy="1799590"/>
          </a:xfrm>
          <a:prstGeom prst="rect">
            <a:avLst/>
          </a:prstGeom>
        </p:spPr>
        <p:txBody>
          <a:bodyPr vert="horz" lIns="91440" tIns="45720" rIns="91440" bIns="45720" rtlCol="0">
            <a:normAutofit fontScale="8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b="1"/>
              <a:t>8</a:t>
            </a:r>
            <a:r>
              <a:rPr lang="zh-CN" altLang="en-US" b="1"/>
              <a:t>. 从天体运动位置看，此时“超级月亮”（   ）</a:t>
            </a:r>
            <a:endParaRPr lang="zh-CN" altLang="en-US" b="1"/>
          </a:p>
          <a:p>
            <a:pPr marL="0" indent="0">
              <a:buNone/>
            </a:pPr>
            <a:r>
              <a:rPr lang="zh-CN" altLang="en-US" b="1"/>
              <a:t>  A. 月球位于远地点附近         B. 月球位于近地点附近</a:t>
            </a:r>
            <a:endParaRPr lang="zh-CN" altLang="en-US" b="1"/>
          </a:p>
          <a:p>
            <a:pPr marL="0" indent="0">
              <a:buNone/>
            </a:pPr>
            <a:r>
              <a:rPr lang="zh-CN" altLang="en-US" b="1"/>
              <a:t>  C. 地月系位于远日点附近       D. 地月系位于近日点附近</a:t>
            </a:r>
            <a:endParaRPr lang="zh-CN" altLang="en-US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63625"/>
            <a:ext cx="8312785" cy="5427980"/>
          </a:xfrm>
        </p:spPr>
        <p:txBody>
          <a:bodyPr/>
          <a:p>
            <a:r>
              <a:rPr lang="en-US" altLang="zh-CN"/>
              <a:t>9</a:t>
            </a:r>
            <a:r>
              <a:rPr lang="zh-CN" altLang="en-US"/>
              <a:t>. 与此时全球昼夜分布状况相符的是（   ）</a:t>
            </a:r>
            <a:endParaRPr lang="zh-CN" altLang="en-US"/>
          </a:p>
          <a:p>
            <a:r>
              <a:rPr lang="zh-CN" altLang="en-US"/>
              <a:t>   A.                                   B. 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  C.                                    D. </a:t>
            </a:r>
            <a:endParaRPr lang="zh-CN" altLang="en-US"/>
          </a:p>
        </p:txBody>
      </p:sp>
      <p:pic>
        <p:nvPicPr>
          <p:cNvPr id="4" name="图片 3" descr="学科网(www.zxxk.com)--教育资源门户，提供试卷、教案、课件、论文、素材以及各类教学资源下载，还有大量而丰富的教学相关资讯！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710" y="2186940"/>
            <a:ext cx="2727960" cy="175196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4" descr="学科网(www.zxxk.com)--教育资源门户，提供试卷、教案、课件、论文、素材以及各类教学资源下载，还有大量而丰富的教学相关资讯！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485" y="2154555"/>
            <a:ext cx="2821940" cy="1816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图片 5" descr="学科网(www.zxxk.com)--教育资源门户，提供试卷、教案、课件、论文、素材以及各类教学资源下载，还有大量而丰富的教学相关资讯！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985" y="4566285"/>
            <a:ext cx="2646045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图片 6" descr="学科网(www.zxxk.com)--教育资源门户，提供试卷、教案、课件、论文、素材以及各类教学资源下载，还有大量而丰富的教学相关资讯！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4910" y="4486275"/>
            <a:ext cx="2821940" cy="1794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49655"/>
            <a:ext cx="8229600" cy="2804795"/>
          </a:xfrm>
        </p:spPr>
        <p:txBody>
          <a:bodyPr>
            <a:normAutofit lnSpcReduction="10000"/>
          </a:bodyPr>
          <a:p>
            <a:r>
              <a:rPr lang="en-US" altLang="zh-CN" b="1"/>
              <a:t>10.</a:t>
            </a:r>
            <a:r>
              <a:rPr lang="zh-CN" altLang="en-US" b="1"/>
              <a:t>嘉兴（30°N，120°E）的小赵同学通过观测和计算，发现嘉兴的正午时间比东欧平原的甲城早5小时20分钟，与甲城正午太阳高度的差值始终为22°。判断甲城地理坐标，并说出两地一年内昼长变化幅度的不同。（3分）</a:t>
            </a:r>
            <a:endParaRPr lang="zh-CN" altLang="en-US" b="1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569595" y="4193540"/>
            <a:ext cx="8229600" cy="180848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>
                <a:solidFill>
                  <a:srgbClr val="FF0000"/>
                </a:solidFill>
                <a:sym typeface="+mn-ea"/>
              </a:rPr>
              <a:t>10.</a:t>
            </a:r>
            <a:r>
              <a:rPr lang="zh-CN" altLang="en-US" sz="3600" b="1" dirty="0">
                <a:solidFill>
                  <a:srgbClr val="FF0000"/>
                </a:solidFill>
              </a:rPr>
              <a:t>参考答案：</a:t>
            </a:r>
            <a:endParaRPr lang="zh-CN" altLang="en-US" sz="3600" b="1" dirty="0"/>
          </a:p>
          <a:p>
            <a:r>
              <a:rPr lang="zh-CN" altLang="en-US" sz="3600">
                <a:sym typeface="+mn-ea"/>
              </a:rPr>
              <a:t>甲（</a:t>
            </a:r>
            <a:r>
              <a:rPr lang="en-US" altLang="zh-CN" sz="3600">
                <a:sym typeface="+mn-ea"/>
              </a:rPr>
              <a:t>52</a:t>
            </a:r>
            <a:r>
              <a:rPr lang="zh-CN" altLang="en-US" sz="3600">
                <a:sym typeface="+mn-ea"/>
              </a:rPr>
              <a:t>°N，</a:t>
            </a:r>
            <a:r>
              <a:rPr lang="en-US" altLang="zh-CN" sz="3600">
                <a:sym typeface="+mn-ea"/>
              </a:rPr>
              <a:t>4</a:t>
            </a:r>
            <a:r>
              <a:rPr lang="zh-CN" altLang="en-US" sz="3600">
                <a:sym typeface="+mn-ea"/>
              </a:rPr>
              <a:t>0°E）；甲城昼长季节变化幅度比嘉兴大。</a:t>
            </a:r>
            <a:endParaRPr sz="3600" b="1" dirty="0"/>
          </a:p>
          <a:p>
            <a:endParaRPr sz="36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72110"/>
            <a:ext cx="8229600" cy="26803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b="1" dirty="0"/>
              <a:t>飞机于20</a:t>
            </a:r>
            <a:r>
              <a:rPr lang="en-US" b="1" dirty="0"/>
              <a:t>20</a:t>
            </a:r>
            <a:r>
              <a:rPr b="1" dirty="0"/>
              <a:t>年7月14日北京时间13：30分由浦东机场起飞，同日当地夏令时10:30(夏令时即当地时钟拨快1小时)到达洛杉矶。交流团在洛杉矶</a:t>
            </a:r>
            <a:r>
              <a:rPr lang="zh-CN" b="1" dirty="0"/>
              <a:t>的</a:t>
            </a:r>
            <a:r>
              <a:rPr b="1" dirty="0"/>
              <a:t>两天行程中，学生在海滩边拍下了李老师背对太阳腾空跳跃的照片。</a:t>
            </a:r>
            <a:endParaRPr b="1" dirty="0"/>
          </a:p>
        </p:txBody>
      </p:sp>
      <p:pic>
        <p:nvPicPr>
          <p:cNvPr id="4" name="内容占位符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307465" y="2889250"/>
            <a:ext cx="6330950" cy="37998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组合 6"/>
          <p:cNvGrpSpPr/>
          <p:nvPr/>
        </p:nvGrpSpPr>
        <p:grpSpPr>
          <a:xfrm>
            <a:off x="1080135" y="484505"/>
            <a:ext cx="7411720" cy="5567680"/>
            <a:chOff x="1701" y="763"/>
            <a:chExt cx="11672" cy="8768"/>
          </a:xfrm>
        </p:grpSpPr>
        <p:grpSp>
          <p:nvGrpSpPr>
            <p:cNvPr id="5" name="组合 4"/>
            <p:cNvGrpSpPr/>
            <p:nvPr/>
          </p:nvGrpSpPr>
          <p:grpSpPr>
            <a:xfrm>
              <a:off x="1701" y="763"/>
              <a:ext cx="8550" cy="8768"/>
              <a:chOff x="2924" y="674"/>
              <a:chExt cx="8550" cy="8768"/>
            </a:xfrm>
          </p:grpSpPr>
          <p:pic>
            <p:nvPicPr>
              <p:cNvPr id="2" name="图片 1" descr="加州图1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2924" y="674"/>
                <a:ext cx="8551" cy="8769"/>
              </a:xfrm>
              <a:prstGeom prst="rect">
                <a:avLst/>
              </a:prstGeom>
            </p:spPr>
          </p:pic>
          <p:sp>
            <p:nvSpPr>
              <p:cNvPr id="3" name="圆角矩形 2"/>
              <p:cNvSpPr/>
              <p:nvPr/>
            </p:nvSpPr>
            <p:spPr>
              <a:xfrm>
                <a:off x="7681" y="8121"/>
                <a:ext cx="1083" cy="703"/>
              </a:xfrm>
              <a:prstGeom prst="roundRect">
                <a:avLst/>
              </a:prstGeom>
              <a:noFill/>
              <a:ln w="28575">
                <a:solidFill>
                  <a:srgbClr val="FF0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4" name="文本框 3"/>
            <p:cNvSpPr txBox="1"/>
            <p:nvPr/>
          </p:nvSpPr>
          <p:spPr>
            <a:xfrm>
              <a:off x="10943" y="7643"/>
              <a:ext cx="2431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3200" b="1">
                  <a:solidFill>
                    <a:srgbClr val="FF0000"/>
                  </a:solidFill>
                </a:rPr>
                <a:t>洛杉矶</a:t>
              </a:r>
              <a:endParaRPr lang="zh-CN" altLang="en-US" sz="3200" b="1">
                <a:solidFill>
                  <a:srgbClr val="FF0000"/>
                </a:solidFill>
              </a:endParaRPr>
            </a:p>
          </p:txBody>
        </p:sp>
        <p:cxnSp>
          <p:nvCxnSpPr>
            <p:cNvPr id="6" name="直接箭头连接符 5"/>
            <p:cNvCxnSpPr>
              <a:stCxn id="3" idx="3"/>
            </p:cNvCxnSpPr>
            <p:nvPr/>
          </p:nvCxnSpPr>
          <p:spPr>
            <a:xfrm flipV="1">
              <a:off x="7541" y="8008"/>
              <a:ext cx="3402" cy="55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84200"/>
            <a:ext cx="8229600" cy="2074545"/>
          </a:xfrm>
        </p:spPr>
        <p:txBody>
          <a:bodyPr>
            <a:normAutofit lnSpcReduction="10000"/>
          </a:bodyPr>
          <a:lstStyle/>
          <a:p>
            <a:r>
              <a:rPr lang="en-US" sz="3600" b="1" dirty="0">
                <a:solidFill>
                  <a:srgbClr val="0000CC"/>
                </a:solidFill>
              </a:rPr>
              <a:t>11.</a:t>
            </a:r>
            <a:r>
              <a:rPr sz="3600" b="1" dirty="0">
                <a:solidFill>
                  <a:srgbClr val="0000CC"/>
                </a:solidFill>
              </a:rPr>
              <a:t>计算由上海</a:t>
            </a:r>
            <a:r>
              <a:rPr lang="zh-CN" sz="3600" b="1" dirty="0">
                <a:solidFill>
                  <a:srgbClr val="0000CC"/>
                </a:solidFill>
              </a:rPr>
              <a:t>浦东</a:t>
            </a:r>
            <a:r>
              <a:rPr sz="3600" b="1" dirty="0">
                <a:solidFill>
                  <a:srgbClr val="0000CC"/>
                </a:solidFill>
              </a:rPr>
              <a:t>起飞到达洛杉矶的飞行时间，说出照片拍摄的是日出还是日落景观，并说明判断理由。(4分)</a:t>
            </a:r>
            <a:endParaRPr lang="zh-CN" sz="3600" b="1" dirty="0"/>
          </a:p>
        </p:txBody>
      </p:sp>
      <p:sp>
        <p:nvSpPr>
          <p:cNvPr id="2" name="内容占位符 2"/>
          <p:cNvSpPr>
            <a:spLocks noGrp="1"/>
          </p:cNvSpPr>
          <p:nvPr/>
        </p:nvSpPr>
        <p:spPr>
          <a:xfrm>
            <a:off x="457200" y="2828925"/>
            <a:ext cx="8229600" cy="3529330"/>
          </a:xfrm>
          <a:prstGeom prst="rect">
            <a:avLst/>
          </a:prstGeom>
        </p:spPr>
        <p:txBody>
          <a:bodyPr vert="horz" lIns="91440" tIns="45720" rIns="91440" bIns="45720" rtlCol="0">
            <a:normAutofit fontScale="8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>
                <a:solidFill>
                  <a:srgbClr val="FF0000"/>
                </a:solidFill>
                <a:sym typeface="+mn-ea"/>
              </a:rPr>
              <a:t>11.</a:t>
            </a:r>
            <a:r>
              <a:rPr lang="zh-CN" altLang="en-US" sz="3600" b="1" dirty="0">
                <a:solidFill>
                  <a:srgbClr val="FF0000"/>
                </a:solidFill>
              </a:rPr>
              <a:t>参考答案：</a:t>
            </a:r>
            <a:endParaRPr lang="zh-CN" altLang="en-US" sz="3600" b="1" dirty="0"/>
          </a:p>
          <a:p>
            <a:r>
              <a:rPr sz="3600" b="1" dirty="0"/>
              <a:t>飞机时间：12小时(1分)。日落(1分)；</a:t>
            </a:r>
            <a:endParaRPr sz="3600" b="1" dirty="0"/>
          </a:p>
          <a:p>
            <a:r>
              <a:rPr sz="3600" b="1" dirty="0"/>
              <a:t>理由：此时为7月，太阳东北升，西北落(1分)；洛杉矶海岸线西北-东南走向，太阳在海岸线平行的地平线上。(或洛杉矶东北方向是山地，在沙滩上无法看到东北方向的日出。)(1分)</a:t>
            </a:r>
            <a:endParaRPr sz="36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73752517" name="组合 1073752516"/>
          <p:cNvGrpSpPr/>
          <p:nvPr/>
        </p:nvGrpSpPr>
        <p:grpSpPr>
          <a:xfrm rot="0">
            <a:off x="36830" y="141701"/>
            <a:ext cx="6739890" cy="4063269"/>
            <a:chOff x="2454" y="3951"/>
            <a:chExt cx="6905" cy="4196"/>
          </a:xfrm>
        </p:grpSpPr>
        <p:sp>
          <p:nvSpPr>
            <p:cNvPr id="1073750835" name="矩形 1073750834"/>
            <p:cNvSpPr/>
            <p:nvPr/>
          </p:nvSpPr>
          <p:spPr>
            <a:xfrm>
              <a:off x="3077" y="4323"/>
              <a:ext cx="6204" cy="3824"/>
            </a:xfrm>
            <a:prstGeom prst="rect">
              <a:avLst/>
            </a:prstGeom>
            <a:solidFill>
              <a:srgbClr val="E7E6E6"/>
            </a:solidFill>
            <a:ln w="190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73750836" name="任意多边形 1073750835"/>
            <p:cNvSpPr/>
            <p:nvPr/>
          </p:nvSpPr>
          <p:spPr>
            <a:xfrm>
              <a:off x="3106" y="4471"/>
              <a:ext cx="6042" cy="3564"/>
            </a:xfrm>
            <a:custGeom>
              <a:avLst/>
              <a:gdLst/>
              <a:ahLst/>
              <a:cxnLst/>
              <a:pathLst>
                <a:path w="6673" h="3936">
                  <a:moveTo>
                    <a:pt x="2562" y="997"/>
                  </a:moveTo>
                  <a:cubicBezTo>
                    <a:pt x="2542" y="981"/>
                    <a:pt x="2508" y="860"/>
                    <a:pt x="2472" y="840"/>
                  </a:cubicBezTo>
                  <a:cubicBezTo>
                    <a:pt x="2436" y="820"/>
                    <a:pt x="2382" y="861"/>
                    <a:pt x="2345" y="877"/>
                  </a:cubicBezTo>
                  <a:cubicBezTo>
                    <a:pt x="2308" y="893"/>
                    <a:pt x="2276" y="913"/>
                    <a:pt x="2247" y="937"/>
                  </a:cubicBezTo>
                  <a:cubicBezTo>
                    <a:pt x="2218" y="961"/>
                    <a:pt x="2206" y="1001"/>
                    <a:pt x="2172" y="1020"/>
                  </a:cubicBezTo>
                  <a:cubicBezTo>
                    <a:pt x="2138" y="1039"/>
                    <a:pt x="2086" y="1038"/>
                    <a:pt x="2045" y="1050"/>
                  </a:cubicBezTo>
                  <a:cubicBezTo>
                    <a:pt x="2004" y="1062"/>
                    <a:pt x="1970" y="1072"/>
                    <a:pt x="1925" y="1095"/>
                  </a:cubicBezTo>
                  <a:cubicBezTo>
                    <a:pt x="1880" y="1118"/>
                    <a:pt x="1824" y="1154"/>
                    <a:pt x="1775" y="1185"/>
                  </a:cubicBezTo>
                  <a:cubicBezTo>
                    <a:pt x="1726" y="1216"/>
                    <a:pt x="1682" y="1242"/>
                    <a:pt x="1632" y="1282"/>
                  </a:cubicBezTo>
                  <a:cubicBezTo>
                    <a:pt x="1582" y="1322"/>
                    <a:pt x="1520" y="1378"/>
                    <a:pt x="1475" y="1425"/>
                  </a:cubicBezTo>
                  <a:cubicBezTo>
                    <a:pt x="1430" y="1472"/>
                    <a:pt x="1384" y="1528"/>
                    <a:pt x="1362" y="1567"/>
                  </a:cubicBezTo>
                  <a:cubicBezTo>
                    <a:pt x="1340" y="1606"/>
                    <a:pt x="1350" y="1628"/>
                    <a:pt x="1340" y="1657"/>
                  </a:cubicBezTo>
                  <a:cubicBezTo>
                    <a:pt x="1330" y="1686"/>
                    <a:pt x="1342" y="1724"/>
                    <a:pt x="1302" y="1740"/>
                  </a:cubicBezTo>
                  <a:cubicBezTo>
                    <a:pt x="1262" y="1756"/>
                    <a:pt x="1196" y="1746"/>
                    <a:pt x="1100" y="1755"/>
                  </a:cubicBezTo>
                  <a:cubicBezTo>
                    <a:pt x="1004" y="1764"/>
                    <a:pt x="809" y="1786"/>
                    <a:pt x="725" y="1792"/>
                  </a:cubicBezTo>
                  <a:cubicBezTo>
                    <a:pt x="641" y="1798"/>
                    <a:pt x="619" y="1762"/>
                    <a:pt x="597" y="1792"/>
                  </a:cubicBezTo>
                  <a:cubicBezTo>
                    <a:pt x="575" y="1822"/>
                    <a:pt x="602" y="1923"/>
                    <a:pt x="590" y="1972"/>
                  </a:cubicBezTo>
                  <a:cubicBezTo>
                    <a:pt x="578" y="2021"/>
                    <a:pt x="546" y="2046"/>
                    <a:pt x="522" y="2085"/>
                  </a:cubicBezTo>
                  <a:cubicBezTo>
                    <a:pt x="498" y="2124"/>
                    <a:pt x="463" y="2161"/>
                    <a:pt x="447" y="2205"/>
                  </a:cubicBezTo>
                  <a:cubicBezTo>
                    <a:pt x="431" y="2249"/>
                    <a:pt x="437" y="2290"/>
                    <a:pt x="425" y="2347"/>
                  </a:cubicBezTo>
                  <a:cubicBezTo>
                    <a:pt x="413" y="2404"/>
                    <a:pt x="393" y="2490"/>
                    <a:pt x="372" y="2550"/>
                  </a:cubicBezTo>
                  <a:cubicBezTo>
                    <a:pt x="351" y="2610"/>
                    <a:pt x="324" y="2666"/>
                    <a:pt x="297" y="2707"/>
                  </a:cubicBezTo>
                  <a:cubicBezTo>
                    <a:pt x="270" y="2748"/>
                    <a:pt x="242" y="2768"/>
                    <a:pt x="207" y="2797"/>
                  </a:cubicBezTo>
                  <a:cubicBezTo>
                    <a:pt x="172" y="2826"/>
                    <a:pt x="119" y="2860"/>
                    <a:pt x="87" y="2880"/>
                  </a:cubicBezTo>
                  <a:cubicBezTo>
                    <a:pt x="55" y="2900"/>
                    <a:pt x="21" y="2897"/>
                    <a:pt x="12" y="2917"/>
                  </a:cubicBezTo>
                  <a:cubicBezTo>
                    <a:pt x="3" y="2937"/>
                    <a:pt x="35" y="2973"/>
                    <a:pt x="35" y="3000"/>
                  </a:cubicBezTo>
                  <a:cubicBezTo>
                    <a:pt x="35" y="3027"/>
                    <a:pt x="0" y="3061"/>
                    <a:pt x="12" y="3082"/>
                  </a:cubicBezTo>
                  <a:cubicBezTo>
                    <a:pt x="24" y="3103"/>
                    <a:pt x="84" y="3136"/>
                    <a:pt x="110" y="3127"/>
                  </a:cubicBezTo>
                  <a:cubicBezTo>
                    <a:pt x="136" y="3118"/>
                    <a:pt x="132" y="3043"/>
                    <a:pt x="170" y="3030"/>
                  </a:cubicBezTo>
                  <a:cubicBezTo>
                    <a:pt x="208" y="3017"/>
                    <a:pt x="280" y="3053"/>
                    <a:pt x="335" y="3052"/>
                  </a:cubicBezTo>
                  <a:cubicBezTo>
                    <a:pt x="390" y="3051"/>
                    <a:pt x="463" y="3029"/>
                    <a:pt x="500" y="3022"/>
                  </a:cubicBezTo>
                  <a:cubicBezTo>
                    <a:pt x="537" y="3015"/>
                    <a:pt x="543" y="3007"/>
                    <a:pt x="560" y="3007"/>
                  </a:cubicBezTo>
                  <a:cubicBezTo>
                    <a:pt x="577" y="3007"/>
                    <a:pt x="581" y="3023"/>
                    <a:pt x="605" y="3022"/>
                  </a:cubicBezTo>
                  <a:cubicBezTo>
                    <a:pt x="629" y="3021"/>
                    <a:pt x="687" y="2991"/>
                    <a:pt x="702" y="3000"/>
                  </a:cubicBezTo>
                  <a:cubicBezTo>
                    <a:pt x="717" y="3009"/>
                    <a:pt x="689" y="3054"/>
                    <a:pt x="695" y="3075"/>
                  </a:cubicBezTo>
                  <a:cubicBezTo>
                    <a:pt x="701" y="3096"/>
                    <a:pt x="736" y="3102"/>
                    <a:pt x="740" y="3127"/>
                  </a:cubicBezTo>
                  <a:cubicBezTo>
                    <a:pt x="744" y="3152"/>
                    <a:pt x="700" y="3205"/>
                    <a:pt x="717" y="3225"/>
                  </a:cubicBezTo>
                  <a:cubicBezTo>
                    <a:pt x="734" y="3245"/>
                    <a:pt x="780" y="3245"/>
                    <a:pt x="845" y="3247"/>
                  </a:cubicBezTo>
                  <a:cubicBezTo>
                    <a:pt x="910" y="3249"/>
                    <a:pt x="1046" y="3242"/>
                    <a:pt x="1107" y="3240"/>
                  </a:cubicBezTo>
                  <a:cubicBezTo>
                    <a:pt x="1168" y="3238"/>
                    <a:pt x="1182" y="3227"/>
                    <a:pt x="1212" y="3232"/>
                  </a:cubicBezTo>
                  <a:cubicBezTo>
                    <a:pt x="1242" y="3237"/>
                    <a:pt x="1263" y="3261"/>
                    <a:pt x="1287" y="3270"/>
                  </a:cubicBezTo>
                  <a:cubicBezTo>
                    <a:pt x="1311" y="3279"/>
                    <a:pt x="1364" y="3275"/>
                    <a:pt x="1355" y="3285"/>
                  </a:cubicBezTo>
                  <a:cubicBezTo>
                    <a:pt x="1346" y="3295"/>
                    <a:pt x="1244" y="3313"/>
                    <a:pt x="1235" y="3330"/>
                  </a:cubicBezTo>
                  <a:cubicBezTo>
                    <a:pt x="1226" y="3347"/>
                    <a:pt x="1263" y="3376"/>
                    <a:pt x="1302" y="3390"/>
                  </a:cubicBezTo>
                  <a:cubicBezTo>
                    <a:pt x="1341" y="3404"/>
                    <a:pt x="1398" y="3411"/>
                    <a:pt x="1467" y="3412"/>
                  </a:cubicBezTo>
                  <a:cubicBezTo>
                    <a:pt x="1536" y="3413"/>
                    <a:pt x="1665" y="3383"/>
                    <a:pt x="1715" y="3397"/>
                  </a:cubicBezTo>
                  <a:cubicBezTo>
                    <a:pt x="1765" y="3411"/>
                    <a:pt x="1747" y="3454"/>
                    <a:pt x="1767" y="3495"/>
                  </a:cubicBezTo>
                  <a:cubicBezTo>
                    <a:pt x="1787" y="3536"/>
                    <a:pt x="1821" y="3604"/>
                    <a:pt x="1835" y="3645"/>
                  </a:cubicBezTo>
                  <a:cubicBezTo>
                    <a:pt x="1849" y="3686"/>
                    <a:pt x="1824" y="3732"/>
                    <a:pt x="1850" y="3742"/>
                  </a:cubicBezTo>
                  <a:cubicBezTo>
                    <a:pt x="1876" y="3752"/>
                    <a:pt x="1946" y="3710"/>
                    <a:pt x="1992" y="3705"/>
                  </a:cubicBezTo>
                  <a:cubicBezTo>
                    <a:pt x="2038" y="3700"/>
                    <a:pt x="2083" y="3716"/>
                    <a:pt x="2127" y="3712"/>
                  </a:cubicBezTo>
                  <a:cubicBezTo>
                    <a:pt x="2171" y="3708"/>
                    <a:pt x="2211" y="3682"/>
                    <a:pt x="2255" y="3682"/>
                  </a:cubicBezTo>
                  <a:cubicBezTo>
                    <a:pt x="2299" y="3682"/>
                    <a:pt x="2349" y="3695"/>
                    <a:pt x="2390" y="3712"/>
                  </a:cubicBezTo>
                  <a:cubicBezTo>
                    <a:pt x="2431" y="3729"/>
                    <a:pt x="2456" y="3773"/>
                    <a:pt x="2502" y="3787"/>
                  </a:cubicBezTo>
                  <a:cubicBezTo>
                    <a:pt x="2548" y="3801"/>
                    <a:pt x="2631" y="3793"/>
                    <a:pt x="2667" y="3795"/>
                  </a:cubicBezTo>
                  <a:cubicBezTo>
                    <a:pt x="2703" y="3797"/>
                    <a:pt x="2699" y="3808"/>
                    <a:pt x="2720" y="3802"/>
                  </a:cubicBezTo>
                  <a:cubicBezTo>
                    <a:pt x="2741" y="3796"/>
                    <a:pt x="2765" y="3768"/>
                    <a:pt x="2795" y="3757"/>
                  </a:cubicBezTo>
                  <a:cubicBezTo>
                    <a:pt x="2825" y="3746"/>
                    <a:pt x="2870" y="3735"/>
                    <a:pt x="2900" y="3735"/>
                  </a:cubicBezTo>
                  <a:cubicBezTo>
                    <a:pt x="2930" y="3735"/>
                    <a:pt x="2949" y="3745"/>
                    <a:pt x="2975" y="3757"/>
                  </a:cubicBezTo>
                  <a:cubicBezTo>
                    <a:pt x="3001" y="3769"/>
                    <a:pt x="3036" y="3796"/>
                    <a:pt x="3057" y="3810"/>
                  </a:cubicBezTo>
                  <a:cubicBezTo>
                    <a:pt x="3078" y="3824"/>
                    <a:pt x="3079" y="3825"/>
                    <a:pt x="3102" y="3840"/>
                  </a:cubicBezTo>
                  <a:cubicBezTo>
                    <a:pt x="3125" y="3855"/>
                    <a:pt x="3157" y="3886"/>
                    <a:pt x="3196" y="3900"/>
                  </a:cubicBezTo>
                  <a:cubicBezTo>
                    <a:pt x="3235" y="3914"/>
                    <a:pt x="3303" y="3918"/>
                    <a:pt x="3335" y="3922"/>
                  </a:cubicBezTo>
                  <a:cubicBezTo>
                    <a:pt x="3367" y="3926"/>
                    <a:pt x="3366" y="3936"/>
                    <a:pt x="3387" y="3922"/>
                  </a:cubicBezTo>
                  <a:cubicBezTo>
                    <a:pt x="3408" y="3908"/>
                    <a:pt x="3423" y="3852"/>
                    <a:pt x="3462" y="3840"/>
                  </a:cubicBezTo>
                  <a:cubicBezTo>
                    <a:pt x="3501" y="3828"/>
                    <a:pt x="3579" y="3842"/>
                    <a:pt x="3620" y="3847"/>
                  </a:cubicBezTo>
                  <a:cubicBezTo>
                    <a:pt x="3661" y="3852"/>
                    <a:pt x="3700" y="3879"/>
                    <a:pt x="3710" y="3870"/>
                  </a:cubicBezTo>
                  <a:cubicBezTo>
                    <a:pt x="3720" y="3861"/>
                    <a:pt x="3676" y="3816"/>
                    <a:pt x="3680" y="3795"/>
                  </a:cubicBezTo>
                  <a:cubicBezTo>
                    <a:pt x="3684" y="3774"/>
                    <a:pt x="3727" y="3767"/>
                    <a:pt x="3732" y="3742"/>
                  </a:cubicBezTo>
                  <a:cubicBezTo>
                    <a:pt x="3737" y="3717"/>
                    <a:pt x="3701" y="3663"/>
                    <a:pt x="3710" y="3645"/>
                  </a:cubicBezTo>
                  <a:cubicBezTo>
                    <a:pt x="3719" y="3627"/>
                    <a:pt x="3766" y="3649"/>
                    <a:pt x="3785" y="3637"/>
                  </a:cubicBezTo>
                  <a:cubicBezTo>
                    <a:pt x="3804" y="3625"/>
                    <a:pt x="3803" y="3576"/>
                    <a:pt x="3822" y="3570"/>
                  </a:cubicBezTo>
                  <a:cubicBezTo>
                    <a:pt x="3841" y="3564"/>
                    <a:pt x="3863" y="3596"/>
                    <a:pt x="3897" y="3600"/>
                  </a:cubicBezTo>
                  <a:cubicBezTo>
                    <a:pt x="3931" y="3604"/>
                    <a:pt x="3999" y="3607"/>
                    <a:pt x="4025" y="3592"/>
                  </a:cubicBezTo>
                  <a:cubicBezTo>
                    <a:pt x="4051" y="3577"/>
                    <a:pt x="4062" y="3537"/>
                    <a:pt x="4055" y="3510"/>
                  </a:cubicBezTo>
                  <a:cubicBezTo>
                    <a:pt x="4048" y="3483"/>
                    <a:pt x="3999" y="3456"/>
                    <a:pt x="3980" y="3427"/>
                  </a:cubicBezTo>
                  <a:cubicBezTo>
                    <a:pt x="3961" y="3398"/>
                    <a:pt x="3944" y="3359"/>
                    <a:pt x="3942" y="3337"/>
                  </a:cubicBezTo>
                  <a:cubicBezTo>
                    <a:pt x="3940" y="3315"/>
                    <a:pt x="3965" y="3309"/>
                    <a:pt x="3965" y="3292"/>
                  </a:cubicBezTo>
                  <a:cubicBezTo>
                    <a:pt x="3965" y="3275"/>
                    <a:pt x="3944" y="3256"/>
                    <a:pt x="3942" y="3232"/>
                  </a:cubicBezTo>
                  <a:cubicBezTo>
                    <a:pt x="3940" y="3208"/>
                    <a:pt x="3948" y="3175"/>
                    <a:pt x="3950" y="3150"/>
                  </a:cubicBezTo>
                  <a:cubicBezTo>
                    <a:pt x="3952" y="3125"/>
                    <a:pt x="3958" y="3103"/>
                    <a:pt x="3957" y="3082"/>
                  </a:cubicBezTo>
                  <a:cubicBezTo>
                    <a:pt x="3956" y="3061"/>
                    <a:pt x="3925" y="3032"/>
                    <a:pt x="3942" y="3022"/>
                  </a:cubicBezTo>
                  <a:cubicBezTo>
                    <a:pt x="3959" y="3012"/>
                    <a:pt x="4021" y="3018"/>
                    <a:pt x="4062" y="3022"/>
                  </a:cubicBezTo>
                  <a:cubicBezTo>
                    <a:pt x="4103" y="3026"/>
                    <a:pt x="4149" y="3037"/>
                    <a:pt x="4190" y="3045"/>
                  </a:cubicBezTo>
                  <a:cubicBezTo>
                    <a:pt x="4231" y="3053"/>
                    <a:pt x="4285" y="3071"/>
                    <a:pt x="4310" y="3067"/>
                  </a:cubicBezTo>
                  <a:cubicBezTo>
                    <a:pt x="4335" y="3063"/>
                    <a:pt x="4325" y="3039"/>
                    <a:pt x="4340" y="3022"/>
                  </a:cubicBezTo>
                  <a:cubicBezTo>
                    <a:pt x="4355" y="3005"/>
                    <a:pt x="4385" y="2979"/>
                    <a:pt x="4400" y="2962"/>
                  </a:cubicBezTo>
                  <a:cubicBezTo>
                    <a:pt x="4415" y="2945"/>
                    <a:pt x="4424" y="2936"/>
                    <a:pt x="4430" y="2917"/>
                  </a:cubicBezTo>
                  <a:cubicBezTo>
                    <a:pt x="4436" y="2898"/>
                    <a:pt x="4447" y="2871"/>
                    <a:pt x="4437" y="2850"/>
                  </a:cubicBezTo>
                  <a:cubicBezTo>
                    <a:pt x="4427" y="2829"/>
                    <a:pt x="4381" y="2810"/>
                    <a:pt x="4370" y="2790"/>
                  </a:cubicBezTo>
                  <a:cubicBezTo>
                    <a:pt x="4359" y="2770"/>
                    <a:pt x="4361" y="2749"/>
                    <a:pt x="4370" y="2730"/>
                  </a:cubicBezTo>
                  <a:cubicBezTo>
                    <a:pt x="4379" y="2711"/>
                    <a:pt x="4392" y="2688"/>
                    <a:pt x="4422" y="2677"/>
                  </a:cubicBezTo>
                  <a:cubicBezTo>
                    <a:pt x="4452" y="2666"/>
                    <a:pt x="4514" y="2666"/>
                    <a:pt x="4550" y="2662"/>
                  </a:cubicBezTo>
                  <a:cubicBezTo>
                    <a:pt x="4586" y="2658"/>
                    <a:pt x="4620" y="2666"/>
                    <a:pt x="4640" y="2655"/>
                  </a:cubicBezTo>
                  <a:cubicBezTo>
                    <a:pt x="4660" y="2644"/>
                    <a:pt x="4661" y="2610"/>
                    <a:pt x="4673" y="2595"/>
                  </a:cubicBezTo>
                  <a:cubicBezTo>
                    <a:pt x="4685" y="2580"/>
                    <a:pt x="4699" y="2575"/>
                    <a:pt x="4715" y="2565"/>
                  </a:cubicBezTo>
                  <a:cubicBezTo>
                    <a:pt x="4731" y="2555"/>
                    <a:pt x="4745" y="2549"/>
                    <a:pt x="4767" y="2535"/>
                  </a:cubicBezTo>
                  <a:cubicBezTo>
                    <a:pt x="4789" y="2521"/>
                    <a:pt x="4846" y="2496"/>
                    <a:pt x="4850" y="2482"/>
                  </a:cubicBezTo>
                  <a:cubicBezTo>
                    <a:pt x="4854" y="2468"/>
                    <a:pt x="4790" y="2467"/>
                    <a:pt x="4790" y="2452"/>
                  </a:cubicBezTo>
                  <a:cubicBezTo>
                    <a:pt x="4790" y="2437"/>
                    <a:pt x="4806" y="2406"/>
                    <a:pt x="4850" y="2392"/>
                  </a:cubicBezTo>
                  <a:cubicBezTo>
                    <a:pt x="4894" y="2378"/>
                    <a:pt x="4996" y="2374"/>
                    <a:pt x="5052" y="2370"/>
                  </a:cubicBezTo>
                  <a:cubicBezTo>
                    <a:pt x="5108" y="2366"/>
                    <a:pt x="5153" y="2365"/>
                    <a:pt x="5187" y="2370"/>
                  </a:cubicBezTo>
                  <a:cubicBezTo>
                    <a:pt x="5221" y="2375"/>
                    <a:pt x="5256" y="2379"/>
                    <a:pt x="5255" y="2400"/>
                  </a:cubicBezTo>
                  <a:cubicBezTo>
                    <a:pt x="5254" y="2421"/>
                    <a:pt x="5204" y="2468"/>
                    <a:pt x="5180" y="2497"/>
                  </a:cubicBezTo>
                  <a:cubicBezTo>
                    <a:pt x="5156" y="2526"/>
                    <a:pt x="5121" y="2545"/>
                    <a:pt x="5112" y="2572"/>
                  </a:cubicBezTo>
                  <a:cubicBezTo>
                    <a:pt x="5103" y="2599"/>
                    <a:pt x="5123" y="2633"/>
                    <a:pt x="5127" y="2662"/>
                  </a:cubicBezTo>
                  <a:cubicBezTo>
                    <a:pt x="5131" y="2691"/>
                    <a:pt x="5111" y="2724"/>
                    <a:pt x="5135" y="2745"/>
                  </a:cubicBezTo>
                  <a:cubicBezTo>
                    <a:pt x="5159" y="2766"/>
                    <a:pt x="5223" y="2775"/>
                    <a:pt x="5270" y="2790"/>
                  </a:cubicBezTo>
                  <a:cubicBezTo>
                    <a:pt x="5317" y="2805"/>
                    <a:pt x="5375" y="2819"/>
                    <a:pt x="5420" y="2835"/>
                  </a:cubicBezTo>
                  <a:cubicBezTo>
                    <a:pt x="5465" y="2851"/>
                    <a:pt x="5502" y="2864"/>
                    <a:pt x="5540" y="2887"/>
                  </a:cubicBezTo>
                  <a:cubicBezTo>
                    <a:pt x="5578" y="2910"/>
                    <a:pt x="5605" y="2949"/>
                    <a:pt x="5645" y="2970"/>
                  </a:cubicBezTo>
                  <a:cubicBezTo>
                    <a:pt x="5685" y="2991"/>
                    <a:pt x="5739" y="3014"/>
                    <a:pt x="5780" y="3015"/>
                  </a:cubicBezTo>
                  <a:cubicBezTo>
                    <a:pt x="5821" y="3016"/>
                    <a:pt x="5864" y="2992"/>
                    <a:pt x="5892" y="2977"/>
                  </a:cubicBezTo>
                  <a:cubicBezTo>
                    <a:pt x="5920" y="2962"/>
                    <a:pt x="5939" y="2946"/>
                    <a:pt x="5945" y="2925"/>
                  </a:cubicBezTo>
                  <a:cubicBezTo>
                    <a:pt x="5951" y="2904"/>
                    <a:pt x="5946" y="2866"/>
                    <a:pt x="5930" y="2850"/>
                  </a:cubicBezTo>
                  <a:cubicBezTo>
                    <a:pt x="5914" y="2834"/>
                    <a:pt x="5877" y="2842"/>
                    <a:pt x="5847" y="2827"/>
                  </a:cubicBezTo>
                  <a:cubicBezTo>
                    <a:pt x="5817" y="2812"/>
                    <a:pt x="5784" y="2785"/>
                    <a:pt x="5750" y="2760"/>
                  </a:cubicBezTo>
                  <a:cubicBezTo>
                    <a:pt x="5716" y="2735"/>
                    <a:pt x="5671" y="2688"/>
                    <a:pt x="5645" y="2677"/>
                  </a:cubicBezTo>
                  <a:cubicBezTo>
                    <a:pt x="5619" y="2666"/>
                    <a:pt x="5616" y="2689"/>
                    <a:pt x="5592" y="2692"/>
                  </a:cubicBezTo>
                  <a:cubicBezTo>
                    <a:pt x="5568" y="2695"/>
                    <a:pt x="5519" y="2702"/>
                    <a:pt x="5502" y="2692"/>
                  </a:cubicBezTo>
                  <a:cubicBezTo>
                    <a:pt x="5485" y="2682"/>
                    <a:pt x="5473" y="2647"/>
                    <a:pt x="5487" y="2632"/>
                  </a:cubicBezTo>
                  <a:cubicBezTo>
                    <a:pt x="5501" y="2617"/>
                    <a:pt x="5566" y="2621"/>
                    <a:pt x="5585" y="2602"/>
                  </a:cubicBezTo>
                  <a:cubicBezTo>
                    <a:pt x="5604" y="2583"/>
                    <a:pt x="5589" y="2539"/>
                    <a:pt x="5600" y="2520"/>
                  </a:cubicBezTo>
                  <a:cubicBezTo>
                    <a:pt x="5611" y="2501"/>
                    <a:pt x="5627" y="2490"/>
                    <a:pt x="5652" y="2490"/>
                  </a:cubicBezTo>
                  <a:cubicBezTo>
                    <a:pt x="5677" y="2490"/>
                    <a:pt x="5724" y="2517"/>
                    <a:pt x="5750" y="2520"/>
                  </a:cubicBezTo>
                  <a:cubicBezTo>
                    <a:pt x="5776" y="2523"/>
                    <a:pt x="5778" y="2515"/>
                    <a:pt x="5810" y="2505"/>
                  </a:cubicBezTo>
                  <a:cubicBezTo>
                    <a:pt x="5842" y="2495"/>
                    <a:pt x="5905" y="2469"/>
                    <a:pt x="5945" y="2460"/>
                  </a:cubicBezTo>
                  <a:cubicBezTo>
                    <a:pt x="5985" y="2451"/>
                    <a:pt x="6019" y="2457"/>
                    <a:pt x="6050" y="2452"/>
                  </a:cubicBezTo>
                  <a:cubicBezTo>
                    <a:pt x="6081" y="2447"/>
                    <a:pt x="6107" y="2444"/>
                    <a:pt x="6132" y="2430"/>
                  </a:cubicBezTo>
                  <a:cubicBezTo>
                    <a:pt x="6157" y="2416"/>
                    <a:pt x="6168" y="2384"/>
                    <a:pt x="6200" y="2370"/>
                  </a:cubicBezTo>
                  <a:cubicBezTo>
                    <a:pt x="6232" y="2356"/>
                    <a:pt x="6292" y="2352"/>
                    <a:pt x="6327" y="2347"/>
                  </a:cubicBezTo>
                  <a:cubicBezTo>
                    <a:pt x="6362" y="2342"/>
                    <a:pt x="6388" y="2357"/>
                    <a:pt x="6410" y="2340"/>
                  </a:cubicBezTo>
                  <a:cubicBezTo>
                    <a:pt x="6432" y="2323"/>
                    <a:pt x="6432" y="2274"/>
                    <a:pt x="6462" y="2242"/>
                  </a:cubicBezTo>
                  <a:cubicBezTo>
                    <a:pt x="6492" y="2210"/>
                    <a:pt x="6565" y="2176"/>
                    <a:pt x="6590" y="2145"/>
                  </a:cubicBezTo>
                  <a:cubicBezTo>
                    <a:pt x="6615" y="2114"/>
                    <a:pt x="6611" y="2095"/>
                    <a:pt x="6612" y="2055"/>
                  </a:cubicBezTo>
                  <a:cubicBezTo>
                    <a:pt x="6613" y="2015"/>
                    <a:pt x="6587" y="1945"/>
                    <a:pt x="6597" y="1905"/>
                  </a:cubicBezTo>
                  <a:cubicBezTo>
                    <a:pt x="6607" y="1865"/>
                    <a:pt x="6671" y="1854"/>
                    <a:pt x="6672" y="1815"/>
                  </a:cubicBezTo>
                  <a:cubicBezTo>
                    <a:pt x="6673" y="1776"/>
                    <a:pt x="6640" y="1719"/>
                    <a:pt x="6605" y="1672"/>
                  </a:cubicBezTo>
                  <a:cubicBezTo>
                    <a:pt x="6570" y="1625"/>
                    <a:pt x="6511" y="1556"/>
                    <a:pt x="6462" y="1530"/>
                  </a:cubicBezTo>
                  <a:cubicBezTo>
                    <a:pt x="6413" y="1504"/>
                    <a:pt x="6358" y="1510"/>
                    <a:pt x="6312" y="1515"/>
                  </a:cubicBezTo>
                  <a:cubicBezTo>
                    <a:pt x="6266" y="1520"/>
                    <a:pt x="6254" y="1535"/>
                    <a:pt x="6185" y="1560"/>
                  </a:cubicBezTo>
                  <a:cubicBezTo>
                    <a:pt x="6116" y="1585"/>
                    <a:pt x="5965" y="1657"/>
                    <a:pt x="5900" y="1665"/>
                  </a:cubicBezTo>
                  <a:cubicBezTo>
                    <a:pt x="5835" y="1673"/>
                    <a:pt x="5811" y="1596"/>
                    <a:pt x="5795" y="1605"/>
                  </a:cubicBezTo>
                  <a:cubicBezTo>
                    <a:pt x="5779" y="1614"/>
                    <a:pt x="5821" y="1686"/>
                    <a:pt x="5802" y="1717"/>
                  </a:cubicBezTo>
                  <a:cubicBezTo>
                    <a:pt x="5783" y="1748"/>
                    <a:pt x="5714" y="1799"/>
                    <a:pt x="5682" y="1792"/>
                  </a:cubicBezTo>
                  <a:cubicBezTo>
                    <a:pt x="5650" y="1785"/>
                    <a:pt x="5643" y="1676"/>
                    <a:pt x="5607" y="1672"/>
                  </a:cubicBezTo>
                  <a:cubicBezTo>
                    <a:pt x="5571" y="1668"/>
                    <a:pt x="5490" y="1743"/>
                    <a:pt x="5465" y="1770"/>
                  </a:cubicBezTo>
                  <a:cubicBezTo>
                    <a:pt x="5440" y="1797"/>
                    <a:pt x="5472" y="1833"/>
                    <a:pt x="5457" y="1837"/>
                  </a:cubicBezTo>
                  <a:cubicBezTo>
                    <a:pt x="5442" y="1841"/>
                    <a:pt x="5394" y="1815"/>
                    <a:pt x="5375" y="1792"/>
                  </a:cubicBezTo>
                  <a:cubicBezTo>
                    <a:pt x="5356" y="1769"/>
                    <a:pt x="5364" y="1712"/>
                    <a:pt x="5345" y="1702"/>
                  </a:cubicBezTo>
                  <a:cubicBezTo>
                    <a:pt x="5326" y="1692"/>
                    <a:pt x="5264" y="1718"/>
                    <a:pt x="5262" y="1732"/>
                  </a:cubicBezTo>
                  <a:cubicBezTo>
                    <a:pt x="5260" y="1746"/>
                    <a:pt x="5359" y="1758"/>
                    <a:pt x="5330" y="1785"/>
                  </a:cubicBezTo>
                  <a:cubicBezTo>
                    <a:pt x="5301" y="1812"/>
                    <a:pt x="5129" y="1927"/>
                    <a:pt x="5090" y="1897"/>
                  </a:cubicBezTo>
                  <a:cubicBezTo>
                    <a:pt x="5051" y="1867"/>
                    <a:pt x="5134" y="1679"/>
                    <a:pt x="5097" y="1605"/>
                  </a:cubicBezTo>
                  <a:cubicBezTo>
                    <a:pt x="5060" y="1531"/>
                    <a:pt x="4925" y="1497"/>
                    <a:pt x="4865" y="1455"/>
                  </a:cubicBezTo>
                  <a:cubicBezTo>
                    <a:pt x="4805" y="1413"/>
                    <a:pt x="4796" y="1389"/>
                    <a:pt x="4737" y="1350"/>
                  </a:cubicBezTo>
                  <a:cubicBezTo>
                    <a:pt x="4678" y="1311"/>
                    <a:pt x="4571" y="1261"/>
                    <a:pt x="4512" y="1222"/>
                  </a:cubicBezTo>
                  <a:cubicBezTo>
                    <a:pt x="4453" y="1183"/>
                    <a:pt x="4382" y="1146"/>
                    <a:pt x="4385" y="1117"/>
                  </a:cubicBezTo>
                  <a:cubicBezTo>
                    <a:pt x="4388" y="1088"/>
                    <a:pt x="4481" y="1079"/>
                    <a:pt x="4527" y="1050"/>
                  </a:cubicBezTo>
                  <a:cubicBezTo>
                    <a:pt x="4573" y="1021"/>
                    <a:pt x="4651" y="989"/>
                    <a:pt x="4662" y="945"/>
                  </a:cubicBezTo>
                  <a:cubicBezTo>
                    <a:pt x="4673" y="901"/>
                    <a:pt x="4646" y="877"/>
                    <a:pt x="4595" y="787"/>
                  </a:cubicBezTo>
                  <a:cubicBezTo>
                    <a:pt x="4544" y="697"/>
                    <a:pt x="4435" y="536"/>
                    <a:pt x="4355" y="405"/>
                  </a:cubicBezTo>
                  <a:cubicBezTo>
                    <a:pt x="4275" y="274"/>
                    <a:pt x="4180" y="62"/>
                    <a:pt x="4115" y="0"/>
                  </a:cubicBezTo>
                  <a:lnTo>
                    <a:pt x="3965" y="30"/>
                  </a:lnTo>
                  <a:cubicBezTo>
                    <a:pt x="3904" y="34"/>
                    <a:pt x="3817" y="21"/>
                    <a:pt x="3747" y="22"/>
                  </a:cubicBezTo>
                  <a:cubicBezTo>
                    <a:pt x="3677" y="23"/>
                    <a:pt x="3594" y="33"/>
                    <a:pt x="3545" y="37"/>
                  </a:cubicBezTo>
                  <a:cubicBezTo>
                    <a:pt x="3496" y="41"/>
                    <a:pt x="3485" y="34"/>
                    <a:pt x="3455" y="45"/>
                  </a:cubicBezTo>
                  <a:cubicBezTo>
                    <a:pt x="3425" y="56"/>
                    <a:pt x="3404" y="86"/>
                    <a:pt x="3365" y="105"/>
                  </a:cubicBezTo>
                  <a:cubicBezTo>
                    <a:pt x="3326" y="124"/>
                    <a:pt x="3256" y="138"/>
                    <a:pt x="3222" y="157"/>
                  </a:cubicBezTo>
                  <a:cubicBezTo>
                    <a:pt x="3188" y="176"/>
                    <a:pt x="3178" y="194"/>
                    <a:pt x="3162" y="217"/>
                  </a:cubicBezTo>
                  <a:cubicBezTo>
                    <a:pt x="3146" y="240"/>
                    <a:pt x="3124" y="277"/>
                    <a:pt x="3125" y="292"/>
                  </a:cubicBezTo>
                  <a:cubicBezTo>
                    <a:pt x="3126" y="307"/>
                    <a:pt x="3161" y="291"/>
                    <a:pt x="3170" y="307"/>
                  </a:cubicBezTo>
                  <a:cubicBezTo>
                    <a:pt x="3179" y="323"/>
                    <a:pt x="3152" y="368"/>
                    <a:pt x="3177" y="390"/>
                  </a:cubicBezTo>
                  <a:cubicBezTo>
                    <a:pt x="3202" y="412"/>
                    <a:pt x="3315" y="421"/>
                    <a:pt x="3320" y="442"/>
                  </a:cubicBezTo>
                  <a:lnTo>
                    <a:pt x="3207" y="517"/>
                  </a:lnTo>
                  <a:cubicBezTo>
                    <a:pt x="3192" y="546"/>
                    <a:pt x="3222" y="589"/>
                    <a:pt x="3230" y="615"/>
                  </a:cubicBezTo>
                  <a:cubicBezTo>
                    <a:pt x="3238" y="641"/>
                    <a:pt x="3268" y="655"/>
                    <a:pt x="3252" y="675"/>
                  </a:cubicBezTo>
                  <a:cubicBezTo>
                    <a:pt x="3236" y="695"/>
                    <a:pt x="3168" y="715"/>
                    <a:pt x="3132" y="735"/>
                  </a:cubicBezTo>
                  <a:cubicBezTo>
                    <a:pt x="3096" y="755"/>
                    <a:pt x="3081" y="783"/>
                    <a:pt x="3035" y="795"/>
                  </a:cubicBezTo>
                  <a:cubicBezTo>
                    <a:pt x="2989" y="807"/>
                    <a:pt x="2911" y="799"/>
                    <a:pt x="2855" y="810"/>
                  </a:cubicBezTo>
                  <a:cubicBezTo>
                    <a:pt x="2799" y="821"/>
                    <a:pt x="2741" y="841"/>
                    <a:pt x="2697" y="862"/>
                  </a:cubicBezTo>
                  <a:cubicBezTo>
                    <a:pt x="2653" y="883"/>
                    <a:pt x="2612" y="915"/>
                    <a:pt x="2592" y="937"/>
                  </a:cubicBezTo>
                  <a:cubicBezTo>
                    <a:pt x="2572" y="959"/>
                    <a:pt x="2582" y="1013"/>
                    <a:pt x="2562" y="997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flat" cmpd="sng">
              <a:solidFill>
                <a:srgbClr val="000000">
                  <a:alpha val="100000"/>
                </a:srgbClr>
              </a:solidFill>
              <a:prstDash val="dashDot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1073750837" name="组合 1073750836"/>
            <p:cNvGrpSpPr/>
            <p:nvPr/>
          </p:nvGrpSpPr>
          <p:grpSpPr>
            <a:xfrm>
              <a:off x="3077" y="4323"/>
              <a:ext cx="6204" cy="3824"/>
              <a:chOff x="2409" y="9942"/>
              <a:chExt cx="6854" cy="4223"/>
            </a:xfrm>
          </p:grpSpPr>
          <p:grpSp>
            <p:nvGrpSpPr>
              <p:cNvPr id="1073750838" name="组合 1073750837"/>
              <p:cNvGrpSpPr/>
              <p:nvPr/>
            </p:nvGrpSpPr>
            <p:grpSpPr>
              <a:xfrm>
                <a:off x="2409" y="9942"/>
                <a:ext cx="6854" cy="4223"/>
                <a:chOff x="2409" y="9942"/>
                <a:chExt cx="6854" cy="4223"/>
              </a:xfrm>
            </p:grpSpPr>
            <p:sp>
              <p:nvSpPr>
                <p:cNvPr id="1073750839" name="任意多边形 1073750838"/>
                <p:cNvSpPr/>
                <p:nvPr/>
              </p:nvSpPr>
              <p:spPr>
                <a:xfrm>
                  <a:off x="5790" y="9942"/>
                  <a:ext cx="120" cy="198"/>
                </a:xfrm>
                <a:custGeom>
                  <a:avLst/>
                  <a:gdLst/>
                  <a:ahLst/>
                  <a:cxnLst/>
                  <a:pathLst>
                    <a:path w="120" h="198">
                      <a:moveTo>
                        <a:pt x="120" y="198"/>
                      </a:moveTo>
                      <a:cubicBezTo>
                        <a:pt x="107" y="171"/>
                        <a:pt x="95" y="145"/>
                        <a:pt x="90" y="123"/>
                      </a:cubicBezTo>
                      <a:cubicBezTo>
                        <a:pt x="85" y="101"/>
                        <a:pt x="105" y="83"/>
                        <a:pt x="90" y="63"/>
                      </a:cubicBezTo>
                      <a:cubicBezTo>
                        <a:pt x="75" y="43"/>
                        <a:pt x="37" y="21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00">
                      <a:alpha val="100000"/>
                    </a:srgbClr>
                  </a:solidFill>
                  <a:prstDash val="dashDot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73750840" name="任意多边形 1073750839"/>
                <p:cNvSpPr/>
                <p:nvPr/>
              </p:nvSpPr>
              <p:spPr>
                <a:xfrm>
                  <a:off x="6540" y="10103"/>
                  <a:ext cx="2715" cy="184"/>
                </a:xfrm>
                <a:custGeom>
                  <a:avLst/>
                  <a:gdLst/>
                  <a:ahLst/>
                  <a:cxnLst/>
                  <a:pathLst>
                    <a:path w="2715" h="184">
                      <a:moveTo>
                        <a:pt x="0" y="0"/>
                      </a:moveTo>
                      <a:cubicBezTo>
                        <a:pt x="58" y="2"/>
                        <a:pt x="117" y="4"/>
                        <a:pt x="218" y="15"/>
                      </a:cubicBezTo>
                      <a:cubicBezTo>
                        <a:pt x="319" y="26"/>
                        <a:pt x="487" y="52"/>
                        <a:pt x="608" y="67"/>
                      </a:cubicBezTo>
                      <a:cubicBezTo>
                        <a:pt x="729" y="82"/>
                        <a:pt x="831" y="94"/>
                        <a:pt x="945" y="105"/>
                      </a:cubicBezTo>
                      <a:cubicBezTo>
                        <a:pt x="1059" y="116"/>
                        <a:pt x="1190" y="129"/>
                        <a:pt x="1290" y="135"/>
                      </a:cubicBezTo>
                      <a:cubicBezTo>
                        <a:pt x="1390" y="141"/>
                        <a:pt x="1448" y="135"/>
                        <a:pt x="1545" y="142"/>
                      </a:cubicBezTo>
                      <a:cubicBezTo>
                        <a:pt x="1642" y="149"/>
                        <a:pt x="1788" y="176"/>
                        <a:pt x="1875" y="180"/>
                      </a:cubicBezTo>
                      <a:cubicBezTo>
                        <a:pt x="1962" y="184"/>
                        <a:pt x="1985" y="176"/>
                        <a:pt x="2070" y="165"/>
                      </a:cubicBezTo>
                      <a:cubicBezTo>
                        <a:pt x="2155" y="154"/>
                        <a:pt x="2296" y="117"/>
                        <a:pt x="2385" y="112"/>
                      </a:cubicBezTo>
                      <a:cubicBezTo>
                        <a:pt x="2474" y="107"/>
                        <a:pt x="2548" y="140"/>
                        <a:pt x="2603" y="135"/>
                      </a:cubicBezTo>
                      <a:cubicBezTo>
                        <a:pt x="2658" y="130"/>
                        <a:pt x="2686" y="106"/>
                        <a:pt x="2715" y="82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00">
                      <a:alpha val="100000"/>
                    </a:srgbClr>
                  </a:solidFill>
                  <a:prstDash val="dashDot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73750841" name="任意多边形 1073750840"/>
                <p:cNvSpPr/>
                <p:nvPr/>
              </p:nvSpPr>
              <p:spPr>
                <a:xfrm>
                  <a:off x="2409" y="11438"/>
                  <a:ext cx="1356" cy="367"/>
                </a:xfrm>
                <a:custGeom>
                  <a:avLst/>
                  <a:gdLst/>
                  <a:ahLst/>
                  <a:cxnLst/>
                  <a:pathLst>
                    <a:path w="1356" h="367">
                      <a:moveTo>
                        <a:pt x="1356" y="367"/>
                      </a:moveTo>
                      <a:cubicBezTo>
                        <a:pt x="1346" y="328"/>
                        <a:pt x="1337" y="289"/>
                        <a:pt x="1311" y="270"/>
                      </a:cubicBezTo>
                      <a:cubicBezTo>
                        <a:pt x="1285" y="251"/>
                        <a:pt x="1236" y="270"/>
                        <a:pt x="1199" y="255"/>
                      </a:cubicBezTo>
                      <a:cubicBezTo>
                        <a:pt x="1162" y="240"/>
                        <a:pt x="1133" y="194"/>
                        <a:pt x="1086" y="180"/>
                      </a:cubicBezTo>
                      <a:cubicBezTo>
                        <a:pt x="1039" y="166"/>
                        <a:pt x="975" y="174"/>
                        <a:pt x="914" y="172"/>
                      </a:cubicBezTo>
                      <a:cubicBezTo>
                        <a:pt x="853" y="170"/>
                        <a:pt x="768" y="181"/>
                        <a:pt x="719" y="165"/>
                      </a:cubicBezTo>
                      <a:cubicBezTo>
                        <a:pt x="670" y="149"/>
                        <a:pt x="677" y="94"/>
                        <a:pt x="621" y="75"/>
                      </a:cubicBezTo>
                      <a:cubicBezTo>
                        <a:pt x="565" y="56"/>
                        <a:pt x="452" y="57"/>
                        <a:pt x="381" y="52"/>
                      </a:cubicBezTo>
                      <a:cubicBezTo>
                        <a:pt x="310" y="47"/>
                        <a:pt x="257" y="54"/>
                        <a:pt x="194" y="45"/>
                      </a:cubicBezTo>
                      <a:cubicBezTo>
                        <a:pt x="131" y="36"/>
                        <a:pt x="65" y="18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00">
                      <a:alpha val="100000"/>
                    </a:srgbClr>
                  </a:solidFill>
                  <a:prstDash val="dashDot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73750842" name="任意多边形 1073750841"/>
                <p:cNvSpPr/>
                <p:nvPr/>
              </p:nvSpPr>
              <p:spPr>
                <a:xfrm>
                  <a:off x="6743" y="13170"/>
                  <a:ext cx="2127" cy="995"/>
                </a:xfrm>
                <a:custGeom>
                  <a:avLst/>
                  <a:gdLst/>
                  <a:ahLst/>
                  <a:cxnLst/>
                  <a:pathLst>
                    <a:path w="2127" h="995">
                      <a:moveTo>
                        <a:pt x="0" y="0"/>
                      </a:moveTo>
                      <a:cubicBezTo>
                        <a:pt x="75" y="41"/>
                        <a:pt x="151" y="83"/>
                        <a:pt x="210" y="113"/>
                      </a:cubicBezTo>
                      <a:cubicBezTo>
                        <a:pt x="269" y="143"/>
                        <a:pt x="293" y="152"/>
                        <a:pt x="352" y="180"/>
                      </a:cubicBezTo>
                      <a:cubicBezTo>
                        <a:pt x="411" y="208"/>
                        <a:pt x="509" y="239"/>
                        <a:pt x="562" y="278"/>
                      </a:cubicBezTo>
                      <a:cubicBezTo>
                        <a:pt x="615" y="317"/>
                        <a:pt x="627" y="388"/>
                        <a:pt x="667" y="413"/>
                      </a:cubicBezTo>
                      <a:cubicBezTo>
                        <a:pt x="707" y="438"/>
                        <a:pt x="747" y="413"/>
                        <a:pt x="802" y="428"/>
                      </a:cubicBezTo>
                      <a:cubicBezTo>
                        <a:pt x="857" y="443"/>
                        <a:pt x="940" y="484"/>
                        <a:pt x="997" y="503"/>
                      </a:cubicBezTo>
                      <a:cubicBezTo>
                        <a:pt x="1054" y="522"/>
                        <a:pt x="1103" y="529"/>
                        <a:pt x="1147" y="540"/>
                      </a:cubicBezTo>
                      <a:cubicBezTo>
                        <a:pt x="1191" y="551"/>
                        <a:pt x="1229" y="560"/>
                        <a:pt x="1260" y="570"/>
                      </a:cubicBezTo>
                      <a:cubicBezTo>
                        <a:pt x="1291" y="580"/>
                        <a:pt x="1330" y="579"/>
                        <a:pt x="1335" y="600"/>
                      </a:cubicBezTo>
                      <a:cubicBezTo>
                        <a:pt x="1340" y="621"/>
                        <a:pt x="1286" y="673"/>
                        <a:pt x="1290" y="698"/>
                      </a:cubicBezTo>
                      <a:cubicBezTo>
                        <a:pt x="1294" y="723"/>
                        <a:pt x="1321" y="745"/>
                        <a:pt x="1357" y="750"/>
                      </a:cubicBezTo>
                      <a:cubicBezTo>
                        <a:pt x="1393" y="755"/>
                        <a:pt x="1466" y="732"/>
                        <a:pt x="1507" y="728"/>
                      </a:cubicBezTo>
                      <a:cubicBezTo>
                        <a:pt x="1548" y="724"/>
                        <a:pt x="1568" y="723"/>
                        <a:pt x="1605" y="728"/>
                      </a:cubicBezTo>
                      <a:cubicBezTo>
                        <a:pt x="1642" y="733"/>
                        <a:pt x="1683" y="752"/>
                        <a:pt x="1732" y="758"/>
                      </a:cubicBezTo>
                      <a:cubicBezTo>
                        <a:pt x="1781" y="764"/>
                        <a:pt x="1847" y="747"/>
                        <a:pt x="1897" y="765"/>
                      </a:cubicBezTo>
                      <a:cubicBezTo>
                        <a:pt x="1947" y="783"/>
                        <a:pt x="1996" y="847"/>
                        <a:pt x="2032" y="869"/>
                      </a:cubicBezTo>
                      <a:cubicBezTo>
                        <a:pt x="2068" y="891"/>
                        <a:pt x="2127" y="892"/>
                        <a:pt x="2111" y="900"/>
                      </a:cubicBezTo>
                      <a:cubicBezTo>
                        <a:pt x="2095" y="908"/>
                        <a:pt x="1991" y="910"/>
                        <a:pt x="1935" y="915"/>
                      </a:cubicBezTo>
                      <a:cubicBezTo>
                        <a:pt x="1879" y="920"/>
                        <a:pt x="1819" y="917"/>
                        <a:pt x="1777" y="930"/>
                      </a:cubicBezTo>
                      <a:cubicBezTo>
                        <a:pt x="1735" y="943"/>
                        <a:pt x="1707" y="969"/>
                        <a:pt x="1680" y="995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00">
                      <a:alpha val="100000"/>
                    </a:srgbClr>
                  </a:solidFill>
                  <a:prstDash val="dashDot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73750843" name="任意多边形 1073750842"/>
                <p:cNvSpPr/>
                <p:nvPr/>
              </p:nvSpPr>
              <p:spPr>
                <a:xfrm>
                  <a:off x="7343" y="13212"/>
                  <a:ext cx="1920" cy="764"/>
                </a:xfrm>
                <a:custGeom>
                  <a:avLst/>
                  <a:gdLst/>
                  <a:ahLst/>
                  <a:cxnLst/>
                  <a:pathLst>
                    <a:path w="1920" h="764">
                      <a:moveTo>
                        <a:pt x="0" y="258"/>
                      </a:moveTo>
                      <a:cubicBezTo>
                        <a:pt x="34" y="241"/>
                        <a:pt x="69" y="225"/>
                        <a:pt x="90" y="206"/>
                      </a:cubicBezTo>
                      <a:cubicBezTo>
                        <a:pt x="111" y="187"/>
                        <a:pt x="116" y="165"/>
                        <a:pt x="127" y="146"/>
                      </a:cubicBezTo>
                      <a:cubicBezTo>
                        <a:pt x="138" y="127"/>
                        <a:pt x="136" y="108"/>
                        <a:pt x="157" y="93"/>
                      </a:cubicBezTo>
                      <a:cubicBezTo>
                        <a:pt x="178" y="78"/>
                        <a:pt x="228" y="55"/>
                        <a:pt x="255" y="56"/>
                      </a:cubicBezTo>
                      <a:cubicBezTo>
                        <a:pt x="282" y="57"/>
                        <a:pt x="293" y="92"/>
                        <a:pt x="322" y="101"/>
                      </a:cubicBezTo>
                      <a:cubicBezTo>
                        <a:pt x="351" y="110"/>
                        <a:pt x="398" y="113"/>
                        <a:pt x="427" y="108"/>
                      </a:cubicBezTo>
                      <a:cubicBezTo>
                        <a:pt x="456" y="103"/>
                        <a:pt x="471" y="89"/>
                        <a:pt x="495" y="71"/>
                      </a:cubicBezTo>
                      <a:cubicBezTo>
                        <a:pt x="519" y="53"/>
                        <a:pt x="540" y="6"/>
                        <a:pt x="570" y="3"/>
                      </a:cubicBezTo>
                      <a:cubicBezTo>
                        <a:pt x="600" y="0"/>
                        <a:pt x="646" y="41"/>
                        <a:pt x="675" y="56"/>
                      </a:cubicBezTo>
                      <a:cubicBezTo>
                        <a:pt x="704" y="71"/>
                        <a:pt x="713" y="86"/>
                        <a:pt x="742" y="93"/>
                      </a:cubicBezTo>
                      <a:cubicBezTo>
                        <a:pt x="771" y="100"/>
                        <a:pt x="831" y="88"/>
                        <a:pt x="847" y="101"/>
                      </a:cubicBezTo>
                      <a:cubicBezTo>
                        <a:pt x="863" y="114"/>
                        <a:pt x="827" y="146"/>
                        <a:pt x="840" y="168"/>
                      </a:cubicBezTo>
                      <a:cubicBezTo>
                        <a:pt x="853" y="190"/>
                        <a:pt x="885" y="215"/>
                        <a:pt x="922" y="236"/>
                      </a:cubicBezTo>
                      <a:cubicBezTo>
                        <a:pt x="959" y="257"/>
                        <a:pt x="1026" y="265"/>
                        <a:pt x="1065" y="296"/>
                      </a:cubicBezTo>
                      <a:cubicBezTo>
                        <a:pt x="1104" y="327"/>
                        <a:pt x="1118" y="383"/>
                        <a:pt x="1155" y="423"/>
                      </a:cubicBezTo>
                      <a:cubicBezTo>
                        <a:pt x="1192" y="463"/>
                        <a:pt x="1235" y="506"/>
                        <a:pt x="1290" y="536"/>
                      </a:cubicBezTo>
                      <a:cubicBezTo>
                        <a:pt x="1345" y="566"/>
                        <a:pt x="1434" y="584"/>
                        <a:pt x="1485" y="603"/>
                      </a:cubicBezTo>
                      <a:cubicBezTo>
                        <a:pt x="1536" y="622"/>
                        <a:pt x="1563" y="632"/>
                        <a:pt x="1597" y="648"/>
                      </a:cubicBezTo>
                      <a:cubicBezTo>
                        <a:pt x="1631" y="664"/>
                        <a:pt x="1662" y="684"/>
                        <a:pt x="1687" y="701"/>
                      </a:cubicBezTo>
                      <a:cubicBezTo>
                        <a:pt x="1712" y="718"/>
                        <a:pt x="1737" y="764"/>
                        <a:pt x="1747" y="753"/>
                      </a:cubicBezTo>
                      <a:cubicBezTo>
                        <a:pt x="1757" y="742"/>
                        <a:pt x="1759" y="662"/>
                        <a:pt x="1747" y="633"/>
                      </a:cubicBezTo>
                      <a:cubicBezTo>
                        <a:pt x="1735" y="604"/>
                        <a:pt x="1696" y="601"/>
                        <a:pt x="1672" y="581"/>
                      </a:cubicBezTo>
                      <a:cubicBezTo>
                        <a:pt x="1648" y="561"/>
                        <a:pt x="1611" y="532"/>
                        <a:pt x="1605" y="513"/>
                      </a:cubicBezTo>
                      <a:cubicBezTo>
                        <a:pt x="1599" y="494"/>
                        <a:pt x="1613" y="469"/>
                        <a:pt x="1635" y="468"/>
                      </a:cubicBezTo>
                      <a:cubicBezTo>
                        <a:pt x="1657" y="467"/>
                        <a:pt x="1706" y="490"/>
                        <a:pt x="1740" y="506"/>
                      </a:cubicBezTo>
                      <a:cubicBezTo>
                        <a:pt x="1774" y="522"/>
                        <a:pt x="1817" y="550"/>
                        <a:pt x="1837" y="566"/>
                      </a:cubicBezTo>
                      <a:cubicBezTo>
                        <a:pt x="1857" y="582"/>
                        <a:pt x="1846" y="594"/>
                        <a:pt x="1860" y="603"/>
                      </a:cubicBezTo>
                      <a:cubicBezTo>
                        <a:pt x="1874" y="612"/>
                        <a:pt x="1897" y="615"/>
                        <a:pt x="1920" y="618"/>
                      </a:cubicBezTo>
                    </a:path>
                  </a:pathLst>
                </a:custGeom>
                <a:noFill/>
                <a:ln w="9525" cap="flat" cmpd="sng">
                  <a:solidFill>
                    <a:srgbClr val="000000">
                      <a:alpha val="100000"/>
                    </a:srgbClr>
                  </a:solidFill>
                  <a:prstDash val="dashDot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1073750844" name="任意多边形 1073750843"/>
              <p:cNvSpPr/>
              <p:nvPr/>
            </p:nvSpPr>
            <p:spPr>
              <a:xfrm>
                <a:off x="8535" y="12561"/>
                <a:ext cx="728" cy="317"/>
              </a:xfrm>
              <a:custGeom>
                <a:avLst/>
                <a:gdLst/>
                <a:ahLst/>
                <a:cxnLst/>
                <a:pathLst>
                  <a:path w="728" h="317">
                    <a:moveTo>
                      <a:pt x="0" y="9"/>
                    </a:moveTo>
                    <a:cubicBezTo>
                      <a:pt x="75" y="4"/>
                      <a:pt x="150" y="0"/>
                      <a:pt x="210" y="9"/>
                    </a:cubicBezTo>
                    <a:cubicBezTo>
                      <a:pt x="270" y="18"/>
                      <a:pt x="315" y="46"/>
                      <a:pt x="360" y="62"/>
                    </a:cubicBezTo>
                    <a:cubicBezTo>
                      <a:pt x="405" y="78"/>
                      <a:pt x="446" y="93"/>
                      <a:pt x="480" y="107"/>
                    </a:cubicBezTo>
                    <a:cubicBezTo>
                      <a:pt x="514" y="121"/>
                      <a:pt x="532" y="131"/>
                      <a:pt x="563" y="144"/>
                    </a:cubicBezTo>
                    <a:cubicBezTo>
                      <a:pt x="594" y="157"/>
                      <a:pt x="641" y="153"/>
                      <a:pt x="668" y="182"/>
                    </a:cubicBezTo>
                    <a:cubicBezTo>
                      <a:pt x="695" y="211"/>
                      <a:pt x="711" y="264"/>
                      <a:pt x="728" y="317"/>
                    </a:cubicBezTo>
                  </a:path>
                </a:pathLst>
              </a:custGeom>
              <a:noFill/>
              <a:ln w="9525" cap="flat" cmpd="sng">
                <a:solidFill>
                  <a:srgbClr val="000000">
                    <a:alpha val="100000"/>
                  </a:srgbClr>
                </a:solidFill>
                <a:prstDash val="dashDot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1073750845" name="组合 1073750844"/>
            <p:cNvGrpSpPr/>
            <p:nvPr/>
          </p:nvGrpSpPr>
          <p:grpSpPr>
            <a:xfrm>
              <a:off x="3723" y="5840"/>
              <a:ext cx="5270" cy="830"/>
              <a:chOff x="3105" y="11615"/>
              <a:chExt cx="5821" cy="917"/>
            </a:xfrm>
          </p:grpSpPr>
          <p:sp>
            <p:nvSpPr>
              <p:cNvPr id="1073750846" name="任意多边形 1073750845"/>
              <p:cNvSpPr/>
              <p:nvPr/>
            </p:nvSpPr>
            <p:spPr>
              <a:xfrm>
                <a:off x="3105" y="11615"/>
                <a:ext cx="3188" cy="795"/>
              </a:xfrm>
              <a:custGeom>
                <a:avLst/>
                <a:gdLst/>
                <a:ahLst/>
                <a:cxnLst/>
                <a:pathLst>
                  <a:path w="3188" h="795">
                    <a:moveTo>
                      <a:pt x="1761" y="628"/>
                    </a:moveTo>
                    <a:cubicBezTo>
                      <a:pt x="1640" y="632"/>
                      <a:pt x="1429" y="647"/>
                      <a:pt x="1240" y="673"/>
                    </a:cubicBezTo>
                    <a:cubicBezTo>
                      <a:pt x="1051" y="699"/>
                      <a:pt x="789" y="779"/>
                      <a:pt x="625" y="787"/>
                    </a:cubicBezTo>
                    <a:cubicBezTo>
                      <a:pt x="461" y="795"/>
                      <a:pt x="361" y="746"/>
                      <a:pt x="257" y="723"/>
                    </a:cubicBezTo>
                    <a:cubicBezTo>
                      <a:pt x="153" y="700"/>
                      <a:pt x="0" y="703"/>
                      <a:pt x="3" y="647"/>
                    </a:cubicBezTo>
                    <a:cubicBezTo>
                      <a:pt x="6" y="591"/>
                      <a:pt x="165" y="444"/>
                      <a:pt x="276" y="387"/>
                    </a:cubicBezTo>
                    <a:cubicBezTo>
                      <a:pt x="387" y="330"/>
                      <a:pt x="533" y="348"/>
                      <a:pt x="669" y="305"/>
                    </a:cubicBezTo>
                    <a:cubicBezTo>
                      <a:pt x="805" y="262"/>
                      <a:pt x="923" y="178"/>
                      <a:pt x="1094" y="127"/>
                    </a:cubicBezTo>
                    <a:cubicBezTo>
                      <a:pt x="1265" y="76"/>
                      <a:pt x="1555" y="0"/>
                      <a:pt x="1696" y="0"/>
                    </a:cubicBezTo>
                    <a:cubicBezTo>
                      <a:pt x="1837" y="0"/>
                      <a:pt x="1845" y="102"/>
                      <a:pt x="1938" y="127"/>
                    </a:cubicBezTo>
                    <a:cubicBezTo>
                      <a:pt x="2031" y="152"/>
                      <a:pt x="2140" y="144"/>
                      <a:pt x="2255" y="152"/>
                    </a:cubicBezTo>
                    <a:cubicBezTo>
                      <a:pt x="2370" y="160"/>
                      <a:pt x="2543" y="162"/>
                      <a:pt x="2631" y="178"/>
                    </a:cubicBezTo>
                    <a:cubicBezTo>
                      <a:pt x="2719" y="194"/>
                      <a:pt x="2691" y="245"/>
                      <a:pt x="2782" y="248"/>
                    </a:cubicBezTo>
                    <a:cubicBezTo>
                      <a:pt x="2873" y="251"/>
                      <a:pt x="3162" y="160"/>
                      <a:pt x="3175" y="197"/>
                    </a:cubicBezTo>
                    <a:cubicBezTo>
                      <a:pt x="3188" y="234"/>
                      <a:pt x="2960" y="407"/>
                      <a:pt x="2858" y="470"/>
                    </a:cubicBezTo>
                    <a:cubicBezTo>
                      <a:pt x="2756" y="533"/>
                      <a:pt x="2645" y="549"/>
                      <a:pt x="2565" y="577"/>
                    </a:cubicBezTo>
                    <a:cubicBezTo>
                      <a:pt x="2485" y="605"/>
                      <a:pt x="2477" y="629"/>
                      <a:pt x="2377" y="641"/>
                    </a:cubicBezTo>
                    <a:cubicBezTo>
                      <a:pt x="2277" y="653"/>
                      <a:pt x="2072" y="648"/>
                      <a:pt x="1965" y="647"/>
                    </a:cubicBezTo>
                    <a:cubicBezTo>
                      <a:pt x="1858" y="646"/>
                      <a:pt x="1882" y="624"/>
                      <a:pt x="1761" y="628"/>
                    </a:cubicBezTo>
                    <a:close/>
                  </a:path>
                </a:pathLst>
              </a:custGeom>
              <a:pattFill prst="pct10">
                <a:fgClr>
                  <a:srgbClr val="404040">
                    <a:alpha val="100000"/>
                  </a:srgbClr>
                </a:fgClr>
                <a:bgClr>
                  <a:srgbClr val="FFFFFF">
                    <a:alpha val="100000"/>
                  </a:srgbClr>
                </a:bgClr>
              </a:patt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3750847" name="任意多边形 1073750846"/>
              <p:cNvSpPr/>
              <p:nvPr/>
            </p:nvSpPr>
            <p:spPr>
              <a:xfrm>
                <a:off x="6435" y="11796"/>
                <a:ext cx="2491" cy="736"/>
              </a:xfrm>
              <a:custGeom>
                <a:avLst/>
                <a:gdLst/>
                <a:ahLst/>
                <a:cxnLst/>
                <a:pathLst>
                  <a:path w="2491" h="736">
                    <a:moveTo>
                      <a:pt x="263" y="117"/>
                    </a:moveTo>
                    <a:cubicBezTo>
                      <a:pt x="385" y="93"/>
                      <a:pt x="641" y="82"/>
                      <a:pt x="765" y="98"/>
                    </a:cubicBezTo>
                    <a:cubicBezTo>
                      <a:pt x="889" y="114"/>
                      <a:pt x="914" y="186"/>
                      <a:pt x="1005" y="212"/>
                    </a:cubicBezTo>
                    <a:cubicBezTo>
                      <a:pt x="1096" y="238"/>
                      <a:pt x="1149" y="270"/>
                      <a:pt x="1313" y="256"/>
                    </a:cubicBezTo>
                    <a:cubicBezTo>
                      <a:pt x="1477" y="242"/>
                      <a:pt x="1844" y="171"/>
                      <a:pt x="1989" y="130"/>
                    </a:cubicBezTo>
                    <a:cubicBezTo>
                      <a:pt x="2134" y="89"/>
                      <a:pt x="2130" y="18"/>
                      <a:pt x="2186" y="9"/>
                    </a:cubicBezTo>
                    <a:cubicBezTo>
                      <a:pt x="2242" y="0"/>
                      <a:pt x="2282" y="44"/>
                      <a:pt x="2326" y="79"/>
                    </a:cubicBezTo>
                    <a:cubicBezTo>
                      <a:pt x="2370" y="114"/>
                      <a:pt x="2434" y="166"/>
                      <a:pt x="2452" y="219"/>
                    </a:cubicBezTo>
                    <a:cubicBezTo>
                      <a:pt x="2470" y="272"/>
                      <a:pt x="2491" y="336"/>
                      <a:pt x="2435" y="396"/>
                    </a:cubicBezTo>
                    <a:cubicBezTo>
                      <a:pt x="2379" y="456"/>
                      <a:pt x="2213" y="529"/>
                      <a:pt x="2116" y="580"/>
                    </a:cubicBezTo>
                    <a:cubicBezTo>
                      <a:pt x="2019" y="631"/>
                      <a:pt x="1948" y="675"/>
                      <a:pt x="1850" y="701"/>
                    </a:cubicBezTo>
                    <a:cubicBezTo>
                      <a:pt x="1752" y="727"/>
                      <a:pt x="1612" y="736"/>
                      <a:pt x="1530" y="736"/>
                    </a:cubicBezTo>
                    <a:cubicBezTo>
                      <a:pt x="1448" y="736"/>
                      <a:pt x="1419" y="721"/>
                      <a:pt x="1355" y="701"/>
                    </a:cubicBezTo>
                    <a:cubicBezTo>
                      <a:pt x="1291" y="681"/>
                      <a:pt x="1255" y="644"/>
                      <a:pt x="1148" y="614"/>
                    </a:cubicBezTo>
                    <a:cubicBezTo>
                      <a:pt x="1041" y="584"/>
                      <a:pt x="829" y="546"/>
                      <a:pt x="712" y="523"/>
                    </a:cubicBezTo>
                    <a:cubicBezTo>
                      <a:pt x="595" y="500"/>
                      <a:pt x="549" y="505"/>
                      <a:pt x="443" y="473"/>
                    </a:cubicBezTo>
                    <a:cubicBezTo>
                      <a:pt x="337" y="441"/>
                      <a:pt x="143" y="371"/>
                      <a:pt x="74" y="333"/>
                    </a:cubicBezTo>
                    <a:cubicBezTo>
                      <a:pt x="5" y="295"/>
                      <a:pt x="0" y="278"/>
                      <a:pt x="30" y="244"/>
                    </a:cubicBezTo>
                    <a:cubicBezTo>
                      <a:pt x="60" y="210"/>
                      <a:pt x="141" y="141"/>
                      <a:pt x="263" y="117"/>
                    </a:cubicBezTo>
                    <a:close/>
                  </a:path>
                </a:pathLst>
              </a:custGeom>
              <a:pattFill prst="pct10">
                <a:fgClr>
                  <a:srgbClr val="404040">
                    <a:alpha val="100000"/>
                  </a:srgbClr>
                </a:fgClr>
                <a:bgClr>
                  <a:srgbClr val="FFFFFF">
                    <a:alpha val="100000"/>
                  </a:srgbClr>
                </a:bgClr>
              </a:patt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1073750848" name="椭圆 1073750847"/>
            <p:cNvSpPr/>
            <p:nvPr/>
          </p:nvSpPr>
          <p:spPr>
            <a:xfrm>
              <a:off x="5693" y="6141"/>
              <a:ext cx="88" cy="88"/>
            </a:xfrm>
            <a:prstGeom prst="ellipse">
              <a:avLst/>
            </a:prstGeom>
            <a:solidFill>
              <a:srgbClr val="404040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73750849" name="文本框 1073750848"/>
            <p:cNvSpPr txBox="1"/>
            <p:nvPr/>
          </p:nvSpPr>
          <p:spPr>
            <a:xfrm>
              <a:off x="5240" y="6261"/>
              <a:ext cx="880" cy="2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/>
            <a:p>
              <a:pPr algn="ctr"/>
              <a:r>
                <a:rPr lang="zh-CN" altLang="en-US"/>
                <a:t>瓜州</a:t>
              </a:r>
              <a:endParaRPr lang="zh-CN" altLang="en-US"/>
            </a:p>
            <a:p>
              <a:endParaRPr lang="zh-CN" altLang="en-US"/>
            </a:p>
          </p:txBody>
        </p:sp>
        <p:grpSp>
          <p:nvGrpSpPr>
            <p:cNvPr id="1073750850" name="组合 1073750849"/>
            <p:cNvGrpSpPr/>
            <p:nvPr/>
          </p:nvGrpSpPr>
          <p:grpSpPr>
            <a:xfrm>
              <a:off x="5647" y="5321"/>
              <a:ext cx="896" cy="284"/>
              <a:chOff x="5257" y="11125"/>
              <a:chExt cx="990" cy="313"/>
            </a:xfrm>
          </p:grpSpPr>
          <p:grpSp>
            <p:nvGrpSpPr>
              <p:cNvPr id="1073750851" name="组合 1073750850"/>
              <p:cNvGrpSpPr/>
              <p:nvPr/>
            </p:nvGrpSpPr>
            <p:grpSpPr>
              <a:xfrm>
                <a:off x="5378" y="11198"/>
                <a:ext cx="195" cy="135"/>
                <a:chOff x="3398" y="12945"/>
                <a:chExt cx="195" cy="135"/>
              </a:xfrm>
            </p:grpSpPr>
            <p:cxnSp>
              <p:nvCxnSpPr>
                <p:cNvPr id="1073750852" name="直接箭头连接符 1073750851"/>
                <p:cNvCxnSpPr/>
                <p:nvPr/>
              </p:nvCxnSpPr>
              <p:spPr>
                <a:xfrm flipH="1">
                  <a:off x="3398" y="12945"/>
                  <a:ext cx="172" cy="135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853" name="直接箭头连接符 1073750852"/>
                <p:cNvCxnSpPr/>
                <p:nvPr/>
              </p:nvCxnSpPr>
              <p:spPr>
                <a:xfrm>
                  <a:off x="3540" y="12968"/>
                  <a:ext cx="53" cy="92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854" name="直接箭头连接符 1073750853"/>
                <p:cNvCxnSpPr/>
                <p:nvPr/>
              </p:nvCxnSpPr>
              <p:spPr>
                <a:xfrm flipH="1">
                  <a:off x="3518" y="12968"/>
                  <a:ext cx="30" cy="92"/>
                </a:xfrm>
                <a:prstGeom prst="straightConnector1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073750855" name="组合 1073750854"/>
              <p:cNvGrpSpPr/>
              <p:nvPr/>
            </p:nvGrpSpPr>
            <p:grpSpPr>
              <a:xfrm>
                <a:off x="5257" y="11125"/>
                <a:ext cx="195" cy="135"/>
                <a:chOff x="3398" y="12945"/>
                <a:chExt cx="195" cy="135"/>
              </a:xfrm>
            </p:grpSpPr>
            <p:cxnSp>
              <p:nvCxnSpPr>
                <p:cNvPr id="1073750856" name="直接箭头连接符 1073750855"/>
                <p:cNvCxnSpPr/>
                <p:nvPr/>
              </p:nvCxnSpPr>
              <p:spPr>
                <a:xfrm flipH="1">
                  <a:off x="3398" y="12945"/>
                  <a:ext cx="172" cy="135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857" name="直接箭头连接符 1073750856"/>
                <p:cNvCxnSpPr/>
                <p:nvPr/>
              </p:nvCxnSpPr>
              <p:spPr>
                <a:xfrm>
                  <a:off x="3540" y="12968"/>
                  <a:ext cx="53" cy="92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858" name="直接箭头连接符 1073750857"/>
                <p:cNvCxnSpPr/>
                <p:nvPr/>
              </p:nvCxnSpPr>
              <p:spPr>
                <a:xfrm flipH="1">
                  <a:off x="3518" y="12968"/>
                  <a:ext cx="30" cy="92"/>
                </a:xfrm>
                <a:prstGeom prst="straightConnector1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073750859" name="组合 1073750858"/>
              <p:cNvGrpSpPr/>
              <p:nvPr/>
            </p:nvGrpSpPr>
            <p:grpSpPr>
              <a:xfrm>
                <a:off x="5715" y="11240"/>
                <a:ext cx="195" cy="135"/>
                <a:chOff x="3398" y="12945"/>
                <a:chExt cx="195" cy="135"/>
              </a:xfrm>
            </p:grpSpPr>
            <p:cxnSp>
              <p:nvCxnSpPr>
                <p:cNvPr id="1073750860" name="直接箭头连接符 1073750859"/>
                <p:cNvCxnSpPr/>
                <p:nvPr/>
              </p:nvCxnSpPr>
              <p:spPr>
                <a:xfrm flipH="1">
                  <a:off x="3398" y="12945"/>
                  <a:ext cx="172" cy="135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861" name="直接箭头连接符 1073750860"/>
                <p:cNvCxnSpPr/>
                <p:nvPr/>
              </p:nvCxnSpPr>
              <p:spPr>
                <a:xfrm>
                  <a:off x="3540" y="12968"/>
                  <a:ext cx="53" cy="92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862" name="直接箭头连接符 1073750861"/>
                <p:cNvCxnSpPr/>
                <p:nvPr/>
              </p:nvCxnSpPr>
              <p:spPr>
                <a:xfrm flipH="1">
                  <a:off x="3518" y="12968"/>
                  <a:ext cx="30" cy="92"/>
                </a:xfrm>
                <a:prstGeom prst="straightConnector1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073750863" name="组合 1073750862"/>
              <p:cNvGrpSpPr/>
              <p:nvPr/>
            </p:nvGrpSpPr>
            <p:grpSpPr>
              <a:xfrm>
                <a:off x="5594" y="11167"/>
                <a:ext cx="195" cy="135"/>
                <a:chOff x="3398" y="12945"/>
                <a:chExt cx="195" cy="135"/>
              </a:xfrm>
            </p:grpSpPr>
            <p:cxnSp>
              <p:nvCxnSpPr>
                <p:cNvPr id="1073750864" name="直接箭头连接符 1073750863"/>
                <p:cNvCxnSpPr/>
                <p:nvPr/>
              </p:nvCxnSpPr>
              <p:spPr>
                <a:xfrm flipH="1">
                  <a:off x="3398" y="12945"/>
                  <a:ext cx="172" cy="135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865" name="直接箭头连接符 1073750864"/>
                <p:cNvCxnSpPr/>
                <p:nvPr/>
              </p:nvCxnSpPr>
              <p:spPr>
                <a:xfrm>
                  <a:off x="3540" y="12968"/>
                  <a:ext cx="53" cy="92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866" name="直接箭头连接符 1073750865"/>
                <p:cNvCxnSpPr/>
                <p:nvPr/>
              </p:nvCxnSpPr>
              <p:spPr>
                <a:xfrm flipH="1">
                  <a:off x="3518" y="12968"/>
                  <a:ext cx="30" cy="92"/>
                </a:xfrm>
                <a:prstGeom prst="straightConnector1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073750867" name="组合 1073750866"/>
              <p:cNvGrpSpPr/>
              <p:nvPr/>
            </p:nvGrpSpPr>
            <p:grpSpPr>
              <a:xfrm>
                <a:off x="6052" y="11303"/>
                <a:ext cx="195" cy="135"/>
                <a:chOff x="3398" y="12945"/>
                <a:chExt cx="195" cy="135"/>
              </a:xfrm>
            </p:grpSpPr>
            <p:cxnSp>
              <p:nvCxnSpPr>
                <p:cNvPr id="1073750868" name="直接箭头连接符 1073750867"/>
                <p:cNvCxnSpPr/>
                <p:nvPr/>
              </p:nvCxnSpPr>
              <p:spPr>
                <a:xfrm flipH="1">
                  <a:off x="3398" y="12945"/>
                  <a:ext cx="172" cy="135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869" name="直接箭头连接符 1073750868"/>
                <p:cNvCxnSpPr/>
                <p:nvPr/>
              </p:nvCxnSpPr>
              <p:spPr>
                <a:xfrm>
                  <a:off x="3540" y="12968"/>
                  <a:ext cx="53" cy="92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870" name="直接箭头连接符 1073750869"/>
                <p:cNvCxnSpPr/>
                <p:nvPr/>
              </p:nvCxnSpPr>
              <p:spPr>
                <a:xfrm flipH="1">
                  <a:off x="3518" y="12968"/>
                  <a:ext cx="30" cy="92"/>
                </a:xfrm>
                <a:prstGeom prst="straightConnector1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073750871" name="组合 1073750870"/>
              <p:cNvGrpSpPr/>
              <p:nvPr/>
            </p:nvGrpSpPr>
            <p:grpSpPr>
              <a:xfrm>
                <a:off x="5931" y="11230"/>
                <a:ext cx="195" cy="135"/>
                <a:chOff x="3398" y="12945"/>
                <a:chExt cx="195" cy="135"/>
              </a:xfrm>
            </p:grpSpPr>
            <p:cxnSp>
              <p:nvCxnSpPr>
                <p:cNvPr id="1073750872" name="直接箭头连接符 1073750871"/>
                <p:cNvCxnSpPr/>
                <p:nvPr/>
              </p:nvCxnSpPr>
              <p:spPr>
                <a:xfrm flipH="1">
                  <a:off x="3398" y="12945"/>
                  <a:ext cx="172" cy="135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873" name="直接箭头连接符 1073750872"/>
                <p:cNvCxnSpPr/>
                <p:nvPr/>
              </p:nvCxnSpPr>
              <p:spPr>
                <a:xfrm>
                  <a:off x="3540" y="12968"/>
                  <a:ext cx="53" cy="92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874" name="直接箭头连接符 1073750873"/>
                <p:cNvCxnSpPr/>
                <p:nvPr/>
              </p:nvCxnSpPr>
              <p:spPr>
                <a:xfrm flipH="1">
                  <a:off x="3518" y="12968"/>
                  <a:ext cx="30" cy="92"/>
                </a:xfrm>
                <a:prstGeom prst="straightConnector1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073751016" name="组合 1073751015"/>
            <p:cNvGrpSpPr/>
            <p:nvPr/>
          </p:nvGrpSpPr>
          <p:grpSpPr>
            <a:xfrm>
              <a:off x="4898" y="5812"/>
              <a:ext cx="200" cy="266"/>
              <a:chOff x="2961" y="10374"/>
              <a:chExt cx="222" cy="296"/>
            </a:xfrm>
          </p:grpSpPr>
          <p:cxnSp>
            <p:nvCxnSpPr>
              <p:cNvPr id="1073751017" name="直接箭头连接符 1073751016"/>
              <p:cNvCxnSpPr/>
              <p:nvPr/>
            </p:nvCxnSpPr>
            <p:spPr>
              <a:xfrm>
                <a:off x="3064" y="10480"/>
                <a:ext cx="0" cy="190"/>
              </a:xfrm>
              <a:prstGeom prst="straightConnector1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cxnSp>
          <p:sp>
            <p:nvSpPr>
              <p:cNvPr id="1073751018" name="任意多边形 1073751017"/>
              <p:cNvSpPr/>
              <p:nvPr/>
            </p:nvSpPr>
            <p:spPr>
              <a:xfrm>
                <a:off x="3024" y="10374"/>
                <a:ext cx="46" cy="93"/>
              </a:xfrm>
              <a:custGeom>
                <a:avLst/>
                <a:gdLst/>
                <a:ahLst/>
                <a:cxnLst/>
                <a:pathLst>
                  <a:path w="46" h="93">
                    <a:moveTo>
                      <a:pt x="0" y="0"/>
                    </a:moveTo>
                    <a:lnTo>
                      <a:pt x="21" y="75"/>
                    </a:lnTo>
                    <a:lnTo>
                      <a:pt x="24" y="93"/>
                    </a:lnTo>
                    <a:lnTo>
                      <a:pt x="46" y="7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3751019" name="任意多边形 1073751018"/>
              <p:cNvSpPr/>
              <p:nvPr/>
            </p:nvSpPr>
            <p:spPr>
              <a:xfrm>
                <a:off x="3087" y="10452"/>
                <a:ext cx="96" cy="30"/>
              </a:xfrm>
              <a:custGeom>
                <a:avLst/>
                <a:gdLst/>
                <a:ahLst/>
                <a:cxnLst/>
                <a:pathLst>
                  <a:path w="96" h="30">
                    <a:moveTo>
                      <a:pt x="0" y="0"/>
                    </a:moveTo>
                    <a:lnTo>
                      <a:pt x="0" y="30"/>
                    </a:lnTo>
                    <a:lnTo>
                      <a:pt x="96" y="1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3751020" name="任意多边形 1073751019"/>
              <p:cNvSpPr/>
              <p:nvPr/>
            </p:nvSpPr>
            <p:spPr>
              <a:xfrm>
                <a:off x="2961" y="10476"/>
                <a:ext cx="78" cy="48"/>
              </a:xfrm>
              <a:custGeom>
                <a:avLst/>
                <a:gdLst/>
                <a:ahLst/>
                <a:cxnLst/>
                <a:pathLst>
                  <a:path w="78" h="48">
                    <a:moveTo>
                      <a:pt x="0" y="48"/>
                    </a:moveTo>
                    <a:lnTo>
                      <a:pt x="78" y="0"/>
                    </a:lnTo>
                    <a:lnTo>
                      <a:pt x="78" y="27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1073751021" name="组合 1073751020"/>
            <p:cNvGrpSpPr/>
            <p:nvPr/>
          </p:nvGrpSpPr>
          <p:grpSpPr>
            <a:xfrm>
              <a:off x="5232" y="5856"/>
              <a:ext cx="200" cy="266"/>
              <a:chOff x="2961" y="10374"/>
              <a:chExt cx="222" cy="296"/>
            </a:xfrm>
          </p:grpSpPr>
          <p:cxnSp>
            <p:nvCxnSpPr>
              <p:cNvPr id="1073751022" name="直接箭头连接符 1073751021"/>
              <p:cNvCxnSpPr/>
              <p:nvPr/>
            </p:nvCxnSpPr>
            <p:spPr>
              <a:xfrm>
                <a:off x="3064" y="10480"/>
                <a:ext cx="0" cy="190"/>
              </a:xfrm>
              <a:prstGeom prst="straightConnector1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cxnSp>
          <p:sp>
            <p:nvSpPr>
              <p:cNvPr id="1073751023" name="任意多边形 1073751022"/>
              <p:cNvSpPr/>
              <p:nvPr/>
            </p:nvSpPr>
            <p:spPr>
              <a:xfrm>
                <a:off x="3024" y="10374"/>
                <a:ext cx="46" cy="93"/>
              </a:xfrm>
              <a:custGeom>
                <a:avLst/>
                <a:gdLst/>
                <a:ahLst/>
                <a:cxnLst/>
                <a:pathLst>
                  <a:path w="46" h="93">
                    <a:moveTo>
                      <a:pt x="0" y="0"/>
                    </a:moveTo>
                    <a:lnTo>
                      <a:pt x="21" y="75"/>
                    </a:lnTo>
                    <a:lnTo>
                      <a:pt x="24" y="93"/>
                    </a:lnTo>
                    <a:lnTo>
                      <a:pt x="46" y="7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3751024" name="任意多边形 1073751023"/>
              <p:cNvSpPr/>
              <p:nvPr/>
            </p:nvSpPr>
            <p:spPr>
              <a:xfrm>
                <a:off x="3087" y="10452"/>
                <a:ext cx="96" cy="30"/>
              </a:xfrm>
              <a:custGeom>
                <a:avLst/>
                <a:gdLst/>
                <a:ahLst/>
                <a:cxnLst/>
                <a:pathLst>
                  <a:path w="96" h="30">
                    <a:moveTo>
                      <a:pt x="0" y="0"/>
                    </a:moveTo>
                    <a:lnTo>
                      <a:pt x="0" y="30"/>
                    </a:lnTo>
                    <a:lnTo>
                      <a:pt x="96" y="1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3751025" name="任意多边形 1073751024"/>
              <p:cNvSpPr/>
              <p:nvPr/>
            </p:nvSpPr>
            <p:spPr>
              <a:xfrm>
                <a:off x="2961" y="10476"/>
                <a:ext cx="78" cy="48"/>
              </a:xfrm>
              <a:custGeom>
                <a:avLst/>
                <a:gdLst/>
                <a:ahLst/>
                <a:cxnLst/>
                <a:pathLst>
                  <a:path w="78" h="48">
                    <a:moveTo>
                      <a:pt x="0" y="48"/>
                    </a:moveTo>
                    <a:lnTo>
                      <a:pt x="78" y="0"/>
                    </a:lnTo>
                    <a:lnTo>
                      <a:pt x="78" y="27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1073751026" name="组合 1073751025"/>
            <p:cNvGrpSpPr/>
            <p:nvPr/>
          </p:nvGrpSpPr>
          <p:grpSpPr>
            <a:xfrm>
              <a:off x="5611" y="5812"/>
              <a:ext cx="200" cy="266"/>
              <a:chOff x="2961" y="10374"/>
              <a:chExt cx="222" cy="296"/>
            </a:xfrm>
          </p:grpSpPr>
          <p:cxnSp>
            <p:nvCxnSpPr>
              <p:cNvPr id="1073751027" name="直接箭头连接符 1073751026"/>
              <p:cNvCxnSpPr/>
              <p:nvPr/>
            </p:nvCxnSpPr>
            <p:spPr>
              <a:xfrm>
                <a:off x="3064" y="10480"/>
                <a:ext cx="0" cy="190"/>
              </a:xfrm>
              <a:prstGeom prst="straightConnector1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cxnSp>
          <p:sp>
            <p:nvSpPr>
              <p:cNvPr id="1073751028" name="任意多边形 1073751027"/>
              <p:cNvSpPr/>
              <p:nvPr/>
            </p:nvSpPr>
            <p:spPr>
              <a:xfrm>
                <a:off x="3024" y="10374"/>
                <a:ext cx="46" cy="93"/>
              </a:xfrm>
              <a:custGeom>
                <a:avLst/>
                <a:gdLst/>
                <a:ahLst/>
                <a:cxnLst/>
                <a:pathLst>
                  <a:path w="46" h="93">
                    <a:moveTo>
                      <a:pt x="0" y="0"/>
                    </a:moveTo>
                    <a:lnTo>
                      <a:pt x="21" y="75"/>
                    </a:lnTo>
                    <a:lnTo>
                      <a:pt x="24" y="93"/>
                    </a:lnTo>
                    <a:lnTo>
                      <a:pt x="46" y="7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3751029" name="任意多边形 1073751028"/>
              <p:cNvSpPr/>
              <p:nvPr/>
            </p:nvSpPr>
            <p:spPr>
              <a:xfrm>
                <a:off x="3087" y="10452"/>
                <a:ext cx="96" cy="30"/>
              </a:xfrm>
              <a:custGeom>
                <a:avLst/>
                <a:gdLst/>
                <a:ahLst/>
                <a:cxnLst/>
                <a:pathLst>
                  <a:path w="96" h="30">
                    <a:moveTo>
                      <a:pt x="0" y="0"/>
                    </a:moveTo>
                    <a:lnTo>
                      <a:pt x="0" y="30"/>
                    </a:lnTo>
                    <a:lnTo>
                      <a:pt x="96" y="1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3751030" name="任意多边形 1073751029"/>
              <p:cNvSpPr/>
              <p:nvPr/>
            </p:nvSpPr>
            <p:spPr>
              <a:xfrm>
                <a:off x="2961" y="10476"/>
                <a:ext cx="78" cy="48"/>
              </a:xfrm>
              <a:custGeom>
                <a:avLst/>
                <a:gdLst/>
                <a:ahLst/>
                <a:cxnLst/>
                <a:pathLst>
                  <a:path w="78" h="48">
                    <a:moveTo>
                      <a:pt x="0" y="48"/>
                    </a:moveTo>
                    <a:lnTo>
                      <a:pt x="78" y="0"/>
                    </a:lnTo>
                    <a:lnTo>
                      <a:pt x="78" y="27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1073751031" name="组合 1073751030"/>
            <p:cNvGrpSpPr/>
            <p:nvPr/>
          </p:nvGrpSpPr>
          <p:grpSpPr>
            <a:xfrm>
              <a:off x="5989" y="6002"/>
              <a:ext cx="200" cy="266"/>
              <a:chOff x="2961" y="10374"/>
              <a:chExt cx="222" cy="296"/>
            </a:xfrm>
          </p:grpSpPr>
          <p:cxnSp>
            <p:nvCxnSpPr>
              <p:cNvPr id="1073751032" name="直接箭头连接符 1073751031"/>
              <p:cNvCxnSpPr/>
              <p:nvPr/>
            </p:nvCxnSpPr>
            <p:spPr>
              <a:xfrm>
                <a:off x="3064" y="10480"/>
                <a:ext cx="0" cy="190"/>
              </a:xfrm>
              <a:prstGeom prst="straightConnector1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cxnSp>
          <p:sp>
            <p:nvSpPr>
              <p:cNvPr id="1073751033" name="任意多边形 1073751032"/>
              <p:cNvSpPr/>
              <p:nvPr/>
            </p:nvSpPr>
            <p:spPr>
              <a:xfrm>
                <a:off x="3024" y="10374"/>
                <a:ext cx="46" cy="93"/>
              </a:xfrm>
              <a:custGeom>
                <a:avLst/>
                <a:gdLst/>
                <a:ahLst/>
                <a:cxnLst/>
                <a:pathLst>
                  <a:path w="46" h="93">
                    <a:moveTo>
                      <a:pt x="0" y="0"/>
                    </a:moveTo>
                    <a:lnTo>
                      <a:pt x="21" y="75"/>
                    </a:lnTo>
                    <a:lnTo>
                      <a:pt x="24" y="93"/>
                    </a:lnTo>
                    <a:lnTo>
                      <a:pt x="46" y="7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3751034" name="任意多边形 1073751033"/>
              <p:cNvSpPr/>
              <p:nvPr/>
            </p:nvSpPr>
            <p:spPr>
              <a:xfrm>
                <a:off x="3087" y="10452"/>
                <a:ext cx="96" cy="30"/>
              </a:xfrm>
              <a:custGeom>
                <a:avLst/>
                <a:gdLst/>
                <a:ahLst/>
                <a:cxnLst/>
                <a:pathLst>
                  <a:path w="96" h="30">
                    <a:moveTo>
                      <a:pt x="0" y="0"/>
                    </a:moveTo>
                    <a:lnTo>
                      <a:pt x="0" y="30"/>
                    </a:lnTo>
                    <a:lnTo>
                      <a:pt x="96" y="1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3751035" name="任意多边形 1073751034"/>
              <p:cNvSpPr/>
              <p:nvPr/>
            </p:nvSpPr>
            <p:spPr>
              <a:xfrm>
                <a:off x="2961" y="10476"/>
                <a:ext cx="78" cy="48"/>
              </a:xfrm>
              <a:custGeom>
                <a:avLst/>
                <a:gdLst/>
                <a:ahLst/>
                <a:cxnLst/>
                <a:pathLst>
                  <a:path w="78" h="48">
                    <a:moveTo>
                      <a:pt x="0" y="48"/>
                    </a:moveTo>
                    <a:lnTo>
                      <a:pt x="78" y="0"/>
                    </a:lnTo>
                    <a:lnTo>
                      <a:pt x="78" y="27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rgbClr val="000000">
                  <a:alpha val="100000"/>
                </a:srgbClr>
              </a:solidFill>
              <a:ln w="9525" cap="flat" cmpd="sng">
                <a:solidFill>
                  <a:srgbClr val="000000">
                    <a:alpha val="100000"/>
                  </a:srgbClr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cxnSp>
          <p:nvCxnSpPr>
            <p:cNvPr id="1073751036" name="直接箭头连接符 1073751035"/>
            <p:cNvCxnSpPr/>
            <p:nvPr/>
          </p:nvCxnSpPr>
          <p:spPr>
            <a:xfrm>
              <a:off x="3077" y="6635"/>
              <a:ext cx="6204" cy="2"/>
            </a:xfrm>
            <a:prstGeom prst="straightConnector1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073751037" name="直接箭头连接符 1073751036"/>
            <p:cNvCxnSpPr/>
            <p:nvPr/>
          </p:nvCxnSpPr>
          <p:spPr>
            <a:xfrm flipV="1">
              <a:off x="5090" y="4325"/>
              <a:ext cx="2" cy="3798"/>
            </a:xfrm>
            <a:prstGeom prst="straightConnector1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073751038" name="直接箭头连接符 1073751037"/>
            <p:cNvCxnSpPr/>
            <p:nvPr/>
          </p:nvCxnSpPr>
          <p:spPr>
            <a:xfrm flipV="1">
              <a:off x="9280" y="4377"/>
              <a:ext cx="2" cy="3738"/>
            </a:xfrm>
            <a:prstGeom prst="straightConnector1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073751039" name="任意多边形 1073751038"/>
            <p:cNvSpPr/>
            <p:nvPr/>
          </p:nvSpPr>
          <p:spPr>
            <a:xfrm>
              <a:off x="3106" y="4471"/>
              <a:ext cx="6042" cy="3564"/>
            </a:xfrm>
            <a:custGeom>
              <a:avLst/>
              <a:gdLst/>
              <a:ahLst/>
              <a:cxnLst/>
              <a:pathLst>
                <a:path w="6673" h="3936">
                  <a:moveTo>
                    <a:pt x="2562" y="997"/>
                  </a:moveTo>
                  <a:cubicBezTo>
                    <a:pt x="2542" y="981"/>
                    <a:pt x="2508" y="860"/>
                    <a:pt x="2472" y="840"/>
                  </a:cubicBezTo>
                  <a:cubicBezTo>
                    <a:pt x="2436" y="820"/>
                    <a:pt x="2382" y="861"/>
                    <a:pt x="2345" y="877"/>
                  </a:cubicBezTo>
                  <a:cubicBezTo>
                    <a:pt x="2308" y="893"/>
                    <a:pt x="2276" y="913"/>
                    <a:pt x="2247" y="937"/>
                  </a:cubicBezTo>
                  <a:cubicBezTo>
                    <a:pt x="2218" y="961"/>
                    <a:pt x="2206" y="1001"/>
                    <a:pt x="2172" y="1020"/>
                  </a:cubicBezTo>
                  <a:cubicBezTo>
                    <a:pt x="2138" y="1039"/>
                    <a:pt x="2086" y="1038"/>
                    <a:pt x="2045" y="1050"/>
                  </a:cubicBezTo>
                  <a:cubicBezTo>
                    <a:pt x="2004" y="1062"/>
                    <a:pt x="1970" y="1072"/>
                    <a:pt x="1925" y="1095"/>
                  </a:cubicBezTo>
                  <a:cubicBezTo>
                    <a:pt x="1880" y="1118"/>
                    <a:pt x="1824" y="1154"/>
                    <a:pt x="1775" y="1185"/>
                  </a:cubicBezTo>
                  <a:cubicBezTo>
                    <a:pt x="1726" y="1216"/>
                    <a:pt x="1682" y="1242"/>
                    <a:pt x="1632" y="1282"/>
                  </a:cubicBezTo>
                  <a:cubicBezTo>
                    <a:pt x="1582" y="1322"/>
                    <a:pt x="1520" y="1378"/>
                    <a:pt x="1475" y="1425"/>
                  </a:cubicBezTo>
                  <a:cubicBezTo>
                    <a:pt x="1430" y="1472"/>
                    <a:pt x="1384" y="1528"/>
                    <a:pt x="1362" y="1567"/>
                  </a:cubicBezTo>
                  <a:cubicBezTo>
                    <a:pt x="1340" y="1606"/>
                    <a:pt x="1350" y="1628"/>
                    <a:pt x="1340" y="1657"/>
                  </a:cubicBezTo>
                  <a:cubicBezTo>
                    <a:pt x="1330" y="1686"/>
                    <a:pt x="1342" y="1724"/>
                    <a:pt x="1302" y="1740"/>
                  </a:cubicBezTo>
                  <a:cubicBezTo>
                    <a:pt x="1262" y="1756"/>
                    <a:pt x="1196" y="1746"/>
                    <a:pt x="1100" y="1755"/>
                  </a:cubicBezTo>
                  <a:cubicBezTo>
                    <a:pt x="1004" y="1764"/>
                    <a:pt x="809" y="1786"/>
                    <a:pt x="725" y="1792"/>
                  </a:cubicBezTo>
                  <a:cubicBezTo>
                    <a:pt x="641" y="1798"/>
                    <a:pt x="619" y="1762"/>
                    <a:pt x="597" y="1792"/>
                  </a:cubicBezTo>
                  <a:cubicBezTo>
                    <a:pt x="575" y="1822"/>
                    <a:pt x="602" y="1923"/>
                    <a:pt x="590" y="1972"/>
                  </a:cubicBezTo>
                  <a:cubicBezTo>
                    <a:pt x="578" y="2021"/>
                    <a:pt x="546" y="2046"/>
                    <a:pt x="522" y="2085"/>
                  </a:cubicBezTo>
                  <a:cubicBezTo>
                    <a:pt x="498" y="2124"/>
                    <a:pt x="463" y="2161"/>
                    <a:pt x="447" y="2205"/>
                  </a:cubicBezTo>
                  <a:cubicBezTo>
                    <a:pt x="431" y="2249"/>
                    <a:pt x="437" y="2290"/>
                    <a:pt x="425" y="2347"/>
                  </a:cubicBezTo>
                  <a:cubicBezTo>
                    <a:pt x="413" y="2404"/>
                    <a:pt x="393" y="2490"/>
                    <a:pt x="372" y="2550"/>
                  </a:cubicBezTo>
                  <a:cubicBezTo>
                    <a:pt x="351" y="2610"/>
                    <a:pt x="324" y="2666"/>
                    <a:pt x="297" y="2707"/>
                  </a:cubicBezTo>
                  <a:cubicBezTo>
                    <a:pt x="270" y="2748"/>
                    <a:pt x="242" y="2768"/>
                    <a:pt x="207" y="2797"/>
                  </a:cubicBezTo>
                  <a:cubicBezTo>
                    <a:pt x="172" y="2826"/>
                    <a:pt x="119" y="2860"/>
                    <a:pt x="87" y="2880"/>
                  </a:cubicBezTo>
                  <a:cubicBezTo>
                    <a:pt x="55" y="2900"/>
                    <a:pt x="21" y="2897"/>
                    <a:pt x="12" y="2917"/>
                  </a:cubicBezTo>
                  <a:cubicBezTo>
                    <a:pt x="3" y="2937"/>
                    <a:pt x="35" y="2973"/>
                    <a:pt x="35" y="3000"/>
                  </a:cubicBezTo>
                  <a:cubicBezTo>
                    <a:pt x="35" y="3027"/>
                    <a:pt x="0" y="3061"/>
                    <a:pt x="12" y="3082"/>
                  </a:cubicBezTo>
                  <a:cubicBezTo>
                    <a:pt x="24" y="3103"/>
                    <a:pt x="84" y="3136"/>
                    <a:pt x="110" y="3127"/>
                  </a:cubicBezTo>
                  <a:cubicBezTo>
                    <a:pt x="136" y="3118"/>
                    <a:pt x="132" y="3043"/>
                    <a:pt x="170" y="3030"/>
                  </a:cubicBezTo>
                  <a:cubicBezTo>
                    <a:pt x="208" y="3017"/>
                    <a:pt x="280" y="3053"/>
                    <a:pt x="335" y="3052"/>
                  </a:cubicBezTo>
                  <a:cubicBezTo>
                    <a:pt x="390" y="3051"/>
                    <a:pt x="463" y="3029"/>
                    <a:pt x="500" y="3022"/>
                  </a:cubicBezTo>
                  <a:cubicBezTo>
                    <a:pt x="537" y="3015"/>
                    <a:pt x="543" y="3007"/>
                    <a:pt x="560" y="3007"/>
                  </a:cubicBezTo>
                  <a:cubicBezTo>
                    <a:pt x="577" y="3007"/>
                    <a:pt x="581" y="3023"/>
                    <a:pt x="605" y="3022"/>
                  </a:cubicBezTo>
                  <a:cubicBezTo>
                    <a:pt x="629" y="3021"/>
                    <a:pt x="687" y="2991"/>
                    <a:pt x="702" y="3000"/>
                  </a:cubicBezTo>
                  <a:cubicBezTo>
                    <a:pt x="717" y="3009"/>
                    <a:pt x="689" y="3054"/>
                    <a:pt x="695" y="3075"/>
                  </a:cubicBezTo>
                  <a:cubicBezTo>
                    <a:pt x="701" y="3096"/>
                    <a:pt x="736" y="3102"/>
                    <a:pt x="740" y="3127"/>
                  </a:cubicBezTo>
                  <a:cubicBezTo>
                    <a:pt x="744" y="3152"/>
                    <a:pt x="700" y="3205"/>
                    <a:pt x="717" y="3225"/>
                  </a:cubicBezTo>
                  <a:cubicBezTo>
                    <a:pt x="734" y="3245"/>
                    <a:pt x="780" y="3245"/>
                    <a:pt x="845" y="3247"/>
                  </a:cubicBezTo>
                  <a:cubicBezTo>
                    <a:pt x="910" y="3249"/>
                    <a:pt x="1046" y="3242"/>
                    <a:pt x="1107" y="3240"/>
                  </a:cubicBezTo>
                  <a:cubicBezTo>
                    <a:pt x="1168" y="3238"/>
                    <a:pt x="1182" y="3227"/>
                    <a:pt x="1212" y="3232"/>
                  </a:cubicBezTo>
                  <a:cubicBezTo>
                    <a:pt x="1242" y="3237"/>
                    <a:pt x="1263" y="3261"/>
                    <a:pt x="1287" y="3270"/>
                  </a:cubicBezTo>
                  <a:cubicBezTo>
                    <a:pt x="1311" y="3279"/>
                    <a:pt x="1364" y="3275"/>
                    <a:pt x="1355" y="3285"/>
                  </a:cubicBezTo>
                  <a:cubicBezTo>
                    <a:pt x="1346" y="3295"/>
                    <a:pt x="1244" y="3313"/>
                    <a:pt x="1235" y="3330"/>
                  </a:cubicBezTo>
                  <a:cubicBezTo>
                    <a:pt x="1226" y="3347"/>
                    <a:pt x="1263" y="3376"/>
                    <a:pt x="1302" y="3390"/>
                  </a:cubicBezTo>
                  <a:cubicBezTo>
                    <a:pt x="1341" y="3404"/>
                    <a:pt x="1398" y="3411"/>
                    <a:pt x="1467" y="3412"/>
                  </a:cubicBezTo>
                  <a:cubicBezTo>
                    <a:pt x="1536" y="3413"/>
                    <a:pt x="1665" y="3383"/>
                    <a:pt x="1715" y="3397"/>
                  </a:cubicBezTo>
                  <a:cubicBezTo>
                    <a:pt x="1765" y="3411"/>
                    <a:pt x="1747" y="3454"/>
                    <a:pt x="1767" y="3495"/>
                  </a:cubicBezTo>
                  <a:cubicBezTo>
                    <a:pt x="1787" y="3536"/>
                    <a:pt x="1821" y="3604"/>
                    <a:pt x="1835" y="3645"/>
                  </a:cubicBezTo>
                  <a:cubicBezTo>
                    <a:pt x="1849" y="3686"/>
                    <a:pt x="1824" y="3732"/>
                    <a:pt x="1850" y="3742"/>
                  </a:cubicBezTo>
                  <a:cubicBezTo>
                    <a:pt x="1876" y="3752"/>
                    <a:pt x="1946" y="3710"/>
                    <a:pt x="1992" y="3705"/>
                  </a:cubicBezTo>
                  <a:cubicBezTo>
                    <a:pt x="2038" y="3700"/>
                    <a:pt x="2083" y="3716"/>
                    <a:pt x="2127" y="3712"/>
                  </a:cubicBezTo>
                  <a:cubicBezTo>
                    <a:pt x="2171" y="3708"/>
                    <a:pt x="2211" y="3682"/>
                    <a:pt x="2255" y="3682"/>
                  </a:cubicBezTo>
                  <a:cubicBezTo>
                    <a:pt x="2299" y="3682"/>
                    <a:pt x="2349" y="3695"/>
                    <a:pt x="2390" y="3712"/>
                  </a:cubicBezTo>
                  <a:cubicBezTo>
                    <a:pt x="2431" y="3729"/>
                    <a:pt x="2456" y="3773"/>
                    <a:pt x="2502" y="3787"/>
                  </a:cubicBezTo>
                  <a:cubicBezTo>
                    <a:pt x="2548" y="3801"/>
                    <a:pt x="2631" y="3793"/>
                    <a:pt x="2667" y="3795"/>
                  </a:cubicBezTo>
                  <a:cubicBezTo>
                    <a:pt x="2703" y="3797"/>
                    <a:pt x="2699" y="3808"/>
                    <a:pt x="2720" y="3802"/>
                  </a:cubicBezTo>
                  <a:cubicBezTo>
                    <a:pt x="2741" y="3796"/>
                    <a:pt x="2765" y="3768"/>
                    <a:pt x="2795" y="3757"/>
                  </a:cubicBezTo>
                  <a:cubicBezTo>
                    <a:pt x="2825" y="3746"/>
                    <a:pt x="2870" y="3735"/>
                    <a:pt x="2900" y="3735"/>
                  </a:cubicBezTo>
                  <a:cubicBezTo>
                    <a:pt x="2930" y="3735"/>
                    <a:pt x="2949" y="3745"/>
                    <a:pt x="2975" y="3757"/>
                  </a:cubicBezTo>
                  <a:cubicBezTo>
                    <a:pt x="3001" y="3769"/>
                    <a:pt x="3036" y="3796"/>
                    <a:pt x="3057" y="3810"/>
                  </a:cubicBezTo>
                  <a:cubicBezTo>
                    <a:pt x="3078" y="3824"/>
                    <a:pt x="3079" y="3825"/>
                    <a:pt x="3102" y="3840"/>
                  </a:cubicBezTo>
                  <a:cubicBezTo>
                    <a:pt x="3125" y="3855"/>
                    <a:pt x="3157" y="3886"/>
                    <a:pt x="3196" y="3900"/>
                  </a:cubicBezTo>
                  <a:cubicBezTo>
                    <a:pt x="3235" y="3914"/>
                    <a:pt x="3303" y="3918"/>
                    <a:pt x="3335" y="3922"/>
                  </a:cubicBezTo>
                  <a:cubicBezTo>
                    <a:pt x="3367" y="3926"/>
                    <a:pt x="3366" y="3936"/>
                    <a:pt x="3387" y="3922"/>
                  </a:cubicBezTo>
                  <a:cubicBezTo>
                    <a:pt x="3408" y="3908"/>
                    <a:pt x="3423" y="3852"/>
                    <a:pt x="3462" y="3840"/>
                  </a:cubicBezTo>
                  <a:cubicBezTo>
                    <a:pt x="3501" y="3828"/>
                    <a:pt x="3579" y="3842"/>
                    <a:pt x="3620" y="3847"/>
                  </a:cubicBezTo>
                  <a:cubicBezTo>
                    <a:pt x="3661" y="3852"/>
                    <a:pt x="3700" y="3879"/>
                    <a:pt x="3710" y="3870"/>
                  </a:cubicBezTo>
                  <a:cubicBezTo>
                    <a:pt x="3720" y="3861"/>
                    <a:pt x="3676" y="3816"/>
                    <a:pt x="3680" y="3795"/>
                  </a:cubicBezTo>
                  <a:cubicBezTo>
                    <a:pt x="3684" y="3774"/>
                    <a:pt x="3727" y="3767"/>
                    <a:pt x="3732" y="3742"/>
                  </a:cubicBezTo>
                  <a:cubicBezTo>
                    <a:pt x="3737" y="3717"/>
                    <a:pt x="3701" y="3663"/>
                    <a:pt x="3710" y="3645"/>
                  </a:cubicBezTo>
                  <a:cubicBezTo>
                    <a:pt x="3719" y="3627"/>
                    <a:pt x="3766" y="3649"/>
                    <a:pt x="3785" y="3637"/>
                  </a:cubicBezTo>
                  <a:cubicBezTo>
                    <a:pt x="3804" y="3625"/>
                    <a:pt x="3803" y="3576"/>
                    <a:pt x="3822" y="3570"/>
                  </a:cubicBezTo>
                  <a:cubicBezTo>
                    <a:pt x="3841" y="3564"/>
                    <a:pt x="3863" y="3596"/>
                    <a:pt x="3897" y="3600"/>
                  </a:cubicBezTo>
                  <a:cubicBezTo>
                    <a:pt x="3931" y="3604"/>
                    <a:pt x="3999" y="3607"/>
                    <a:pt x="4025" y="3592"/>
                  </a:cubicBezTo>
                  <a:cubicBezTo>
                    <a:pt x="4051" y="3577"/>
                    <a:pt x="4062" y="3537"/>
                    <a:pt x="4055" y="3510"/>
                  </a:cubicBezTo>
                  <a:cubicBezTo>
                    <a:pt x="4048" y="3483"/>
                    <a:pt x="3999" y="3456"/>
                    <a:pt x="3980" y="3427"/>
                  </a:cubicBezTo>
                  <a:cubicBezTo>
                    <a:pt x="3961" y="3398"/>
                    <a:pt x="3944" y="3359"/>
                    <a:pt x="3942" y="3337"/>
                  </a:cubicBezTo>
                  <a:cubicBezTo>
                    <a:pt x="3940" y="3315"/>
                    <a:pt x="3965" y="3309"/>
                    <a:pt x="3965" y="3292"/>
                  </a:cubicBezTo>
                  <a:cubicBezTo>
                    <a:pt x="3965" y="3275"/>
                    <a:pt x="3944" y="3256"/>
                    <a:pt x="3942" y="3232"/>
                  </a:cubicBezTo>
                  <a:cubicBezTo>
                    <a:pt x="3940" y="3208"/>
                    <a:pt x="3948" y="3175"/>
                    <a:pt x="3950" y="3150"/>
                  </a:cubicBezTo>
                  <a:cubicBezTo>
                    <a:pt x="3952" y="3125"/>
                    <a:pt x="3958" y="3103"/>
                    <a:pt x="3957" y="3082"/>
                  </a:cubicBezTo>
                  <a:cubicBezTo>
                    <a:pt x="3956" y="3061"/>
                    <a:pt x="3925" y="3032"/>
                    <a:pt x="3942" y="3022"/>
                  </a:cubicBezTo>
                  <a:cubicBezTo>
                    <a:pt x="3959" y="3012"/>
                    <a:pt x="4021" y="3018"/>
                    <a:pt x="4062" y="3022"/>
                  </a:cubicBezTo>
                  <a:cubicBezTo>
                    <a:pt x="4103" y="3026"/>
                    <a:pt x="4149" y="3037"/>
                    <a:pt x="4190" y="3045"/>
                  </a:cubicBezTo>
                  <a:cubicBezTo>
                    <a:pt x="4231" y="3053"/>
                    <a:pt x="4285" y="3071"/>
                    <a:pt x="4310" y="3067"/>
                  </a:cubicBezTo>
                  <a:cubicBezTo>
                    <a:pt x="4335" y="3063"/>
                    <a:pt x="4325" y="3039"/>
                    <a:pt x="4340" y="3022"/>
                  </a:cubicBezTo>
                  <a:cubicBezTo>
                    <a:pt x="4355" y="3005"/>
                    <a:pt x="4385" y="2979"/>
                    <a:pt x="4400" y="2962"/>
                  </a:cubicBezTo>
                  <a:cubicBezTo>
                    <a:pt x="4415" y="2945"/>
                    <a:pt x="4424" y="2936"/>
                    <a:pt x="4430" y="2917"/>
                  </a:cubicBezTo>
                  <a:cubicBezTo>
                    <a:pt x="4436" y="2898"/>
                    <a:pt x="4447" y="2871"/>
                    <a:pt x="4437" y="2850"/>
                  </a:cubicBezTo>
                  <a:cubicBezTo>
                    <a:pt x="4427" y="2829"/>
                    <a:pt x="4381" y="2810"/>
                    <a:pt x="4370" y="2790"/>
                  </a:cubicBezTo>
                  <a:cubicBezTo>
                    <a:pt x="4359" y="2770"/>
                    <a:pt x="4361" y="2749"/>
                    <a:pt x="4370" y="2730"/>
                  </a:cubicBezTo>
                  <a:cubicBezTo>
                    <a:pt x="4379" y="2711"/>
                    <a:pt x="4392" y="2688"/>
                    <a:pt x="4422" y="2677"/>
                  </a:cubicBezTo>
                  <a:cubicBezTo>
                    <a:pt x="4452" y="2666"/>
                    <a:pt x="4514" y="2666"/>
                    <a:pt x="4550" y="2662"/>
                  </a:cubicBezTo>
                  <a:cubicBezTo>
                    <a:pt x="4586" y="2658"/>
                    <a:pt x="4620" y="2666"/>
                    <a:pt x="4640" y="2655"/>
                  </a:cubicBezTo>
                  <a:cubicBezTo>
                    <a:pt x="4660" y="2644"/>
                    <a:pt x="4661" y="2610"/>
                    <a:pt x="4673" y="2595"/>
                  </a:cubicBezTo>
                  <a:cubicBezTo>
                    <a:pt x="4685" y="2580"/>
                    <a:pt x="4699" y="2575"/>
                    <a:pt x="4715" y="2565"/>
                  </a:cubicBezTo>
                  <a:cubicBezTo>
                    <a:pt x="4731" y="2555"/>
                    <a:pt x="4745" y="2549"/>
                    <a:pt x="4767" y="2535"/>
                  </a:cubicBezTo>
                  <a:cubicBezTo>
                    <a:pt x="4789" y="2521"/>
                    <a:pt x="4846" y="2496"/>
                    <a:pt x="4850" y="2482"/>
                  </a:cubicBezTo>
                  <a:cubicBezTo>
                    <a:pt x="4854" y="2468"/>
                    <a:pt x="4790" y="2467"/>
                    <a:pt x="4790" y="2452"/>
                  </a:cubicBezTo>
                  <a:cubicBezTo>
                    <a:pt x="4790" y="2437"/>
                    <a:pt x="4806" y="2406"/>
                    <a:pt x="4850" y="2392"/>
                  </a:cubicBezTo>
                  <a:cubicBezTo>
                    <a:pt x="4894" y="2378"/>
                    <a:pt x="4996" y="2374"/>
                    <a:pt x="5052" y="2370"/>
                  </a:cubicBezTo>
                  <a:cubicBezTo>
                    <a:pt x="5108" y="2366"/>
                    <a:pt x="5153" y="2365"/>
                    <a:pt x="5187" y="2370"/>
                  </a:cubicBezTo>
                  <a:cubicBezTo>
                    <a:pt x="5221" y="2375"/>
                    <a:pt x="5256" y="2379"/>
                    <a:pt x="5255" y="2400"/>
                  </a:cubicBezTo>
                  <a:cubicBezTo>
                    <a:pt x="5254" y="2421"/>
                    <a:pt x="5204" y="2468"/>
                    <a:pt x="5180" y="2497"/>
                  </a:cubicBezTo>
                  <a:cubicBezTo>
                    <a:pt x="5156" y="2526"/>
                    <a:pt x="5121" y="2545"/>
                    <a:pt x="5112" y="2572"/>
                  </a:cubicBezTo>
                  <a:cubicBezTo>
                    <a:pt x="5103" y="2599"/>
                    <a:pt x="5123" y="2633"/>
                    <a:pt x="5127" y="2662"/>
                  </a:cubicBezTo>
                  <a:cubicBezTo>
                    <a:pt x="5131" y="2691"/>
                    <a:pt x="5111" y="2724"/>
                    <a:pt x="5135" y="2745"/>
                  </a:cubicBezTo>
                  <a:cubicBezTo>
                    <a:pt x="5159" y="2766"/>
                    <a:pt x="5223" y="2775"/>
                    <a:pt x="5270" y="2790"/>
                  </a:cubicBezTo>
                  <a:cubicBezTo>
                    <a:pt x="5317" y="2805"/>
                    <a:pt x="5375" y="2819"/>
                    <a:pt x="5420" y="2835"/>
                  </a:cubicBezTo>
                  <a:cubicBezTo>
                    <a:pt x="5465" y="2851"/>
                    <a:pt x="5502" y="2864"/>
                    <a:pt x="5540" y="2887"/>
                  </a:cubicBezTo>
                  <a:cubicBezTo>
                    <a:pt x="5578" y="2910"/>
                    <a:pt x="5605" y="2949"/>
                    <a:pt x="5645" y="2970"/>
                  </a:cubicBezTo>
                  <a:cubicBezTo>
                    <a:pt x="5685" y="2991"/>
                    <a:pt x="5739" y="3014"/>
                    <a:pt x="5780" y="3015"/>
                  </a:cubicBezTo>
                  <a:cubicBezTo>
                    <a:pt x="5821" y="3016"/>
                    <a:pt x="5864" y="2992"/>
                    <a:pt x="5892" y="2977"/>
                  </a:cubicBezTo>
                  <a:cubicBezTo>
                    <a:pt x="5920" y="2962"/>
                    <a:pt x="5939" y="2946"/>
                    <a:pt x="5945" y="2925"/>
                  </a:cubicBezTo>
                  <a:cubicBezTo>
                    <a:pt x="5951" y="2904"/>
                    <a:pt x="5946" y="2866"/>
                    <a:pt x="5930" y="2850"/>
                  </a:cubicBezTo>
                  <a:cubicBezTo>
                    <a:pt x="5914" y="2834"/>
                    <a:pt x="5877" y="2842"/>
                    <a:pt x="5847" y="2827"/>
                  </a:cubicBezTo>
                  <a:cubicBezTo>
                    <a:pt x="5817" y="2812"/>
                    <a:pt x="5784" y="2785"/>
                    <a:pt x="5750" y="2760"/>
                  </a:cubicBezTo>
                  <a:cubicBezTo>
                    <a:pt x="5716" y="2735"/>
                    <a:pt x="5671" y="2688"/>
                    <a:pt x="5645" y="2677"/>
                  </a:cubicBezTo>
                  <a:cubicBezTo>
                    <a:pt x="5619" y="2666"/>
                    <a:pt x="5616" y="2689"/>
                    <a:pt x="5592" y="2692"/>
                  </a:cubicBezTo>
                  <a:cubicBezTo>
                    <a:pt x="5568" y="2695"/>
                    <a:pt x="5519" y="2702"/>
                    <a:pt x="5502" y="2692"/>
                  </a:cubicBezTo>
                  <a:cubicBezTo>
                    <a:pt x="5485" y="2682"/>
                    <a:pt x="5473" y="2647"/>
                    <a:pt x="5487" y="2632"/>
                  </a:cubicBezTo>
                  <a:cubicBezTo>
                    <a:pt x="5501" y="2617"/>
                    <a:pt x="5566" y="2621"/>
                    <a:pt x="5585" y="2602"/>
                  </a:cubicBezTo>
                  <a:cubicBezTo>
                    <a:pt x="5604" y="2583"/>
                    <a:pt x="5589" y="2539"/>
                    <a:pt x="5600" y="2520"/>
                  </a:cubicBezTo>
                  <a:cubicBezTo>
                    <a:pt x="5611" y="2501"/>
                    <a:pt x="5627" y="2490"/>
                    <a:pt x="5652" y="2490"/>
                  </a:cubicBezTo>
                  <a:cubicBezTo>
                    <a:pt x="5677" y="2490"/>
                    <a:pt x="5724" y="2517"/>
                    <a:pt x="5750" y="2520"/>
                  </a:cubicBezTo>
                  <a:cubicBezTo>
                    <a:pt x="5776" y="2523"/>
                    <a:pt x="5778" y="2515"/>
                    <a:pt x="5810" y="2505"/>
                  </a:cubicBezTo>
                  <a:cubicBezTo>
                    <a:pt x="5842" y="2495"/>
                    <a:pt x="5905" y="2469"/>
                    <a:pt x="5945" y="2460"/>
                  </a:cubicBezTo>
                  <a:cubicBezTo>
                    <a:pt x="5985" y="2451"/>
                    <a:pt x="6019" y="2457"/>
                    <a:pt x="6050" y="2452"/>
                  </a:cubicBezTo>
                  <a:cubicBezTo>
                    <a:pt x="6081" y="2447"/>
                    <a:pt x="6107" y="2444"/>
                    <a:pt x="6132" y="2430"/>
                  </a:cubicBezTo>
                  <a:cubicBezTo>
                    <a:pt x="6157" y="2416"/>
                    <a:pt x="6168" y="2384"/>
                    <a:pt x="6200" y="2370"/>
                  </a:cubicBezTo>
                  <a:cubicBezTo>
                    <a:pt x="6232" y="2356"/>
                    <a:pt x="6292" y="2352"/>
                    <a:pt x="6327" y="2347"/>
                  </a:cubicBezTo>
                  <a:cubicBezTo>
                    <a:pt x="6362" y="2342"/>
                    <a:pt x="6388" y="2357"/>
                    <a:pt x="6410" y="2340"/>
                  </a:cubicBezTo>
                  <a:cubicBezTo>
                    <a:pt x="6432" y="2323"/>
                    <a:pt x="6432" y="2274"/>
                    <a:pt x="6462" y="2242"/>
                  </a:cubicBezTo>
                  <a:cubicBezTo>
                    <a:pt x="6492" y="2210"/>
                    <a:pt x="6565" y="2176"/>
                    <a:pt x="6590" y="2145"/>
                  </a:cubicBezTo>
                  <a:cubicBezTo>
                    <a:pt x="6615" y="2114"/>
                    <a:pt x="6611" y="2095"/>
                    <a:pt x="6612" y="2055"/>
                  </a:cubicBezTo>
                  <a:cubicBezTo>
                    <a:pt x="6613" y="2015"/>
                    <a:pt x="6587" y="1945"/>
                    <a:pt x="6597" y="1905"/>
                  </a:cubicBezTo>
                  <a:cubicBezTo>
                    <a:pt x="6607" y="1865"/>
                    <a:pt x="6671" y="1854"/>
                    <a:pt x="6672" y="1815"/>
                  </a:cubicBezTo>
                  <a:cubicBezTo>
                    <a:pt x="6673" y="1776"/>
                    <a:pt x="6640" y="1719"/>
                    <a:pt x="6605" y="1672"/>
                  </a:cubicBezTo>
                  <a:cubicBezTo>
                    <a:pt x="6570" y="1625"/>
                    <a:pt x="6511" y="1556"/>
                    <a:pt x="6462" y="1530"/>
                  </a:cubicBezTo>
                  <a:cubicBezTo>
                    <a:pt x="6413" y="1504"/>
                    <a:pt x="6358" y="1510"/>
                    <a:pt x="6312" y="1515"/>
                  </a:cubicBezTo>
                  <a:cubicBezTo>
                    <a:pt x="6266" y="1520"/>
                    <a:pt x="6254" y="1535"/>
                    <a:pt x="6185" y="1560"/>
                  </a:cubicBezTo>
                  <a:cubicBezTo>
                    <a:pt x="6116" y="1585"/>
                    <a:pt x="5965" y="1657"/>
                    <a:pt x="5900" y="1665"/>
                  </a:cubicBezTo>
                  <a:cubicBezTo>
                    <a:pt x="5835" y="1673"/>
                    <a:pt x="5811" y="1596"/>
                    <a:pt x="5795" y="1605"/>
                  </a:cubicBezTo>
                  <a:cubicBezTo>
                    <a:pt x="5779" y="1614"/>
                    <a:pt x="5821" y="1686"/>
                    <a:pt x="5802" y="1717"/>
                  </a:cubicBezTo>
                  <a:cubicBezTo>
                    <a:pt x="5783" y="1748"/>
                    <a:pt x="5714" y="1799"/>
                    <a:pt x="5682" y="1792"/>
                  </a:cubicBezTo>
                  <a:cubicBezTo>
                    <a:pt x="5650" y="1785"/>
                    <a:pt x="5643" y="1676"/>
                    <a:pt x="5607" y="1672"/>
                  </a:cubicBezTo>
                  <a:cubicBezTo>
                    <a:pt x="5571" y="1668"/>
                    <a:pt x="5490" y="1743"/>
                    <a:pt x="5465" y="1770"/>
                  </a:cubicBezTo>
                  <a:cubicBezTo>
                    <a:pt x="5440" y="1797"/>
                    <a:pt x="5472" y="1833"/>
                    <a:pt x="5457" y="1837"/>
                  </a:cubicBezTo>
                  <a:cubicBezTo>
                    <a:pt x="5442" y="1841"/>
                    <a:pt x="5394" y="1815"/>
                    <a:pt x="5375" y="1792"/>
                  </a:cubicBezTo>
                  <a:cubicBezTo>
                    <a:pt x="5356" y="1769"/>
                    <a:pt x="5364" y="1712"/>
                    <a:pt x="5345" y="1702"/>
                  </a:cubicBezTo>
                  <a:cubicBezTo>
                    <a:pt x="5326" y="1692"/>
                    <a:pt x="5264" y="1718"/>
                    <a:pt x="5262" y="1732"/>
                  </a:cubicBezTo>
                  <a:cubicBezTo>
                    <a:pt x="5260" y="1746"/>
                    <a:pt x="5359" y="1758"/>
                    <a:pt x="5330" y="1785"/>
                  </a:cubicBezTo>
                  <a:cubicBezTo>
                    <a:pt x="5301" y="1812"/>
                    <a:pt x="5129" y="1927"/>
                    <a:pt x="5090" y="1897"/>
                  </a:cubicBezTo>
                  <a:cubicBezTo>
                    <a:pt x="5051" y="1867"/>
                    <a:pt x="5134" y="1679"/>
                    <a:pt x="5097" y="1605"/>
                  </a:cubicBezTo>
                  <a:cubicBezTo>
                    <a:pt x="5060" y="1531"/>
                    <a:pt x="4925" y="1497"/>
                    <a:pt x="4865" y="1455"/>
                  </a:cubicBezTo>
                  <a:cubicBezTo>
                    <a:pt x="4805" y="1413"/>
                    <a:pt x="4796" y="1389"/>
                    <a:pt x="4737" y="1350"/>
                  </a:cubicBezTo>
                  <a:cubicBezTo>
                    <a:pt x="4678" y="1311"/>
                    <a:pt x="4571" y="1261"/>
                    <a:pt x="4512" y="1222"/>
                  </a:cubicBezTo>
                  <a:cubicBezTo>
                    <a:pt x="4453" y="1183"/>
                    <a:pt x="4382" y="1146"/>
                    <a:pt x="4385" y="1117"/>
                  </a:cubicBezTo>
                  <a:cubicBezTo>
                    <a:pt x="4388" y="1088"/>
                    <a:pt x="4481" y="1079"/>
                    <a:pt x="4527" y="1050"/>
                  </a:cubicBezTo>
                  <a:cubicBezTo>
                    <a:pt x="4573" y="1021"/>
                    <a:pt x="4651" y="989"/>
                    <a:pt x="4662" y="945"/>
                  </a:cubicBezTo>
                  <a:cubicBezTo>
                    <a:pt x="4673" y="901"/>
                    <a:pt x="4646" y="877"/>
                    <a:pt x="4595" y="787"/>
                  </a:cubicBezTo>
                  <a:cubicBezTo>
                    <a:pt x="4544" y="697"/>
                    <a:pt x="4435" y="536"/>
                    <a:pt x="4355" y="405"/>
                  </a:cubicBezTo>
                  <a:cubicBezTo>
                    <a:pt x="4275" y="274"/>
                    <a:pt x="4180" y="62"/>
                    <a:pt x="4115" y="0"/>
                  </a:cubicBezTo>
                  <a:lnTo>
                    <a:pt x="3965" y="30"/>
                  </a:lnTo>
                  <a:cubicBezTo>
                    <a:pt x="3904" y="34"/>
                    <a:pt x="3817" y="21"/>
                    <a:pt x="3747" y="22"/>
                  </a:cubicBezTo>
                  <a:cubicBezTo>
                    <a:pt x="3677" y="23"/>
                    <a:pt x="3594" y="33"/>
                    <a:pt x="3545" y="37"/>
                  </a:cubicBezTo>
                  <a:cubicBezTo>
                    <a:pt x="3496" y="41"/>
                    <a:pt x="3485" y="34"/>
                    <a:pt x="3455" y="45"/>
                  </a:cubicBezTo>
                  <a:cubicBezTo>
                    <a:pt x="3425" y="56"/>
                    <a:pt x="3404" y="86"/>
                    <a:pt x="3365" y="105"/>
                  </a:cubicBezTo>
                  <a:cubicBezTo>
                    <a:pt x="3326" y="124"/>
                    <a:pt x="3256" y="138"/>
                    <a:pt x="3222" y="157"/>
                  </a:cubicBezTo>
                  <a:cubicBezTo>
                    <a:pt x="3188" y="176"/>
                    <a:pt x="3178" y="194"/>
                    <a:pt x="3162" y="217"/>
                  </a:cubicBezTo>
                  <a:cubicBezTo>
                    <a:pt x="3146" y="240"/>
                    <a:pt x="3124" y="277"/>
                    <a:pt x="3125" y="292"/>
                  </a:cubicBezTo>
                  <a:cubicBezTo>
                    <a:pt x="3126" y="307"/>
                    <a:pt x="3161" y="291"/>
                    <a:pt x="3170" y="307"/>
                  </a:cubicBezTo>
                  <a:cubicBezTo>
                    <a:pt x="3179" y="323"/>
                    <a:pt x="3152" y="368"/>
                    <a:pt x="3177" y="390"/>
                  </a:cubicBezTo>
                  <a:cubicBezTo>
                    <a:pt x="3202" y="412"/>
                    <a:pt x="3315" y="421"/>
                    <a:pt x="3320" y="442"/>
                  </a:cubicBezTo>
                  <a:lnTo>
                    <a:pt x="3207" y="517"/>
                  </a:lnTo>
                  <a:cubicBezTo>
                    <a:pt x="3192" y="546"/>
                    <a:pt x="3222" y="589"/>
                    <a:pt x="3230" y="615"/>
                  </a:cubicBezTo>
                  <a:cubicBezTo>
                    <a:pt x="3238" y="641"/>
                    <a:pt x="3268" y="655"/>
                    <a:pt x="3252" y="675"/>
                  </a:cubicBezTo>
                  <a:cubicBezTo>
                    <a:pt x="3236" y="695"/>
                    <a:pt x="3168" y="715"/>
                    <a:pt x="3132" y="735"/>
                  </a:cubicBezTo>
                  <a:cubicBezTo>
                    <a:pt x="3096" y="755"/>
                    <a:pt x="3081" y="783"/>
                    <a:pt x="3035" y="795"/>
                  </a:cubicBezTo>
                  <a:cubicBezTo>
                    <a:pt x="2989" y="807"/>
                    <a:pt x="2911" y="799"/>
                    <a:pt x="2855" y="810"/>
                  </a:cubicBezTo>
                  <a:cubicBezTo>
                    <a:pt x="2799" y="821"/>
                    <a:pt x="2741" y="841"/>
                    <a:pt x="2697" y="862"/>
                  </a:cubicBezTo>
                  <a:cubicBezTo>
                    <a:pt x="2653" y="883"/>
                    <a:pt x="2612" y="915"/>
                    <a:pt x="2592" y="937"/>
                  </a:cubicBezTo>
                  <a:cubicBezTo>
                    <a:pt x="2572" y="959"/>
                    <a:pt x="2582" y="1013"/>
                    <a:pt x="2562" y="997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dashDot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73751060" name="文本框 1073751059"/>
            <p:cNvSpPr txBox="1"/>
            <p:nvPr/>
          </p:nvSpPr>
          <p:spPr>
            <a:xfrm>
              <a:off x="2454" y="6435"/>
              <a:ext cx="880" cy="2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/>
            <a:p>
              <a:pPr algn="ctr"/>
              <a:r>
                <a:rPr lang="zh-CN" altLang="en-US" sz="2400"/>
                <a:t>40°</a:t>
              </a:r>
              <a:endParaRPr lang="zh-CN" altLang="en-US" sz="2400"/>
            </a:p>
            <a:p>
              <a:endParaRPr lang="zh-CN" altLang="en-US" sz="2400"/>
            </a:p>
          </p:txBody>
        </p:sp>
        <p:sp>
          <p:nvSpPr>
            <p:cNvPr id="1073751061" name="文本框 1073751060"/>
            <p:cNvSpPr txBox="1"/>
            <p:nvPr/>
          </p:nvSpPr>
          <p:spPr>
            <a:xfrm>
              <a:off x="4855" y="3951"/>
              <a:ext cx="869" cy="2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/>
            <a:p>
              <a:pPr algn="ctr"/>
              <a:r>
                <a:rPr lang="zh-CN" altLang="en-US" sz="2800"/>
                <a:t>95°</a:t>
              </a:r>
              <a:endParaRPr lang="zh-CN" altLang="en-US" sz="2800"/>
            </a:p>
            <a:p>
              <a:endParaRPr lang="zh-CN" altLang="en-US" sz="2800"/>
            </a:p>
          </p:txBody>
        </p:sp>
        <p:sp>
          <p:nvSpPr>
            <p:cNvPr id="1073751062" name="文本框 1073751061"/>
            <p:cNvSpPr txBox="1"/>
            <p:nvPr/>
          </p:nvSpPr>
          <p:spPr>
            <a:xfrm>
              <a:off x="8693" y="4025"/>
              <a:ext cx="666" cy="2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/>
            <a:p>
              <a:pPr algn="ctr"/>
              <a:r>
                <a:rPr lang="zh-CN" altLang="en-US"/>
                <a:t>100°</a:t>
              </a:r>
              <a:endParaRPr lang="zh-CN" altLang="en-US"/>
            </a:p>
            <a:p>
              <a:endParaRPr lang="zh-CN" altLang="en-US"/>
            </a:p>
          </p:txBody>
        </p:sp>
        <p:grpSp>
          <p:nvGrpSpPr>
            <p:cNvPr id="1073751145" name="组合 1073751144"/>
            <p:cNvGrpSpPr/>
            <p:nvPr/>
          </p:nvGrpSpPr>
          <p:grpSpPr>
            <a:xfrm>
              <a:off x="3738" y="5971"/>
              <a:ext cx="2304" cy="470"/>
              <a:chOff x="3651" y="8510"/>
              <a:chExt cx="2546" cy="519"/>
            </a:xfrm>
          </p:grpSpPr>
          <p:sp>
            <p:nvSpPr>
              <p:cNvPr id="1073751102" name="等腰三角形 1073751101"/>
              <p:cNvSpPr>
                <a:spLocks noChangeAspect="1"/>
              </p:cNvSpPr>
              <p:nvPr/>
            </p:nvSpPr>
            <p:spPr>
              <a:xfrm flipH="1">
                <a:off x="4485" y="8678"/>
                <a:ext cx="34" cy="34"/>
              </a:xfrm>
              <a:prstGeom prst="triangle">
                <a:avLst>
                  <a:gd name="adj" fmla="val 50000"/>
                </a:avLst>
              </a:prstGeom>
              <a:solidFill>
                <a:srgbClr val="404040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3751103" name="等腰三角形 1073751102"/>
              <p:cNvSpPr>
                <a:spLocks noChangeAspect="1"/>
              </p:cNvSpPr>
              <p:nvPr/>
            </p:nvSpPr>
            <p:spPr>
              <a:xfrm flipH="1">
                <a:off x="4613" y="8701"/>
                <a:ext cx="34" cy="34"/>
              </a:xfrm>
              <a:prstGeom prst="triangle">
                <a:avLst>
                  <a:gd name="adj" fmla="val 50000"/>
                </a:avLst>
              </a:prstGeom>
              <a:solidFill>
                <a:srgbClr val="404040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3751104" name="等腰三角形 1073751103"/>
              <p:cNvSpPr>
                <a:spLocks noChangeAspect="1"/>
              </p:cNvSpPr>
              <p:nvPr/>
            </p:nvSpPr>
            <p:spPr>
              <a:xfrm flipH="1">
                <a:off x="3651" y="8915"/>
                <a:ext cx="34" cy="34"/>
              </a:xfrm>
              <a:prstGeom prst="triangle">
                <a:avLst>
                  <a:gd name="adj" fmla="val 50000"/>
                </a:avLst>
              </a:prstGeom>
              <a:solidFill>
                <a:srgbClr val="404040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3751105" name="等腰三角形 1073751104"/>
              <p:cNvSpPr>
                <a:spLocks noChangeAspect="1"/>
              </p:cNvSpPr>
              <p:nvPr/>
            </p:nvSpPr>
            <p:spPr>
              <a:xfrm flipH="1">
                <a:off x="3779" y="8938"/>
                <a:ext cx="34" cy="34"/>
              </a:xfrm>
              <a:prstGeom prst="triangle">
                <a:avLst>
                  <a:gd name="adj" fmla="val 50000"/>
                </a:avLst>
              </a:prstGeom>
              <a:solidFill>
                <a:srgbClr val="404040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3751106" name="等腰三角形 1073751105"/>
              <p:cNvSpPr>
                <a:spLocks noChangeAspect="1"/>
              </p:cNvSpPr>
              <p:nvPr/>
            </p:nvSpPr>
            <p:spPr>
              <a:xfrm flipH="1">
                <a:off x="3970" y="8808"/>
                <a:ext cx="34" cy="34"/>
              </a:xfrm>
              <a:prstGeom prst="triangle">
                <a:avLst>
                  <a:gd name="adj" fmla="val 50000"/>
                </a:avLst>
              </a:prstGeom>
              <a:solidFill>
                <a:srgbClr val="404040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3751107" name="等腰三角形 1073751106"/>
              <p:cNvSpPr>
                <a:spLocks noChangeAspect="1"/>
              </p:cNvSpPr>
              <p:nvPr/>
            </p:nvSpPr>
            <p:spPr>
              <a:xfrm flipH="1">
                <a:off x="4098" y="8831"/>
                <a:ext cx="34" cy="34"/>
              </a:xfrm>
              <a:prstGeom prst="triangle">
                <a:avLst>
                  <a:gd name="adj" fmla="val 50000"/>
                </a:avLst>
              </a:prstGeom>
              <a:solidFill>
                <a:srgbClr val="404040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3751108" name="等腰三角形 1073751107"/>
              <p:cNvSpPr>
                <a:spLocks noChangeAspect="1"/>
              </p:cNvSpPr>
              <p:nvPr/>
            </p:nvSpPr>
            <p:spPr>
              <a:xfrm flipH="1">
                <a:off x="4108" y="8972"/>
                <a:ext cx="34" cy="34"/>
              </a:xfrm>
              <a:prstGeom prst="triangle">
                <a:avLst>
                  <a:gd name="adj" fmla="val 50000"/>
                </a:avLst>
              </a:prstGeom>
              <a:solidFill>
                <a:srgbClr val="404040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3751109" name="等腰三角形 1073751108"/>
              <p:cNvSpPr>
                <a:spLocks noChangeAspect="1"/>
              </p:cNvSpPr>
              <p:nvPr/>
            </p:nvSpPr>
            <p:spPr>
              <a:xfrm flipH="1">
                <a:off x="4236" y="8995"/>
                <a:ext cx="34" cy="34"/>
              </a:xfrm>
              <a:prstGeom prst="triangle">
                <a:avLst>
                  <a:gd name="adj" fmla="val 50000"/>
                </a:avLst>
              </a:prstGeom>
              <a:solidFill>
                <a:srgbClr val="404040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3751110" name="等腰三角形 1073751109"/>
              <p:cNvSpPr>
                <a:spLocks noChangeAspect="1"/>
              </p:cNvSpPr>
              <p:nvPr/>
            </p:nvSpPr>
            <p:spPr>
              <a:xfrm flipH="1">
                <a:off x="4519" y="8852"/>
                <a:ext cx="34" cy="34"/>
              </a:xfrm>
              <a:prstGeom prst="triangle">
                <a:avLst>
                  <a:gd name="adj" fmla="val 50000"/>
                </a:avLst>
              </a:prstGeom>
              <a:solidFill>
                <a:srgbClr val="404040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3751111" name="等腰三角形 1073751110"/>
              <p:cNvSpPr>
                <a:spLocks noChangeAspect="1"/>
              </p:cNvSpPr>
              <p:nvPr/>
            </p:nvSpPr>
            <p:spPr>
              <a:xfrm flipH="1">
                <a:off x="4647" y="8875"/>
                <a:ext cx="34" cy="34"/>
              </a:xfrm>
              <a:prstGeom prst="triangle">
                <a:avLst>
                  <a:gd name="adj" fmla="val 50000"/>
                </a:avLst>
              </a:prstGeom>
              <a:solidFill>
                <a:srgbClr val="404040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3751112" name="等腰三角形 1073751111"/>
              <p:cNvSpPr>
                <a:spLocks noChangeAspect="1"/>
              </p:cNvSpPr>
              <p:nvPr/>
            </p:nvSpPr>
            <p:spPr>
              <a:xfrm flipH="1">
                <a:off x="4896" y="8763"/>
                <a:ext cx="34" cy="34"/>
              </a:xfrm>
              <a:prstGeom prst="triangle">
                <a:avLst>
                  <a:gd name="adj" fmla="val 50000"/>
                </a:avLst>
              </a:prstGeom>
              <a:solidFill>
                <a:srgbClr val="404040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3751113" name="等腰三角形 1073751112"/>
              <p:cNvSpPr>
                <a:spLocks noChangeAspect="1"/>
              </p:cNvSpPr>
              <p:nvPr/>
            </p:nvSpPr>
            <p:spPr>
              <a:xfrm flipH="1">
                <a:off x="5024" y="8786"/>
                <a:ext cx="34" cy="34"/>
              </a:xfrm>
              <a:prstGeom prst="triangle">
                <a:avLst>
                  <a:gd name="adj" fmla="val 50000"/>
                </a:avLst>
              </a:prstGeom>
              <a:solidFill>
                <a:srgbClr val="404040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3751114" name="等腰三角形 1073751113"/>
              <p:cNvSpPr>
                <a:spLocks noChangeAspect="1"/>
              </p:cNvSpPr>
              <p:nvPr/>
            </p:nvSpPr>
            <p:spPr>
              <a:xfrm flipH="1">
                <a:off x="5462" y="8655"/>
                <a:ext cx="34" cy="34"/>
              </a:xfrm>
              <a:prstGeom prst="triangle">
                <a:avLst>
                  <a:gd name="adj" fmla="val 50000"/>
                </a:avLst>
              </a:prstGeom>
              <a:solidFill>
                <a:srgbClr val="404040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3751115" name="等腰三角形 1073751114"/>
              <p:cNvSpPr>
                <a:spLocks noChangeAspect="1"/>
              </p:cNvSpPr>
              <p:nvPr/>
            </p:nvSpPr>
            <p:spPr>
              <a:xfrm flipH="1">
                <a:off x="5590" y="8678"/>
                <a:ext cx="34" cy="34"/>
              </a:xfrm>
              <a:prstGeom prst="triangle">
                <a:avLst>
                  <a:gd name="adj" fmla="val 50000"/>
                </a:avLst>
              </a:prstGeom>
              <a:solidFill>
                <a:srgbClr val="404040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3751116" name="等腰三角形 1073751115"/>
              <p:cNvSpPr>
                <a:spLocks noChangeAspect="1"/>
              </p:cNvSpPr>
              <p:nvPr/>
            </p:nvSpPr>
            <p:spPr>
              <a:xfrm flipH="1">
                <a:off x="5058" y="8510"/>
                <a:ext cx="34" cy="34"/>
              </a:xfrm>
              <a:prstGeom prst="triangle">
                <a:avLst>
                  <a:gd name="adj" fmla="val 50000"/>
                </a:avLst>
              </a:prstGeom>
              <a:solidFill>
                <a:srgbClr val="404040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3751117" name="等腰三角形 1073751116"/>
              <p:cNvSpPr>
                <a:spLocks noChangeAspect="1"/>
              </p:cNvSpPr>
              <p:nvPr/>
            </p:nvSpPr>
            <p:spPr>
              <a:xfrm flipH="1">
                <a:off x="5186" y="8533"/>
                <a:ext cx="34" cy="34"/>
              </a:xfrm>
              <a:prstGeom prst="triangle">
                <a:avLst>
                  <a:gd name="adj" fmla="val 50000"/>
                </a:avLst>
              </a:prstGeom>
              <a:solidFill>
                <a:srgbClr val="404040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3751118" name="等腰三角形 1073751117"/>
              <p:cNvSpPr>
                <a:spLocks noChangeAspect="1"/>
              </p:cNvSpPr>
              <p:nvPr/>
            </p:nvSpPr>
            <p:spPr>
              <a:xfrm flipH="1">
                <a:off x="5281" y="8871"/>
                <a:ext cx="34" cy="34"/>
              </a:xfrm>
              <a:prstGeom prst="triangle">
                <a:avLst>
                  <a:gd name="adj" fmla="val 50000"/>
                </a:avLst>
              </a:prstGeom>
              <a:solidFill>
                <a:srgbClr val="404040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3751119" name="等腰三角形 1073751118"/>
              <p:cNvSpPr>
                <a:spLocks noChangeAspect="1"/>
              </p:cNvSpPr>
              <p:nvPr/>
            </p:nvSpPr>
            <p:spPr>
              <a:xfrm flipH="1">
                <a:off x="5409" y="8894"/>
                <a:ext cx="34" cy="34"/>
              </a:xfrm>
              <a:prstGeom prst="triangle">
                <a:avLst>
                  <a:gd name="adj" fmla="val 50000"/>
                </a:avLst>
              </a:prstGeom>
              <a:solidFill>
                <a:srgbClr val="404040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3751120" name="等腰三角形 1073751119"/>
              <p:cNvSpPr>
                <a:spLocks noChangeAspect="1"/>
              </p:cNvSpPr>
              <p:nvPr/>
            </p:nvSpPr>
            <p:spPr>
              <a:xfrm flipH="1">
                <a:off x="6035" y="8729"/>
                <a:ext cx="34" cy="34"/>
              </a:xfrm>
              <a:prstGeom prst="triangle">
                <a:avLst>
                  <a:gd name="adj" fmla="val 50000"/>
                </a:avLst>
              </a:prstGeom>
              <a:solidFill>
                <a:srgbClr val="404040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3751121" name="等腰三角形 1073751120"/>
              <p:cNvSpPr>
                <a:spLocks noChangeAspect="1"/>
              </p:cNvSpPr>
              <p:nvPr/>
            </p:nvSpPr>
            <p:spPr>
              <a:xfrm flipH="1">
                <a:off x="6163" y="8752"/>
                <a:ext cx="34" cy="34"/>
              </a:xfrm>
              <a:prstGeom prst="triangle">
                <a:avLst>
                  <a:gd name="adj" fmla="val 50000"/>
                </a:avLst>
              </a:prstGeom>
              <a:solidFill>
                <a:srgbClr val="404040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1073751144" name="组合 1073751143"/>
            <p:cNvGrpSpPr/>
            <p:nvPr/>
          </p:nvGrpSpPr>
          <p:grpSpPr>
            <a:xfrm>
              <a:off x="7046" y="6173"/>
              <a:ext cx="1928" cy="372"/>
              <a:chOff x="6979" y="8717"/>
              <a:chExt cx="2130" cy="410"/>
            </a:xfrm>
          </p:grpSpPr>
          <p:sp>
            <p:nvSpPr>
              <p:cNvPr id="1073751122" name="等腰三角形 1073751121"/>
              <p:cNvSpPr>
                <a:spLocks noChangeAspect="1"/>
              </p:cNvSpPr>
              <p:nvPr/>
            </p:nvSpPr>
            <p:spPr>
              <a:xfrm flipH="1">
                <a:off x="6979" y="8795"/>
                <a:ext cx="34" cy="34"/>
              </a:xfrm>
              <a:prstGeom prst="triangle">
                <a:avLst>
                  <a:gd name="adj" fmla="val 50000"/>
                </a:avLst>
              </a:prstGeom>
              <a:solidFill>
                <a:srgbClr val="404040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3751123" name="等腰三角形 1073751122"/>
              <p:cNvSpPr>
                <a:spLocks noChangeAspect="1"/>
              </p:cNvSpPr>
              <p:nvPr/>
            </p:nvSpPr>
            <p:spPr>
              <a:xfrm flipH="1">
                <a:off x="7107" y="8818"/>
                <a:ext cx="34" cy="34"/>
              </a:xfrm>
              <a:prstGeom prst="triangle">
                <a:avLst>
                  <a:gd name="adj" fmla="val 50000"/>
                </a:avLst>
              </a:prstGeom>
              <a:solidFill>
                <a:srgbClr val="404040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3751124" name="等腰三角形 1073751123"/>
              <p:cNvSpPr>
                <a:spLocks noChangeAspect="1"/>
              </p:cNvSpPr>
              <p:nvPr/>
            </p:nvSpPr>
            <p:spPr>
              <a:xfrm flipH="1">
                <a:off x="7264" y="8717"/>
                <a:ext cx="34" cy="34"/>
              </a:xfrm>
              <a:prstGeom prst="triangle">
                <a:avLst>
                  <a:gd name="adj" fmla="val 50000"/>
                </a:avLst>
              </a:prstGeom>
              <a:solidFill>
                <a:srgbClr val="404040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3751125" name="等腰三角形 1073751124"/>
              <p:cNvSpPr>
                <a:spLocks noChangeAspect="1"/>
              </p:cNvSpPr>
              <p:nvPr/>
            </p:nvSpPr>
            <p:spPr>
              <a:xfrm flipH="1">
                <a:off x="7392" y="8740"/>
                <a:ext cx="34" cy="34"/>
              </a:xfrm>
              <a:prstGeom prst="triangle">
                <a:avLst>
                  <a:gd name="adj" fmla="val 50000"/>
                </a:avLst>
              </a:prstGeom>
              <a:solidFill>
                <a:srgbClr val="404040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3751126" name="等腰三角形 1073751125"/>
              <p:cNvSpPr>
                <a:spLocks noChangeAspect="1"/>
              </p:cNvSpPr>
              <p:nvPr/>
            </p:nvSpPr>
            <p:spPr>
              <a:xfrm flipH="1">
                <a:off x="7318" y="8892"/>
                <a:ext cx="34" cy="34"/>
              </a:xfrm>
              <a:prstGeom prst="triangle">
                <a:avLst>
                  <a:gd name="adj" fmla="val 50000"/>
                </a:avLst>
              </a:prstGeom>
              <a:solidFill>
                <a:srgbClr val="404040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3751127" name="等腰三角形 1073751126"/>
              <p:cNvSpPr>
                <a:spLocks noChangeAspect="1"/>
              </p:cNvSpPr>
              <p:nvPr/>
            </p:nvSpPr>
            <p:spPr>
              <a:xfrm flipH="1">
                <a:off x="7446" y="8915"/>
                <a:ext cx="34" cy="34"/>
              </a:xfrm>
              <a:prstGeom prst="triangle">
                <a:avLst>
                  <a:gd name="adj" fmla="val 50000"/>
                </a:avLst>
              </a:prstGeom>
              <a:solidFill>
                <a:srgbClr val="404040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3751128" name="等腰三角形 1073751127"/>
              <p:cNvSpPr>
                <a:spLocks noChangeAspect="1"/>
              </p:cNvSpPr>
              <p:nvPr/>
            </p:nvSpPr>
            <p:spPr>
              <a:xfrm flipH="1">
                <a:off x="7653" y="8829"/>
                <a:ext cx="34" cy="34"/>
              </a:xfrm>
              <a:prstGeom prst="triangle">
                <a:avLst>
                  <a:gd name="adj" fmla="val 50000"/>
                </a:avLst>
              </a:prstGeom>
              <a:solidFill>
                <a:srgbClr val="404040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3751129" name="等腰三角形 1073751128"/>
              <p:cNvSpPr>
                <a:spLocks noChangeAspect="1"/>
              </p:cNvSpPr>
              <p:nvPr/>
            </p:nvSpPr>
            <p:spPr>
              <a:xfrm flipH="1">
                <a:off x="7781" y="8852"/>
                <a:ext cx="34" cy="34"/>
              </a:xfrm>
              <a:prstGeom prst="triangle">
                <a:avLst>
                  <a:gd name="adj" fmla="val 50000"/>
                </a:avLst>
              </a:prstGeom>
              <a:solidFill>
                <a:srgbClr val="404040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3751130" name="等腰三角形 1073751129"/>
              <p:cNvSpPr>
                <a:spLocks noChangeAspect="1"/>
              </p:cNvSpPr>
              <p:nvPr/>
            </p:nvSpPr>
            <p:spPr>
              <a:xfrm flipH="1">
                <a:off x="7792" y="8995"/>
                <a:ext cx="34" cy="34"/>
              </a:xfrm>
              <a:prstGeom prst="triangle">
                <a:avLst>
                  <a:gd name="adj" fmla="val 50000"/>
                </a:avLst>
              </a:prstGeom>
              <a:solidFill>
                <a:srgbClr val="404040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3751131" name="等腰三角形 1073751130"/>
              <p:cNvSpPr>
                <a:spLocks noChangeAspect="1"/>
              </p:cNvSpPr>
              <p:nvPr/>
            </p:nvSpPr>
            <p:spPr>
              <a:xfrm flipH="1">
                <a:off x="7920" y="9018"/>
                <a:ext cx="34" cy="34"/>
              </a:xfrm>
              <a:prstGeom prst="triangle">
                <a:avLst>
                  <a:gd name="adj" fmla="val 50000"/>
                </a:avLst>
              </a:prstGeom>
              <a:solidFill>
                <a:srgbClr val="404040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3751132" name="等腰三角形 1073751131"/>
              <p:cNvSpPr>
                <a:spLocks noChangeAspect="1"/>
              </p:cNvSpPr>
              <p:nvPr/>
            </p:nvSpPr>
            <p:spPr>
              <a:xfrm flipH="1">
                <a:off x="8102" y="8882"/>
                <a:ext cx="34" cy="34"/>
              </a:xfrm>
              <a:prstGeom prst="triangle">
                <a:avLst>
                  <a:gd name="adj" fmla="val 50000"/>
                </a:avLst>
              </a:prstGeom>
              <a:solidFill>
                <a:srgbClr val="404040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3751133" name="等腰三角形 1073751132"/>
              <p:cNvSpPr>
                <a:spLocks noChangeAspect="1"/>
              </p:cNvSpPr>
              <p:nvPr/>
            </p:nvSpPr>
            <p:spPr>
              <a:xfrm flipH="1">
                <a:off x="8230" y="8905"/>
                <a:ext cx="34" cy="34"/>
              </a:xfrm>
              <a:prstGeom prst="triangle">
                <a:avLst>
                  <a:gd name="adj" fmla="val 50000"/>
                </a:avLst>
              </a:prstGeom>
              <a:solidFill>
                <a:srgbClr val="404040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3751134" name="等腰三角形 1073751133"/>
              <p:cNvSpPr>
                <a:spLocks noChangeAspect="1"/>
              </p:cNvSpPr>
              <p:nvPr/>
            </p:nvSpPr>
            <p:spPr>
              <a:xfrm flipH="1">
                <a:off x="8193" y="9070"/>
                <a:ext cx="34" cy="34"/>
              </a:xfrm>
              <a:prstGeom prst="triangle">
                <a:avLst>
                  <a:gd name="adj" fmla="val 50000"/>
                </a:avLst>
              </a:prstGeom>
              <a:solidFill>
                <a:srgbClr val="404040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3751135" name="等腰三角形 1073751134"/>
              <p:cNvSpPr>
                <a:spLocks noChangeAspect="1"/>
              </p:cNvSpPr>
              <p:nvPr/>
            </p:nvSpPr>
            <p:spPr>
              <a:xfrm flipH="1">
                <a:off x="8321" y="9093"/>
                <a:ext cx="34" cy="34"/>
              </a:xfrm>
              <a:prstGeom prst="triangle">
                <a:avLst>
                  <a:gd name="adj" fmla="val 50000"/>
                </a:avLst>
              </a:prstGeom>
              <a:solidFill>
                <a:srgbClr val="404040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3751136" name="等腰三角形 1073751135"/>
              <p:cNvSpPr>
                <a:spLocks noChangeAspect="1"/>
              </p:cNvSpPr>
              <p:nvPr/>
            </p:nvSpPr>
            <p:spPr>
              <a:xfrm flipH="1">
                <a:off x="8441" y="8961"/>
                <a:ext cx="34" cy="34"/>
              </a:xfrm>
              <a:prstGeom prst="triangle">
                <a:avLst>
                  <a:gd name="adj" fmla="val 50000"/>
                </a:avLst>
              </a:prstGeom>
              <a:solidFill>
                <a:srgbClr val="404040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3751137" name="等腰三角形 1073751136"/>
              <p:cNvSpPr>
                <a:spLocks noChangeAspect="1"/>
              </p:cNvSpPr>
              <p:nvPr/>
            </p:nvSpPr>
            <p:spPr>
              <a:xfrm flipH="1">
                <a:off x="8569" y="8984"/>
                <a:ext cx="34" cy="34"/>
              </a:xfrm>
              <a:prstGeom prst="triangle">
                <a:avLst>
                  <a:gd name="adj" fmla="val 50000"/>
                </a:avLst>
              </a:prstGeom>
              <a:solidFill>
                <a:srgbClr val="404040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3751138" name="等腰三角形 1073751137"/>
              <p:cNvSpPr>
                <a:spLocks noChangeAspect="1"/>
              </p:cNvSpPr>
              <p:nvPr/>
            </p:nvSpPr>
            <p:spPr>
              <a:xfrm flipH="1">
                <a:off x="8603" y="8814"/>
                <a:ext cx="34" cy="34"/>
              </a:xfrm>
              <a:prstGeom prst="triangle">
                <a:avLst>
                  <a:gd name="adj" fmla="val 50000"/>
                </a:avLst>
              </a:prstGeom>
              <a:solidFill>
                <a:srgbClr val="404040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3751139" name="等腰三角形 1073751138"/>
              <p:cNvSpPr>
                <a:spLocks noChangeAspect="1"/>
              </p:cNvSpPr>
              <p:nvPr/>
            </p:nvSpPr>
            <p:spPr>
              <a:xfrm flipH="1">
                <a:off x="8731" y="8837"/>
                <a:ext cx="34" cy="34"/>
              </a:xfrm>
              <a:prstGeom prst="triangle">
                <a:avLst>
                  <a:gd name="adj" fmla="val 50000"/>
                </a:avLst>
              </a:prstGeom>
              <a:solidFill>
                <a:srgbClr val="404040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3751140" name="等腰三角形 1073751139"/>
              <p:cNvSpPr>
                <a:spLocks noChangeAspect="1"/>
              </p:cNvSpPr>
              <p:nvPr/>
            </p:nvSpPr>
            <p:spPr>
              <a:xfrm flipH="1">
                <a:off x="8947" y="8721"/>
                <a:ext cx="34" cy="34"/>
              </a:xfrm>
              <a:prstGeom prst="triangle">
                <a:avLst>
                  <a:gd name="adj" fmla="val 50000"/>
                </a:avLst>
              </a:prstGeom>
              <a:solidFill>
                <a:srgbClr val="404040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3751141" name="等腰三角形 1073751140"/>
              <p:cNvSpPr>
                <a:spLocks noChangeAspect="1"/>
              </p:cNvSpPr>
              <p:nvPr/>
            </p:nvSpPr>
            <p:spPr>
              <a:xfrm flipH="1">
                <a:off x="9075" y="8744"/>
                <a:ext cx="34" cy="34"/>
              </a:xfrm>
              <a:prstGeom prst="triangle">
                <a:avLst>
                  <a:gd name="adj" fmla="val 50000"/>
                </a:avLst>
              </a:prstGeom>
              <a:solidFill>
                <a:srgbClr val="404040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3751142" name="等腰三角形 1073751141"/>
              <p:cNvSpPr>
                <a:spLocks noChangeAspect="1"/>
              </p:cNvSpPr>
              <p:nvPr/>
            </p:nvSpPr>
            <p:spPr>
              <a:xfrm flipH="1">
                <a:off x="8931" y="8972"/>
                <a:ext cx="34" cy="34"/>
              </a:xfrm>
              <a:prstGeom prst="triangle">
                <a:avLst>
                  <a:gd name="adj" fmla="val 50000"/>
                </a:avLst>
              </a:prstGeom>
              <a:solidFill>
                <a:srgbClr val="404040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73751143" name="等腰三角形 1073751142"/>
              <p:cNvSpPr>
                <a:spLocks noChangeAspect="1"/>
              </p:cNvSpPr>
              <p:nvPr/>
            </p:nvSpPr>
            <p:spPr>
              <a:xfrm flipH="1">
                <a:off x="9059" y="8995"/>
                <a:ext cx="34" cy="34"/>
              </a:xfrm>
              <a:prstGeom prst="triangle">
                <a:avLst>
                  <a:gd name="adj" fmla="val 50000"/>
                </a:avLst>
              </a:prstGeom>
              <a:solidFill>
                <a:srgbClr val="404040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1073751856" name="组合 1073751855"/>
            <p:cNvGrpSpPr/>
            <p:nvPr/>
          </p:nvGrpSpPr>
          <p:grpSpPr>
            <a:xfrm>
              <a:off x="3738" y="6934"/>
              <a:ext cx="4814" cy="953"/>
              <a:chOff x="4043" y="7416"/>
              <a:chExt cx="4814" cy="953"/>
            </a:xfrm>
          </p:grpSpPr>
          <p:grpSp>
            <p:nvGrpSpPr>
              <p:cNvPr id="1073750876" name="组合 1073750875"/>
              <p:cNvGrpSpPr/>
              <p:nvPr/>
            </p:nvGrpSpPr>
            <p:grpSpPr>
              <a:xfrm>
                <a:off x="4043" y="7439"/>
                <a:ext cx="177" cy="122"/>
                <a:chOff x="3398" y="12945"/>
                <a:chExt cx="195" cy="135"/>
              </a:xfrm>
            </p:grpSpPr>
            <p:cxnSp>
              <p:nvCxnSpPr>
                <p:cNvPr id="1073750877" name="直接箭头连接符 1073750876"/>
                <p:cNvCxnSpPr/>
                <p:nvPr/>
              </p:nvCxnSpPr>
              <p:spPr>
                <a:xfrm flipH="1">
                  <a:off x="3398" y="12945"/>
                  <a:ext cx="172" cy="135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878" name="直接箭头连接符 1073750877"/>
                <p:cNvCxnSpPr/>
                <p:nvPr/>
              </p:nvCxnSpPr>
              <p:spPr>
                <a:xfrm>
                  <a:off x="3540" y="12968"/>
                  <a:ext cx="53" cy="92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879" name="直接箭头连接符 1073750878"/>
                <p:cNvCxnSpPr/>
                <p:nvPr/>
              </p:nvCxnSpPr>
              <p:spPr>
                <a:xfrm flipH="1">
                  <a:off x="3518" y="12968"/>
                  <a:ext cx="30" cy="92"/>
                </a:xfrm>
                <a:prstGeom prst="straightConnector1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073750880" name="组合 1073750879"/>
              <p:cNvGrpSpPr/>
              <p:nvPr/>
            </p:nvGrpSpPr>
            <p:grpSpPr>
              <a:xfrm>
                <a:off x="4335" y="7479"/>
                <a:ext cx="177" cy="123"/>
                <a:chOff x="3398" y="12945"/>
                <a:chExt cx="195" cy="135"/>
              </a:xfrm>
            </p:grpSpPr>
            <p:cxnSp>
              <p:nvCxnSpPr>
                <p:cNvPr id="1073750881" name="直接箭头连接符 1073750880"/>
                <p:cNvCxnSpPr/>
                <p:nvPr/>
              </p:nvCxnSpPr>
              <p:spPr>
                <a:xfrm flipH="1">
                  <a:off x="3398" y="12945"/>
                  <a:ext cx="172" cy="135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882" name="直接箭头连接符 1073750881"/>
                <p:cNvCxnSpPr/>
                <p:nvPr/>
              </p:nvCxnSpPr>
              <p:spPr>
                <a:xfrm>
                  <a:off x="3540" y="12968"/>
                  <a:ext cx="53" cy="92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883" name="直接箭头连接符 1073750882"/>
                <p:cNvCxnSpPr/>
                <p:nvPr/>
              </p:nvCxnSpPr>
              <p:spPr>
                <a:xfrm flipH="1">
                  <a:off x="3518" y="12968"/>
                  <a:ext cx="30" cy="92"/>
                </a:xfrm>
                <a:prstGeom prst="straightConnector1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073750884" name="组合 1073750883"/>
              <p:cNvGrpSpPr/>
              <p:nvPr/>
            </p:nvGrpSpPr>
            <p:grpSpPr>
              <a:xfrm>
                <a:off x="4573" y="7459"/>
                <a:ext cx="176" cy="123"/>
                <a:chOff x="3398" y="12945"/>
                <a:chExt cx="195" cy="135"/>
              </a:xfrm>
            </p:grpSpPr>
            <p:cxnSp>
              <p:nvCxnSpPr>
                <p:cNvPr id="1073750885" name="直接箭头连接符 1073750884"/>
                <p:cNvCxnSpPr/>
                <p:nvPr/>
              </p:nvCxnSpPr>
              <p:spPr>
                <a:xfrm flipH="1">
                  <a:off x="3398" y="12945"/>
                  <a:ext cx="172" cy="135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886" name="直接箭头连接符 1073750885"/>
                <p:cNvCxnSpPr/>
                <p:nvPr/>
              </p:nvCxnSpPr>
              <p:spPr>
                <a:xfrm>
                  <a:off x="3540" y="12968"/>
                  <a:ext cx="53" cy="92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887" name="直接箭头连接符 1073750886"/>
                <p:cNvCxnSpPr/>
                <p:nvPr/>
              </p:nvCxnSpPr>
              <p:spPr>
                <a:xfrm flipH="1">
                  <a:off x="3518" y="12968"/>
                  <a:ext cx="30" cy="92"/>
                </a:xfrm>
                <a:prstGeom prst="straightConnector1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073750888" name="组合 1073750887"/>
              <p:cNvGrpSpPr/>
              <p:nvPr/>
            </p:nvGrpSpPr>
            <p:grpSpPr>
              <a:xfrm>
                <a:off x="4871" y="7459"/>
                <a:ext cx="177" cy="123"/>
                <a:chOff x="3398" y="12945"/>
                <a:chExt cx="195" cy="135"/>
              </a:xfrm>
            </p:grpSpPr>
            <p:cxnSp>
              <p:nvCxnSpPr>
                <p:cNvPr id="1073750889" name="直接箭头连接符 1073750888"/>
                <p:cNvCxnSpPr/>
                <p:nvPr/>
              </p:nvCxnSpPr>
              <p:spPr>
                <a:xfrm flipH="1">
                  <a:off x="3398" y="12945"/>
                  <a:ext cx="172" cy="135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890" name="直接箭头连接符 1073750889"/>
                <p:cNvCxnSpPr/>
                <p:nvPr/>
              </p:nvCxnSpPr>
              <p:spPr>
                <a:xfrm>
                  <a:off x="3540" y="12968"/>
                  <a:ext cx="53" cy="92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891" name="直接箭头连接符 1073750890"/>
                <p:cNvCxnSpPr/>
                <p:nvPr/>
              </p:nvCxnSpPr>
              <p:spPr>
                <a:xfrm flipH="1">
                  <a:off x="3518" y="12968"/>
                  <a:ext cx="30" cy="92"/>
                </a:xfrm>
                <a:prstGeom prst="straightConnector1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073750892" name="组合 1073750891"/>
              <p:cNvGrpSpPr/>
              <p:nvPr/>
            </p:nvGrpSpPr>
            <p:grpSpPr>
              <a:xfrm>
                <a:off x="5204" y="7500"/>
                <a:ext cx="177" cy="122"/>
                <a:chOff x="3398" y="12945"/>
                <a:chExt cx="195" cy="135"/>
              </a:xfrm>
            </p:grpSpPr>
            <p:cxnSp>
              <p:nvCxnSpPr>
                <p:cNvPr id="1073750893" name="直接箭头连接符 1073750892"/>
                <p:cNvCxnSpPr/>
                <p:nvPr/>
              </p:nvCxnSpPr>
              <p:spPr>
                <a:xfrm flipH="1">
                  <a:off x="3398" y="12945"/>
                  <a:ext cx="172" cy="135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894" name="直接箭头连接符 1073750893"/>
                <p:cNvCxnSpPr/>
                <p:nvPr/>
              </p:nvCxnSpPr>
              <p:spPr>
                <a:xfrm>
                  <a:off x="3540" y="12968"/>
                  <a:ext cx="53" cy="92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895" name="直接箭头连接符 1073750894"/>
                <p:cNvCxnSpPr/>
                <p:nvPr/>
              </p:nvCxnSpPr>
              <p:spPr>
                <a:xfrm flipH="1">
                  <a:off x="3518" y="12968"/>
                  <a:ext cx="30" cy="92"/>
                </a:xfrm>
                <a:prstGeom prst="straightConnector1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073750896" name="组合 1073750895"/>
              <p:cNvGrpSpPr/>
              <p:nvPr/>
            </p:nvGrpSpPr>
            <p:grpSpPr>
              <a:xfrm>
                <a:off x="5448" y="7630"/>
                <a:ext cx="176" cy="122"/>
                <a:chOff x="3398" y="12945"/>
                <a:chExt cx="195" cy="135"/>
              </a:xfrm>
            </p:grpSpPr>
            <p:cxnSp>
              <p:nvCxnSpPr>
                <p:cNvPr id="1073750897" name="直接箭头连接符 1073750896"/>
                <p:cNvCxnSpPr/>
                <p:nvPr/>
              </p:nvCxnSpPr>
              <p:spPr>
                <a:xfrm flipH="1">
                  <a:off x="3398" y="12945"/>
                  <a:ext cx="172" cy="135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898" name="直接箭头连接符 1073750897"/>
                <p:cNvCxnSpPr/>
                <p:nvPr/>
              </p:nvCxnSpPr>
              <p:spPr>
                <a:xfrm>
                  <a:off x="3540" y="12968"/>
                  <a:ext cx="53" cy="92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899" name="直接箭头连接符 1073750898"/>
                <p:cNvCxnSpPr/>
                <p:nvPr/>
              </p:nvCxnSpPr>
              <p:spPr>
                <a:xfrm flipH="1">
                  <a:off x="3518" y="12968"/>
                  <a:ext cx="30" cy="92"/>
                </a:xfrm>
                <a:prstGeom prst="straightConnector1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073750900" name="组合 1073750899"/>
              <p:cNvGrpSpPr/>
              <p:nvPr/>
            </p:nvGrpSpPr>
            <p:grpSpPr>
              <a:xfrm>
                <a:off x="5624" y="7745"/>
                <a:ext cx="177" cy="122"/>
                <a:chOff x="3398" y="12945"/>
                <a:chExt cx="195" cy="135"/>
              </a:xfrm>
            </p:grpSpPr>
            <p:cxnSp>
              <p:nvCxnSpPr>
                <p:cNvPr id="1073750901" name="直接箭头连接符 1073750900"/>
                <p:cNvCxnSpPr/>
                <p:nvPr/>
              </p:nvCxnSpPr>
              <p:spPr>
                <a:xfrm flipH="1">
                  <a:off x="3398" y="12945"/>
                  <a:ext cx="172" cy="135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902" name="直接箭头连接符 1073750901"/>
                <p:cNvCxnSpPr/>
                <p:nvPr/>
              </p:nvCxnSpPr>
              <p:spPr>
                <a:xfrm>
                  <a:off x="3540" y="12968"/>
                  <a:ext cx="53" cy="92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903" name="直接箭头连接符 1073750902"/>
                <p:cNvCxnSpPr/>
                <p:nvPr/>
              </p:nvCxnSpPr>
              <p:spPr>
                <a:xfrm flipH="1">
                  <a:off x="3518" y="12968"/>
                  <a:ext cx="30" cy="92"/>
                </a:xfrm>
                <a:prstGeom prst="straightConnector1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073750904" name="组合 1073750903"/>
              <p:cNvGrpSpPr/>
              <p:nvPr/>
            </p:nvGrpSpPr>
            <p:grpSpPr>
              <a:xfrm>
                <a:off x="5828" y="7867"/>
                <a:ext cx="177" cy="122"/>
                <a:chOff x="3398" y="12945"/>
                <a:chExt cx="195" cy="135"/>
              </a:xfrm>
            </p:grpSpPr>
            <p:cxnSp>
              <p:nvCxnSpPr>
                <p:cNvPr id="1073750905" name="直接箭头连接符 1073750904"/>
                <p:cNvCxnSpPr/>
                <p:nvPr/>
              </p:nvCxnSpPr>
              <p:spPr>
                <a:xfrm flipH="1">
                  <a:off x="3398" y="12945"/>
                  <a:ext cx="172" cy="135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906" name="直接箭头连接符 1073750905"/>
                <p:cNvCxnSpPr/>
                <p:nvPr/>
              </p:nvCxnSpPr>
              <p:spPr>
                <a:xfrm>
                  <a:off x="3540" y="12968"/>
                  <a:ext cx="53" cy="92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907" name="直接箭头连接符 1073750906"/>
                <p:cNvCxnSpPr/>
                <p:nvPr/>
              </p:nvCxnSpPr>
              <p:spPr>
                <a:xfrm flipH="1">
                  <a:off x="3518" y="12968"/>
                  <a:ext cx="30" cy="92"/>
                </a:xfrm>
                <a:prstGeom prst="straightConnector1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073750908" name="组合 1073750907"/>
              <p:cNvGrpSpPr/>
              <p:nvPr/>
            </p:nvGrpSpPr>
            <p:grpSpPr>
              <a:xfrm>
                <a:off x="6100" y="7955"/>
                <a:ext cx="176" cy="122"/>
                <a:chOff x="3398" y="12945"/>
                <a:chExt cx="195" cy="135"/>
              </a:xfrm>
            </p:grpSpPr>
            <p:cxnSp>
              <p:nvCxnSpPr>
                <p:cNvPr id="1073750909" name="直接箭头连接符 1073750908"/>
                <p:cNvCxnSpPr/>
                <p:nvPr/>
              </p:nvCxnSpPr>
              <p:spPr>
                <a:xfrm flipH="1">
                  <a:off x="3398" y="12945"/>
                  <a:ext cx="172" cy="135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910" name="直接箭头连接符 1073750909"/>
                <p:cNvCxnSpPr/>
                <p:nvPr/>
              </p:nvCxnSpPr>
              <p:spPr>
                <a:xfrm>
                  <a:off x="3540" y="12968"/>
                  <a:ext cx="53" cy="92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911" name="直接箭头连接符 1073750910"/>
                <p:cNvCxnSpPr/>
                <p:nvPr/>
              </p:nvCxnSpPr>
              <p:spPr>
                <a:xfrm flipH="1">
                  <a:off x="3518" y="12968"/>
                  <a:ext cx="30" cy="92"/>
                </a:xfrm>
                <a:prstGeom prst="straightConnector1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073750912" name="组合 1073750911"/>
              <p:cNvGrpSpPr/>
              <p:nvPr/>
            </p:nvGrpSpPr>
            <p:grpSpPr>
              <a:xfrm>
                <a:off x="6317" y="8036"/>
                <a:ext cx="176" cy="122"/>
                <a:chOff x="3398" y="12945"/>
                <a:chExt cx="195" cy="135"/>
              </a:xfrm>
            </p:grpSpPr>
            <p:cxnSp>
              <p:nvCxnSpPr>
                <p:cNvPr id="1073750913" name="直接箭头连接符 1073750912"/>
                <p:cNvCxnSpPr/>
                <p:nvPr/>
              </p:nvCxnSpPr>
              <p:spPr>
                <a:xfrm flipH="1">
                  <a:off x="3398" y="12945"/>
                  <a:ext cx="172" cy="135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914" name="直接箭头连接符 1073750913"/>
                <p:cNvCxnSpPr/>
                <p:nvPr/>
              </p:nvCxnSpPr>
              <p:spPr>
                <a:xfrm>
                  <a:off x="3540" y="12968"/>
                  <a:ext cx="53" cy="92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915" name="直接箭头连接符 1073750914"/>
                <p:cNvCxnSpPr/>
                <p:nvPr/>
              </p:nvCxnSpPr>
              <p:spPr>
                <a:xfrm flipH="1">
                  <a:off x="3518" y="12968"/>
                  <a:ext cx="30" cy="92"/>
                </a:xfrm>
                <a:prstGeom prst="straightConnector1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073750916" name="组合 1073750915"/>
              <p:cNvGrpSpPr/>
              <p:nvPr/>
            </p:nvGrpSpPr>
            <p:grpSpPr>
              <a:xfrm>
                <a:off x="6603" y="8193"/>
                <a:ext cx="177" cy="122"/>
                <a:chOff x="3398" y="12945"/>
                <a:chExt cx="195" cy="135"/>
              </a:xfrm>
            </p:grpSpPr>
            <p:cxnSp>
              <p:nvCxnSpPr>
                <p:cNvPr id="1073750917" name="直接箭头连接符 1073750916"/>
                <p:cNvCxnSpPr/>
                <p:nvPr/>
              </p:nvCxnSpPr>
              <p:spPr>
                <a:xfrm flipH="1">
                  <a:off x="3398" y="12945"/>
                  <a:ext cx="172" cy="135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918" name="直接箭头连接符 1073750917"/>
                <p:cNvCxnSpPr/>
                <p:nvPr/>
              </p:nvCxnSpPr>
              <p:spPr>
                <a:xfrm>
                  <a:off x="3540" y="12968"/>
                  <a:ext cx="53" cy="92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919" name="直接箭头连接符 1073750918"/>
                <p:cNvCxnSpPr/>
                <p:nvPr/>
              </p:nvCxnSpPr>
              <p:spPr>
                <a:xfrm flipH="1">
                  <a:off x="3518" y="12968"/>
                  <a:ext cx="30" cy="92"/>
                </a:xfrm>
                <a:prstGeom prst="straightConnector1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073750920" name="组合 1073750919"/>
              <p:cNvGrpSpPr/>
              <p:nvPr/>
            </p:nvGrpSpPr>
            <p:grpSpPr>
              <a:xfrm>
                <a:off x="6875" y="8226"/>
                <a:ext cx="176" cy="122"/>
                <a:chOff x="3398" y="12945"/>
                <a:chExt cx="195" cy="135"/>
              </a:xfrm>
            </p:grpSpPr>
            <p:cxnSp>
              <p:nvCxnSpPr>
                <p:cNvPr id="1073750921" name="直接箭头连接符 1073750920"/>
                <p:cNvCxnSpPr/>
                <p:nvPr/>
              </p:nvCxnSpPr>
              <p:spPr>
                <a:xfrm flipH="1">
                  <a:off x="3398" y="12945"/>
                  <a:ext cx="172" cy="135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922" name="直接箭头连接符 1073750921"/>
                <p:cNvCxnSpPr/>
                <p:nvPr/>
              </p:nvCxnSpPr>
              <p:spPr>
                <a:xfrm>
                  <a:off x="3540" y="12968"/>
                  <a:ext cx="53" cy="92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923" name="直接箭头连接符 1073750922"/>
                <p:cNvCxnSpPr/>
                <p:nvPr/>
              </p:nvCxnSpPr>
              <p:spPr>
                <a:xfrm flipH="1">
                  <a:off x="3518" y="12968"/>
                  <a:ext cx="30" cy="92"/>
                </a:xfrm>
                <a:prstGeom prst="straightConnector1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073750924" name="组合 1073750923"/>
              <p:cNvGrpSpPr/>
              <p:nvPr/>
            </p:nvGrpSpPr>
            <p:grpSpPr>
              <a:xfrm>
                <a:off x="7282" y="8158"/>
                <a:ext cx="176" cy="123"/>
                <a:chOff x="3398" y="12945"/>
                <a:chExt cx="195" cy="135"/>
              </a:xfrm>
            </p:grpSpPr>
            <p:cxnSp>
              <p:nvCxnSpPr>
                <p:cNvPr id="1073750925" name="直接箭头连接符 1073750924"/>
                <p:cNvCxnSpPr/>
                <p:nvPr/>
              </p:nvCxnSpPr>
              <p:spPr>
                <a:xfrm flipH="1">
                  <a:off x="3398" y="12945"/>
                  <a:ext cx="172" cy="135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926" name="直接箭头连接符 1073750925"/>
                <p:cNvCxnSpPr/>
                <p:nvPr/>
              </p:nvCxnSpPr>
              <p:spPr>
                <a:xfrm>
                  <a:off x="3540" y="12968"/>
                  <a:ext cx="53" cy="92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927" name="直接箭头连接符 1073750926"/>
                <p:cNvCxnSpPr/>
                <p:nvPr/>
              </p:nvCxnSpPr>
              <p:spPr>
                <a:xfrm flipH="1">
                  <a:off x="3518" y="12968"/>
                  <a:ext cx="30" cy="92"/>
                </a:xfrm>
                <a:prstGeom prst="straightConnector1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073750928" name="组合 1073750927"/>
              <p:cNvGrpSpPr/>
              <p:nvPr/>
            </p:nvGrpSpPr>
            <p:grpSpPr>
              <a:xfrm>
                <a:off x="7566" y="8151"/>
                <a:ext cx="177" cy="122"/>
                <a:chOff x="3398" y="12945"/>
                <a:chExt cx="195" cy="135"/>
              </a:xfrm>
            </p:grpSpPr>
            <p:cxnSp>
              <p:nvCxnSpPr>
                <p:cNvPr id="1073750929" name="直接箭头连接符 1073750928"/>
                <p:cNvCxnSpPr/>
                <p:nvPr/>
              </p:nvCxnSpPr>
              <p:spPr>
                <a:xfrm flipH="1">
                  <a:off x="3398" y="12945"/>
                  <a:ext cx="172" cy="135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930" name="直接箭头连接符 1073750929"/>
                <p:cNvCxnSpPr/>
                <p:nvPr/>
              </p:nvCxnSpPr>
              <p:spPr>
                <a:xfrm>
                  <a:off x="3540" y="12968"/>
                  <a:ext cx="53" cy="92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931" name="直接箭头连接符 1073750930"/>
                <p:cNvCxnSpPr/>
                <p:nvPr/>
              </p:nvCxnSpPr>
              <p:spPr>
                <a:xfrm flipH="1">
                  <a:off x="3518" y="12968"/>
                  <a:ext cx="30" cy="92"/>
                </a:xfrm>
                <a:prstGeom prst="straightConnector1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073750932" name="组合 1073750931"/>
              <p:cNvGrpSpPr/>
              <p:nvPr/>
            </p:nvGrpSpPr>
            <p:grpSpPr>
              <a:xfrm>
                <a:off x="7831" y="8151"/>
                <a:ext cx="177" cy="122"/>
                <a:chOff x="3398" y="12945"/>
                <a:chExt cx="195" cy="135"/>
              </a:xfrm>
            </p:grpSpPr>
            <p:cxnSp>
              <p:nvCxnSpPr>
                <p:cNvPr id="1073750933" name="直接箭头连接符 1073750932"/>
                <p:cNvCxnSpPr/>
                <p:nvPr/>
              </p:nvCxnSpPr>
              <p:spPr>
                <a:xfrm flipH="1">
                  <a:off x="3398" y="12945"/>
                  <a:ext cx="172" cy="135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934" name="直接箭头连接符 1073750933"/>
                <p:cNvCxnSpPr/>
                <p:nvPr/>
              </p:nvCxnSpPr>
              <p:spPr>
                <a:xfrm>
                  <a:off x="3540" y="12968"/>
                  <a:ext cx="53" cy="92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935" name="直接箭头连接符 1073750934"/>
                <p:cNvCxnSpPr/>
                <p:nvPr/>
              </p:nvCxnSpPr>
              <p:spPr>
                <a:xfrm flipH="1">
                  <a:off x="3518" y="12968"/>
                  <a:ext cx="30" cy="92"/>
                </a:xfrm>
                <a:prstGeom prst="straightConnector1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073750936" name="组合 1073750935"/>
              <p:cNvGrpSpPr/>
              <p:nvPr/>
            </p:nvGrpSpPr>
            <p:grpSpPr>
              <a:xfrm>
                <a:off x="8151" y="8193"/>
                <a:ext cx="177" cy="122"/>
                <a:chOff x="3398" y="12945"/>
                <a:chExt cx="195" cy="135"/>
              </a:xfrm>
            </p:grpSpPr>
            <p:cxnSp>
              <p:nvCxnSpPr>
                <p:cNvPr id="1073750937" name="直接箭头连接符 1073750936"/>
                <p:cNvCxnSpPr/>
                <p:nvPr/>
              </p:nvCxnSpPr>
              <p:spPr>
                <a:xfrm flipH="1">
                  <a:off x="3398" y="12945"/>
                  <a:ext cx="172" cy="135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938" name="直接箭头连接符 1073750937"/>
                <p:cNvCxnSpPr/>
                <p:nvPr/>
              </p:nvCxnSpPr>
              <p:spPr>
                <a:xfrm>
                  <a:off x="3540" y="12968"/>
                  <a:ext cx="53" cy="92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939" name="直接箭头连接符 1073750938"/>
                <p:cNvCxnSpPr/>
                <p:nvPr/>
              </p:nvCxnSpPr>
              <p:spPr>
                <a:xfrm flipH="1">
                  <a:off x="3518" y="12968"/>
                  <a:ext cx="30" cy="92"/>
                </a:xfrm>
                <a:prstGeom prst="straightConnector1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073750940" name="组合 1073750939"/>
              <p:cNvGrpSpPr/>
              <p:nvPr/>
            </p:nvGrpSpPr>
            <p:grpSpPr>
              <a:xfrm>
                <a:off x="8442" y="8214"/>
                <a:ext cx="177" cy="122"/>
                <a:chOff x="3398" y="12945"/>
                <a:chExt cx="195" cy="135"/>
              </a:xfrm>
            </p:grpSpPr>
            <p:cxnSp>
              <p:nvCxnSpPr>
                <p:cNvPr id="1073750941" name="直接箭头连接符 1073750940"/>
                <p:cNvCxnSpPr/>
                <p:nvPr/>
              </p:nvCxnSpPr>
              <p:spPr>
                <a:xfrm flipH="1">
                  <a:off x="3398" y="12945"/>
                  <a:ext cx="172" cy="135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942" name="直接箭头连接符 1073750941"/>
                <p:cNvCxnSpPr/>
                <p:nvPr/>
              </p:nvCxnSpPr>
              <p:spPr>
                <a:xfrm>
                  <a:off x="3540" y="12968"/>
                  <a:ext cx="53" cy="92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943" name="直接箭头连接符 1073750942"/>
                <p:cNvCxnSpPr/>
                <p:nvPr/>
              </p:nvCxnSpPr>
              <p:spPr>
                <a:xfrm flipH="1">
                  <a:off x="3518" y="12968"/>
                  <a:ext cx="30" cy="92"/>
                </a:xfrm>
                <a:prstGeom prst="straightConnector1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073750944" name="组合 1073750943"/>
              <p:cNvGrpSpPr/>
              <p:nvPr/>
            </p:nvGrpSpPr>
            <p:grpSpPr>
              <a:xfrm>
                <a:off x="8681" y="8247"/>
                <a:ext cx="176" cy="122"/>
                <a:chOff x="3398" y="12945"/>
                <a:chExt cx="195" cy="135"/>
              </a:xfrm>
            </p:grpSpPr>
            <p:cxnSp>
              <p:nvCxnSpPr>
                <p:cNvPr id="1073750945" name="直接箭头连接符 1073750944"/>
                <p:cNvCxnSpPr/>
                <p:nvPr/>
              </p:nvCxnSpPr>
              <p:spPr>
                <a:xfrm flipH="1">
                  <a:off x="3398" y="12945"/>
                  <a:ext cx="172" cy="135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946" name="直接箭头连接符 1073750945"/>
                <p:cNvCxnSpPr/>
                <p:nvPr/>
              </p:nvCxnSpPr>
              <p:spPr>
                <a:xfrm>
                  <a:off x="3540" y="12968"/>
                  <a:ext cx="53" cy="92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947" name="直接箭头连接符 1073750946"/>
                <p:cNvCxnSpPr/>
                <p:nvPr/>
              </p:nvCxnSpPr>
              <p:spPr>
                <a:xfrm flipH="1">
                  <a:off x="3518" y="12968"/>
                  <a:ext cx="30" cy="92"/>
                </a:xfrm>
                <a:prstGeom prst="straightConnector1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073750952" name="组合 1073750951"/>
              <p:cNvGrpSpPr/>
              <p:nvPr/>
            </p:nvGrpSpPr>
            <p:grpSpPr>
              <a:xfrm>
                <a:off x="7098" y="8151"/>
                <a:ext cx="177" cy="122"/>
                <a:chOff x="3398" y="12945"/>
                <a:chExt cx="195" cy="135"/>
              </a:xfrm>
            </p:grpSpPr>
            <p:cxnSp>
              <p:nvCxnSpPr>
                <p:cNvPr id="1073750953" name="直接箭头连接符 1073750952"/>
                <p:cNvCxnSpPr/>
                <p:nvPr/>
              </p:nvCxnSpPr>
              <p:spPr>
                <a:xfrm flipH="1">
                  <a:off x="3398" y="12945"/>
                  <a:ext cx="172" cy="135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954" name="直接箭头连接符 1073750953"/>
                <p:cNvCxnSpPr/>
                <p:nvPr/>
              </p:nvCxnSpPr>
              <p:spPr>
                <a:xfrm>
                  <a:off x="3540" y="12968"/>
                  <a:ext cx="53" cy="92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955" name="直接箭头连接符 1073750954"/>
                <p:cNvCxnSpPr/>
                <p:nvPr/>
              </p:nvCxnSpPr>
              <p:spPr>
                <a:xfrm flipH="1">
                  <a:off x="3518" y="12968"/>
                  <a:ext cx="30" cy="92"/>
                </a:xfrm>
                <a:prstGeom prst="straightConnector1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073750956" name="组合 1073750955"/>
              <p:cNvGrpSpPr/>
              <p:nvPr/>
            </p:nvGrpSpPr>
            <p:grpSpPr>
              <a:xfrm>
                <a:off x="6895" y="7955"/>
                <a:ext cx="176" cy="122"/>
                <a:chOff x="3398" y="12945"/>
                <a:chExt cx="195" cy="135"/>
              </a:xfrm>
            </p:grpSpPr>
            <p:cxnSp>
              <p:nvCxnSpPr>
                <p:cNvPr id="1073750957" name="直接箭头连接符 1073750956"/>
                <p:cNvCxnSpPr/>
                <p:nvPr/>
              </p:nvCxnSpPr>
              <p:spPr>
                <a:xfrm flipH="1">
                  <a:off x="3398" y="12945"/>
                  <a:ext cx="172" cy="135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958" name="直接箭头连接符 1073750957"/>
                <p:cNvCxnSpPr/>
                <p:nvPr/>
              </p:nvCxnSpPr>
              <p:spPr>
                <a:xfrm>
                  <a:off x="3540" y="12968"/>
                  <a:ext cx="53" cy="92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959" name="直接箭头连接符 1073750958"/>
                <p:cNvCxnSpPr/>
                <p:nvPr/>
              </p:nvCxnSpPr>
              <p:spPr>
                <a:xfrm flipH="1">
                  <a:off x="3518" y="12968"/>
                  <a:ext cx="30" cy="92"/>
                </a:xfrm>
                <a:prstGeom prst="straightConnector1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073750960" name="组合 1073750959"/>
              <p:cNvGrpSpPr/>
              <p:nvPr/>
            </p:nvGrpSpPr>
            <p:grpSpPr>
              <a:xfrm>
                <a:off x="6711" y="7867"/>
                <a:ext cx="176" cy="122"/>
                <a:chOff x="3398" y="12945"/>
                <a:chExt cx="195" cy="135"/>
              </a:xfrm>
            </p:grpSpPr>
            <p:cxnSp>
              <p:nvCxnSpPr>
                <p:cNvPr id="1073750961" name="直接箭头连接符 1073750960"/>
                <p:cNvCxnSpPr/>
                <p:nvPr/>
              </p:nvCxnSpPr>
              <p:spPr>
                <a:xfrm flipH="1">
                  <a:off x="3398" y="12945"/>
                  <a:ext cx="172" cy="135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962" name="直接箭头连接符 1073750961"/>
                <p:cNvCxnSpPr/>
                <p:nvPr/>
              </p:nvCxnSpPr>
              <p:spPr>
                <a:xfrm>
                  <a:off x="3540" y="12968"/>
                  <a:ext cx="53" cy="92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963" name="直接箭头连接符 1073750962"/>
                <p:cNvCxnSpPr/>
                <p:nvPr/>
              </p:nvCxnSpPr>
              <p:spPr>
                <a:xfrm flipH="1">
                  <a:off x="3518" y="12968"/>
                  <a:ext cx="30" cy="92"/>
                </a:xfrm>
                <a:prstGeom prst="straightConnector1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073750964" name="组合 1073750963"/>
              <p:cNvGrpSpPr/>
              <p:nvPr/>
            </p:nvGrpSpPr>
            <p:grpSpPr>
              <a:xfrm>
                <a:off x="6555" y="7727"/>
                <a:ext cx="177" cy="122"/>
                <a:chOff x="3398" y="12945"/>
                <a:chExt cx="195" cy="135"/>
              </a:xfrm>
            </p:grpSpPr>
            <p:cxnSp>
              <p:nvCxnSpPr>
                <p:cNvPr id="1073750965" name="直接箭头连接符 1073750964"/>
                <p:cNvCxnSpPr/>
                <p:nvPr/>
              </p:nvCxnSpPr>
              <p:spPr>
                <a:xfrm flipH="1">
                  <a:off x="3398" y="12945"/>
                  <a:ext cx="172" cy="135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966" name="直接箭头连接符 1073750965"/>
                <p:cNvCxnSpPr/>
                <p:nvPr/>
              </p:nvCxnSpPr>
              <p:spPr>
                <a:xfrm>
                  <a:off x="3540" y="12968"/>
                  <a:ext cx="53" cy="92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967" name="直接箭头连接符 1073750966"/>
                <p:cNvCxnSpPr/>
                <p:nvPr/>
              </p:nvCxnSpPr>
              <p:spPr>
                <a:xfrm flipH="1">
                  <a:off x="3518" y="12968"/>
                  <a:ext cx="30" cy="92"/>
                </a:xfrm>
                <a:prstGeom prst="straightConnector1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073750968" name="组合 1073750967"/>
              <p:cNvGrpSpPr/>
              <p:nvPr/>
            </p:nvGrpSpPr>
            <p:grpSpPr>
              <a:xfrm>
                <a:off x="6379" y="7630"/>
                <a:ext cx="176" cy="122"/>
                <a:chOff x="3398" y="12945"/>
                <a:chExt cx="195" cy="135"/>
              </a:xfrm>
            </p:grpSpPr>
            <p:cxnSp>
              <p:nvCxnSpPr>
                <p:cNvPr id="1073750969" name="直接箭头连接符 1073750968"/>
                <p:cNvCxnSpPr/>
                <p:nvPr/>
              </p:nvCxnSpPr>
              <p:spPr>
                <a:xfrm flipH="1">
                  <a:off x="3398" y="12945"/>
                  <a:ext cx="172" cy="135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970" name="直接箭头连接符 1073750969"/>
                <p:cNvCxnSpPr/>
                <p:nvPr/>
              </p:nvCxnSpPr>
              <p:spPr>
                <a:xfrm>
                  <a:off x="3540" y="12968"/>
                  <a:ext cx="53" cy="92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971" name="直接箭头连接符 1073750970"/>
                <p:cNvCxnSpPr/>
                <p:nvPr/>
              </p:nvCxnSpPr>
              <p:spPr>
                <a:xfrm flipH="1">
                  <a:off x="3518" y="12968"/>
                  <a:ext cx="30" cy="92"/>
                </a:xfrm>
                <a:prstGeom prst="straightConnector1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073750972" name="组合 1073750971"/>
              <p:cNvGrpSpPr/>
              <p:nvPr/>
            </p:nvGrpSpPr>
            <p:grpSpPr>
              <a:xfrm>
                <a:off x="6269" y="7564"/>
                <a:ext cx="177" cy="122"/>
                <a:chOff x="3398" y="12945"/>
                <a:chExt cx="195" cy="135"/>
              </a:xfrm>
            </p:grpSpPr>
            <p:cxnSp>
              <p:nvCxnSpPr>
                <p:cNvPr id="1073750973" name="直接箭头连接符 1073750972"/>
                <p:cNvCxnSpPr/>
                <p:nvPr/>
              </p:nvCxnSpPr>
              <p:spPr>
                <a:xfrm flipH="1">
                  <a:off x="3398" y="12945"/>
                  <a:ext cx="172" cy="135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974" name="直接箭头连接符 1073750973"/>
                <p:cNvCxnSpPr/>
                <p:nvPr/>
              </p:nvCxnSpPr>
              <p:spPr>
                <a:xfrm>
                  <a:off x="3540" y="12968"/>
                  <a:ext cx="53" cy="92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975" name="直接箭头连接符 1073750974"/>
                <p:cNvCxnSpPr/>
                <p:nvPr/>
              </p:nvCxnSpPr>
              <p:spPr>
                <a:xfrm flipH="1">
                  <a:off x="3518" y="12968"/>
                  <a:ext cx="30" cy="92"/>
                </a:xfrm>
                <a:prstGeom prst="straightConnector1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073750976" name="组合 1073750975"/>
              <p:cNvGrpSpPr/>
              <p:nvPr/>
            </p:nvGrpSpPr>
            <p:grpSpPr>
              <a:xfrm>
                <a:off x="6039" y="7482"/>
                <a:ext cx="177" cy="122"/>
                <a:chOff x="3398" y="12945"/>
                <a:chExt cx="195" cy="135"/>
              </a:xfrm>
            </p:grpSpPr>
            <p:cxnSp>
              <p:nvCxnSpPr>
                <p:cNvPr id="1073750977" name="直接箭头连接符 1073750976"/>
                <p:cNvCxnSpPr/>
                <p:nvPr/>
              </p:nvCxnSpPr>
              <p:spPr>
                <a:xfrm flipH="1">
                  <a:off x="3398" y="12945"/>
                  <a:ext cx="172" cy="135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978" name="直接箭头连接符 1073750977"/>
                <p:cNvCxnSpPr/>
                <p:nvPr/>
              </p:nvCxnSpPr>
              <p:spPr>
                <a:xfrm>
                  <a:off x="3540" y="12968"/>
                  <a:ext cx="53" cy="92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979" name="直接箭头连接符 1073750978"/>
                <p:cNvCxnSpPr/>
                <p:nvPr/>
              </p:nvCxnSpPr>
              <p:spPr>
                <a:xfrm flipH="1">
                  <a:off x="3518" y="12968"/>
                  <a:ext cx="30" cy="92"/>
                </a:xfrm>
                <a:prstGeom prst="straightConnector1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073750980" name="组合 1073750979"/>
              <p:cNvGrpSpPr/>
              <p:nvPr/>
            </p:nvGrpSpPr>
            <p:grpSpPr>
              <a:xfrm>
                <a:off x="5930" y="7416"/>
                <a:ext cx="176" cy="122"/>
                <a:chOff x="3398" y="12945"/>
                <a:chExt cx="195" cy="135"/>
              </a:xfrm>
            </p:grpSpPr>
            <p:cxnSp>
              <p:nvCxnSpPr>
                <p:cNvPr id="1073750981" name="直接箭头连接符 1073750980"/>
                <p:cNvCxnSpPr/>
                <p:nvPr/>
              </p:nvCxnSpPr>
              <p:spPr>
                <a:xfrm flipH="1">
                  <a:off x="3398" y="12945"/>
                  <a:ext cx="172" cy="135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982" name="直接箭头连接符 1073750981"/>
                <p:cNvCxnSpPr/>
                <p:nvPr/>
              </p:nvCxnSpPr>
              <p:spPr>
                <a:xfrm>
                  <a:off x="3540" y="12968"/>
                  <a:ext cx="53" cy="92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983" name="直接箭头连接符 1073750982"/>
                <p:cNvCxnSpPr/>
                <p:nvPr/>
              </p:nvCxnSpPr>
              <p:spPr>
                <a:xfrm flipH="1">
                  <a:off x="3518" y="12968"/>
                  <a:ext cx="30" cy="92"/>
                </a:xfrm>
                <a:prstGeom prst="straightConnector1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073750984" name="组合 1073750983"/>
              <p:cNvGrpSpPr/>
              <p:nvPr/>
            </p:nvGrpSpPr>
            <p:grpSpPr>
              <a:xfrm>
                <a:off x="7085" y="7745"/>
                <a:ext cx="176" cy="122"/>
                <a:chOff x="3398" y="12945"/>
                <a:chExt cx="195" cy="135"/>
              </a:xfrm>
            </p:grpSpPr>
            <p:cxnSp>
              <p:nvCxnSpPr>
                <p:cNvPr id="1073750985" name="直接箭头连接符 1073750984"/>
                <p:cNvCxnSpPr/>
                <p:nvPr/>
              </p:nvCxnSpPr>
              <p:spPr>
                <a:xfrm flipH="1">
                  <a:off x="3398" y="12945"/>
                  <a:ext cx="172" cy="135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986" name="直接箭头连接符 1073750985"/>
                <p:cNvCxnSpPr/>
                <p:nvPr/>
              </p:nvCxnSpPr>
              <p:spPr>
                <a:xfrm>
                  <a:off x="3540" y="12968"/>
                  <a:ext cx="53" cy="92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987" name="直接箭头连接符 1073750986"/>
                <p:cNvCxnSpPr/>
                <p:nvPr/>
              </p:nvCxnSpPr>
              <p:spPr>
                <a:xfrm flipH="1">
                  <a:off x="3518" y="12968"/>
                  <a:ext cx="30" cy="92"/>
                </a:xfrm>
                <a:prstGeom prst="straightConnector1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073750988" name="组合 1073750987"/>
              <p:cNvGrpSpPr/>
              <p:nvPr/>
            </p:nvGrpSpPr>
            <p:grpSpPr>
              <a:xfrm>
                <a:off x="6975" y="7679"/>
                <a:ext cx="177" cy="122"/>
                <a:chOff x="3398" y="12945"/>
                <a:chExt cx="195" cy="135"/>
              </a:xfrm>
            </p:grpSpPr>
            <p:cxnSp>
              <p:nvCxnSpPr>
                <p:cNvPr id="1073750989" name="直接箭头连接符 1073750988"/>
                <p:cNvCxnSpPr/>
                <p:nvPr/>
              </p:nvCxnSpPr>
              <p:spPr>
                <a:xfrm flipH="1">
                  <a:off x="3398" y="12945"/>
                  <a:ext cx="172" cy="135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990" name="直接箭头连接符 1073750989"/>
                <p:cNvCxnSpPr/>
                <p:nvPr/>
              </p:nvCxnSpPr>
              <p:spPr>
                <a:xfrm>
                  <a:off x="3540" y="12968"/>
                  <a:ext cx="53" cy="92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991" name="直接箭头连接符 1073750990"/>
                <p:cNvCxnSpPr/>
                <p:nvPr/>
              </p:nvCxnSpPr>
              <p:spPr>
                <a:xfrm flipH="1">
                  <a:off x="3518" y="12968"/>
                  <a:ext cx="30" cy="92"/>
                </a:xfrm>
                <a:prstGeom prst="straightConnector1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073750992" name="组合 1073750991"/>
              <p:cNvGrpSpPr/>
              <p:nvPr/>
            </p:nvGrpSpPr>
            <p:grpSpPr>
              <a:xfrm>
                <a:off x="7418" y="7800"/>
                <a:ext cx="176" cy="122"/>
                <a:chOff x="3398" y="12945"/>
                <a:chExt cx="195" cy="135"/>
              </a:xfrm>
            </p:grpSpPr>
            <p:cxnSp>
              <p:nvCxnSpPr>
                <p:cNvPr id="1073750993" name="直接箭头连接符 1073750992"/>
                <p:cNvCxnSpPr/>
                <p:nvPr/>
              </p:nvCxnSpPr>
              <p:spPr>
                <a:xfrm flipH="1">
                  <a:off x="3398" y="12945"/>
                  <a:ext cx="172" cy="135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994" name="直接箭头连接符 1073750993"/>
                <p:cNvCxnSpPr/>
                <p:nvPr/>
              </p:nvCxnSpPr>
              <p:spPr>
                <a:xfrm>
                  <a:off x="3540" y="12968"/>
                  <a:ext cx="53" cy="92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995" name="直接箭头连接符 1073750994"/>
                <p:cNvCxnSpPr/>
                <p:nvPr/>
              </p:nvCxnSpPr>
              <p:spPr>
                <a:xfrm flipH="1">
                  <a:off x="3518" y="12968"/>
                  <a:ext cx="30" cy="92"/>
                </a:xfrm>
                <a:prstGeom prst="straightConnector1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073750996" name="组合 1073750995"/>
              <p:cNvGrpSpPr/>
              <p:nvPr/>
            </p:nvGrpSpPr>
            <p:grpSpPr>
              <a:xfrm>
                <a:off x="7308" y="7734"/>
                <a:ext cx="177" cy="122"/>
                <a:chOff x="3398" y="12945"/>
                <a:chExt cx="195" cy="135"/>
              </a:xfrm>
            </p:grpSpPr>
            <p:cxnSp>
              <p:nvCxnSpPr>
                <p:cNvPr id="1073750997" name="直接箭头连接符 1073750996"/>
                <p:cNvCxnSpPr/>
                <p:nvPr/>
              </p:nvCxnSpPr>
              <p:spPr>
                <a:xfrm flipH="1">
                  <a:off x="3398" y="12945"/>
                  <a:ext cx="172" cy="135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998" name="直接箭头连接符 1073750997"/>
                <p:cNvCxnSpPr/>
                <p:nvPr/>
              </p:nvCxnSpPr>
              <p:spPr>
                <a:xfrm>
                  <a:off x="3540" y="12968"/>
                  <a:ext cx="53" cy="92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0999" name="直接箭头连接符 1073750998"/>
                <p:cNvCxnSpPr/>
                <p:nvPr/>
              </p:nvCxnSpPr>
              <p:spPr>
                <a:xfrm flipH="1">
                  <a:off x="3518" y="12968"/>
                  <a:ext cx="30" cy="92"/>
                </a:xfrm>
                <a:prstGeom prst="straightConnector1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073751000" name="组合 1073750999"/>
              <p:cNvGrpSpPr/>
              <p:nvPr/>
            </p:nvGrpSpPr>
            <p:grpSpPr>
              <a:xfrm>
                <a:off x="7852" y="7793"/>
                <a:ext cx="177" cy="122"/>
                <a:chOff x="3398" y="12945"/>
                <a:chExt cx="195" cy="135"/>
              </a:xfrm>
            </p:grpSpPr>
            <p:cxnSp>
              <p:nvCxnSpPr>
                <p:cNvPr id="1073751001" name="直接箭头连接符 1073751000"/>
                <p:cNvCxnSpPr/>
                <p:nvPr/>
              </p:nvCxnSpPr>
              <p:spPr>
                <a:xfrm flipH="1">
                  <a:off x="3398" y="12945"/>
                  <a:ext cx="172" cy="135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1002" name="直接箭头连接符 1073751001"/>
                <p:cNvCxnSpPr/>
                <p:nvPr/>
              </p:nvCxnSpPr>
              <p:spPr>
                <a:xfrm>
                  <a:off x="3540" y="12968"/>
                  <a:ext cx="53" cy="92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1003" name="直接箭头连接符 1073751002"/>
                <p:cNvCxnSpPr/>
                <p:nvPr/>
              </p:nvCxnSpPr>
              <p:spPr>
                <a:xfrm flipH="1">
                  <a:off x="3518" y="12968"/>
                  <a:ext cx="30" cy="92"/>
                </a:xfrm>
                <a:prstGeom prst="straightConnector1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073751004" name="组合 1073751003"/>
              <p:cNvGrpSpPr/>
              <p:nvPr/>
            </p:nvGrpSpPr>
            <p:grpSpPr>
              <a:xfrm>
                <a:off x="7743" y="7727"/>
                <a:ext cx="176" cy="122"/>
                <a:chOff x="3398" y="12945"/>
                <a:chExt cx="195" cy="135"/>
              </a:xfrm>
            </p:grpSpPr>
            <p:cxnSp>
              <p:nvCxnSpPr>
                <p:cNvPr id="1073751005" name="直接箭头连接符 1073751004"/>
                <p:cNvCxnSpPr/>
                <p:nvPr/>
              </p:nvCxnSpPr>
              <p:spPr>
                <a:xfrm flipH="1">
                  <a:off x="3398" y="12945"/>
                  <a:ext cx="172" cy="135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1006" name="直接箭头连接符 1073751005"/>
                <p:cNvCxnSpPr/>
                <p:nvPr/>
              </p:nvCxnSpPr>
              <p:spPr>
                <a:xfrm>
                  <a:off x="3540" y="12968"/>
                  <a:ext cx="53" cy="92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1007" name="直接箭头连接符 1073751006"/>
                <p:cNvCxnSpPr/>
                <p:nvPr/>
              </p:nvCxnSpPr>
              <p:spPr>
                <a:xfrm flipH="1">
                  <a:off x="3518" y="12968"/>
                  <a:ext cx="30" cy="92"/>
                </a:xfrm>
                <a:prstGeom prst="straightConnector1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073751008" name="组合 1073751007"/>
              <p:cNvGrpSpPr/>
              <p:nvPr/>
            </p:nvGrpSpPr>
            <p:grpSpPr>
              <a:xfrm>
                <a:off x="8158" y="7831"/>
                <a:ext cx="177" cy="122"/>
                <a:chOff x="3398" y="12945"/>
                <a:chExt cx="195" cy="135"/>
              </a:xfrm>
            </p:grpSpPr>
            <p:cxnSp>
              <p:nvCxnSpPr>
                <p:cNvPr id="1073751009" name="直接箭头连接符 1073751008"/>
                <p:cNvCxnSpPr/>
                <p:nvPr/>
              </p:nvCxnSpPr>
              <p:spPr>
                <a:xfrm flipH="1">
                  <a:off x="3398" y="12945"/>
                  <a:ext cx="172" cy="135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1010" name="直接箭头连接符 1073751009"/>
                <p:cNvCxnSpPr/>
                <p:nvPr/>
              </p:nvCxnSpPr>
              <p:spPr>
                <a:xfrm>
                  <a:off x="3540" y="12968"/>
                  <a:ext cx="53" cy="92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1011" name="直接箭头连接符 1073751010"/>
                <p:cNvCxnSpPr/>
                <p:nvPr/>
              </p:nvCxnSpPr>
              <p:spPr>
                <a:xfrm flipH="1">
                  <a:off x="3518" y="12968"/>
                  <a:ext cx="30" cy="92"/>
                </a:xfrm>
                <a:prstGeom prst="straightConnector1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073751012" name="组合 1073751011"/>
              <p:cNvGrpSpPr/>
              <p:nvPr/>
            </p:nvGrpSpPr>
            <p:grpSpPr>
              <a:xfrm>
                <a:off x="8049" y="7765"/>
                <a:ext cx="176" cy="122"/>
                <a:chOff x="3398" y="12945"/>
                <a:chExt cx="195" cy="135"/>
              </a:xfrm>
            </p:grpSpPr>
            <p:cxnSp>
              <p:nvCxnSpPr>
                <p:cNvPr id="1073751013" name="直接箭头连接符 1073751012"/>
                <p:cNvCxnSpPr/>
                <p:nvPr/>
              </p:nvCxnSpPr>
              <p:spPr>
                <a:xfrm flipH="1">
                  <a:off x="3398" y="12945"/>
                  <a:ext cx="172" cy="135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1014" name="直接箭头连接符 1073751013"/>
                <p:cNvCxnSpPr/>
                <p:nvPr/>
              </p:nvCxnSpPr>
              <p:spPr>
                <a:xfrm>
                  <a:off x="3540" y="12968"/>
                  <a:ext cx="53" cy="92"/>
                </a:xfrm>
                <a:prstGeom prst="straightConnector1">
                  <a:avLst/>
                </a:prstGeom>
                <a:ln w="127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id="1073751015" name="直接箭头连接符 1073751014"/>
                <p:cNvCxnSpPr/>
                <p:nvPr/>
              </p:nvCxnSpPr>
              <p:spPr>
                <a:xfrm flipH="1">
                  <a:off x="3518" y="12968"/>
                  <a:ext cx="30" cy="92"/>
                </a:xfrm>
                <a:prstGeom prst="straightConnector1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</p:grpSp>
        <p:cxnSp>
          <p:nvCxnSpPr>
            <p:cNvPr id="1073751859" name="直接箭头连接符 1073751858"/>
            <p:cNvCxnSpPr/>
            <p:nvPr/>
          </p:nvCxnSpPr>
          <p:spPr>
            <a:xfrm flipV="1">
              <a:off x="8909" y="4324"/>
              <a:ext cx="2" cy="3798"/>
            </a:xfrm>
            <a:prstGeom prst="straightConnector1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cxnSp>
        <p:grpSp>
          <p:nvGrpSpPr>
            <p:cNvPr id="1073752516" name="组合 1073752515"/>
            <p:cNvGrpSpPr/>
            <p:nvPr/>
          </p:nvGrpSpPr>
          <p:grpSpPr>
            <a:xfrm>
              <a:off x="3082" y="4331"/>
              <a:ext cx="1773" cy="1422"/>
              <a:chOff x="3082" y="4331"/>
              <a:chExt cx="1773" cy="1422"/>
            </a:xfrm>
          </p:grpSpPr>
          <p:sp>
            <p:nvSpPr>
              <p:cNvPr id="1073751041" name="矩形 1073751040"/>
              <p:cNvSpPr/>
              <p:nvPr/>
            </p:nvSpPr>
            <p:spPr>
              <a:xfrm>
                <a:off x="3082" y="4331"/>
                <a:ext cx="1302" cy="1422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grpSp>
            <p:nvGrpSpPr>
              <p:cNvPr id="1073751042" name="组合 1073751041"/>
              <p:cNvGrpSpPr/>
              <p:nvPr/>
            </p:nvGrpSpPr>
            <p:grpSpPr>
              <a:xfrm>
                <a:off x="3223" y="4619"/>
                <a:ext cx="200" cy="266"/>
                <a:chOff x="2961" y="10374"/>
                <a:chExt cx="222" cy="296"/>
              </a:xfrm>
            </p:grpSpPr>
            <p:cxnSp>
              <p:nvCxnSpPr>
                <p:cNvPr id="1073751043" name="直接箭头连接符 1073751042"/>
                <p:cNvCxnSpPr/>
                <p:nvPr/>
              </p:nvCxnSpPr>
              <p:spPr>
                <a:xfrm>
                  <a:off x="3064" y="10480"/>
                  <a:ext cx="0" cy="190"/>
                </a:xfrm>
                <a:prstGeom prst="straightConnector1">
                  <a:avLst/>
                </a:prstGeom>
                <a:ln w="1905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sp>
              <p:nvSpPr>
                <p:cNvPr id="1073751044" name="任意多边形 1073751043"/>
                <p:cNvSpPr/>
                <p:nvPr/>
              </p:nvSpPr>
              <p:spPr>
                <a:xfrm>
                  <a:off x="3024" y="10374"/>
                  <a:ext cx="46" cy="93"/>
                </a:xfrm>
                <a:custGeom>
                  <a:avLst/>
                  <a:gdLst/>
                  <a:ahLst/>
                  <a:cxnLst/>
                  <a:pathLst>
                    <a:path w="46" h="93">
                      <a:moveTo>
                        <a:pt x="0" y="0"/>
                      </a:moveTo>
                      <a:lnTo>
                        <a:pt x="21" y="75"/>
                      </a:lnTo>
                      <a:lnTo>
                        <a:pt x="24" y="93"/>
                      </a:lnTo>
                      <a:lnTo>
                        <a:pt x="46" y="7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 w="952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73751045" name="任意多边形 1073751044"/>
                <p:cNvSpPr/>
                <p:nvPr/>
              </p:nvSpPr>
              <p:spPr>
                <a:xfrm>
                  <a:off x="3087" y="10452"/>
                  <a:ext cx="96" cy="30"/>
                </a:xfrm>
                <a:custGeom>
                  <a:avLst/>
                  <a:gdLst/>
                  <a:ahLst/>
                  <a:cxnLst/>
                  <a:pathLst>
                    <a:path w="96" h="30">
                      <a:moveTo>
                        <a:pt x="0" y="0"/>
                      </a:moveTo>
                      <a:lnTo>
                        <a:pt x="0" y="30"/>
                      </a:lnTo>
                      <a:lnTo>
                        <a:pt x="96" y="1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 w="952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73751046" name="任意多边形 1073751045"/>
                <p:cNvSpPr/>
                <p:nvPr/>
              </p:nvSpPr>
              <p:spPr>
                <a:xfrm>
                  <a:off x="2961" y="10476"/>
                  <a:ext cx="78" cy="48"/>
                </a:xfrm>
                <a:custGeom>
                  <a:avLst/>
                  <a:gdLst/>
                  <a:ahLst/>
                  <a:cxnLst/>
                  <a:pathLst>
                    <a:path w="78" h="48">
                      <a:moveTo>
                        <a:pt x="0" y="48"/>
                      </a:moveTo>
                      <a:lnTo>
                        <a:pt x="78" y="0"/>
                      </a:lnTo>
                      <a:lnTo>
                        <a:pt x="78" y="27"/>
                      </a:lnTo>
                      <a:lnTo>
                        <a:pt x="0" y="48"/>
                      </a:lnTo>
                      <a:close/>
                    </a:path>
                  </a:pathLst>
                </a:custGeom>
                <a:solidFill>
                  <a:srgbClr val="000000">
                    <a:alpha val="100000"/>
                  </a:srgbClr>
                </a:solidFill>
                <a:ln w="9525" cap="flat" cmpd="sng">
                  <a:solidFill>
                    <a:srgbClr val="000000">
                      <a:alpha val="100000"/>
                    </a:srgbClr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grpSp>
            <p:nvGrpSpPr>
              <p:cNvPr id="1073751862" name="组合 1073751861"/>
              <p:cNvGrpSpPr/>
              <p:nvPr/>
            </p:nvGrpSpPr>
            <p:grpSpPr>
              <a:xfrm>
                <a:off x="3196" y="5536"/>
                <a:ext cx="385" cy="135"/>
                <a:chOff x="2893" y="5754"/>
                <a:chExt cx="385" cy="135"/>
              </a:xfrm>
            </p:grpSpPr>
            <p:grpSp>
              <p:nvGrpSpPr>
                <p:cNvPr id="1073751048" name="组合 1073751047"/>
                <p:cNvGrpSpPr/>
                <p:nvPr/>
              </p:nvGrpSpPr>
              <p:grpSpPr>
                <a:xfrm>
                  <a:off x="2893" y="5754"/>
                  <a:ext cx="178" cy="124"/>
                  <a:chOff x="3398" y="12945"/>
                  <a:chExt cx="195" cy="135"/>
                </a:xfrm>
              </p:grpSpPr>
              <p:cxnSp>
                <p:nvCxnSpPr>
                  <p:cNvPr id="1073751049" name="直接箭头连接符 1073751048"/>
                  <p:cNvCxnSpPr/>
                  <p:nvPr/>
                </p:nvCxnSpPr>
                <p:spPr>
                  <a:xfrm flipH="1">
                    <a:off x="3398" y="12945"/>
                    <a:ext cx="172" cy="135"/>
                  </a:xfrm>
                  <a:prstGeom prst="straightConnector1">
                    <a:avLst/>
                  </a:prstGeom>
                  <a:ln w="12700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073751050" name="直接箭头连接符 1073751049"/>
                  <p:cNvCxnSpPr/>
                  <p:nvPr/>
                </p:nvCxnSpPr>
                <p:spPr>
                  <a:xfrm>
                    <a:off x="3540" y="12968"/>
                    <a:ext cx="53" cy="92"/>
                  </a:xfrm>
                  <a:prstGeom prst="straightConnector1">
                    <a:avLst/>
                  </a:prstGeom>
                  <a:ln w="12700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073751051" name="直接箭头连接符 1073751050"/>
                  <p:cNvCxnSpPr/>
                  <p:nvPr/>
                </p:nvCxnSpPr>
                <p:spPr>
                  <a:xfrm flipH="1">
                    <a:off x="3518" y="12968"/>
                    <a:ext cx="30" cy="92"/>
                  </a:xfrm>
                  <a:prstGeom prst="straightConnector1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073751052" name="组合 1073751051"/>
                <p:cNvGrpSpPr/>
                <p:nvPr/>
              </p:nvGrpSpPr>
              <p:grpSpPr>
                <a:xfrm>
                  <a:off x="3100" y="5765"/>
                  <a:ext cx="178" cy="124"/>
                  <a:chOff x="3398" y="12945"/>
                  <a:chExt cx="195" cy="135"/>
                </a:xfrm>
              </p:grpSpPr>
              <p:cxnSp>
                <p:nvCxnSpPr>
                  <p:cNvPr id="1073751053" name="直接箭头连接符 1073751052"/>
                  <p:cNvCxnSpPr/>
                  <p:nvPr/>
                </p:nvCxnSpPr>
                <p:spPr>
                  <a:xfrm flipH="1">
                    <a:off x="3398" y="12945"/>
                    <a:ext cx="172" cy="135"/>
                  </a:xfrm>
                  <a:prstGeom prst="straightConnector1">
                    <a:avLst/>
                  </a:prstGeom>
                  <a:ln w="12700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073751054" name="直接箭头连接符 1073751053"/>
                  <p:cNvCxnSpPr/>
                  <p:nvPr/>
                </p:nvCxnSpPr>
                <p:spPr>
                  <a:xfrm>
                    <a:off x="3540" y="12968"/>
                    <a:ext cx="53" cy="92"/>
                  </a:xfrm>
                  <a:prstGeom prst="straightConnector1">
                    <a:avLst/>
                  </a:prstGeom>
                  <a:ln w="12700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073751055" name="直接箭头连接符 1073751054"/>
                  <p:cNvCxnSpPr/>
                  <p:nvPr/>
                </p:nvCxnSpPr>
                <p:spPr>
                  <a:xfrm flipH="1">
                    <a:off x="3518" y="12968"/>
                    <a:ext cx="30" cy="92"/>
                  </a:xfrm>
                  <a:prstGeom prst="straightConnector1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cxnSp>
            </p:grpSp>
          </p:grpSp>
          <p:sp>
            <p:nvSpPr>
              <p:cNvPr id="1073751056" name="文本框 1073751055"/>
              <p:cNvSpPr txBox="1"/>
              <p:nvPr/>
            </p:nvSpPr>
            <p:spPr>
              <a:xfrm>
                <a:off x="3316" y="4342"/>
                <a:ext cx="880" cy="29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lIns="0" tIns="0" rIns="0" bIns="0"/>
              <a:p>
                <a:pPr algn="ctr"/>
                <a:r>
                  <a:rPr lang="zh-CN" altLang="en-US"/>
                  <a:t>图 例</a:t>
                </a:r>
                <a:endParaRPr lang="zh-CN" altLang="en-US"/>
              </a:p>
              <a:p>
                <a:endParaRPr lang="zh-CN" altLang="en-US"/>
              </a:p>
            </p:txBody>
          </p:sp>
          <p:sp>
            <p:nvSpPr>
              <p:cNvPr id="1073751057" name="文本框 1073751056"/>
              <p:cNvSpPr txBox="1"/>
              <p:nvPr/>
            </p:nvSpPr>
            <p:spPr>
              <a:xfrm>
                <a:off x="3614" y="4639"/>
                <a:ext cx="879" cy="2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lIns="0" tIns="0" rIns="0" bIns="0"/>
              <a:p>
                <a:pPr algn="ctr"/>
                <a:r>
                  <a:rPr lang="zh-CN" altLang="en-US"/>
                  <a:t>风电场</a:t>
                </a:r>
                <a:endParaRPr lang="zh-CN" altLang="en-US"/>
              </a:p>
              <a:p>
                <a:endParaRPr lang="zh-CN" altLang="en-US"/>
              </a:p>
            </p:txBody>
          </p:sp>
          <p:sp>
            <p:nvSpPr>
              <p:cNvPr id="1073751058" name="文本框 1073751057"/>
              <p:cNvSpPr txBox="1"/>
              <p:nvPr/>
            </p:nvSpPr>
            <p:spPr>
              <a:xfrm>
                <a:off x="3614" y="5185"/>
                <a:ext cx="666" cy="24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lIns="0" tIns="0" rIns="0" bIns="0"/>
              <a:p>
                <a:pPr algn="ctr"/>
                <a:r>
                  <a:rPr lang="zh-CN" altLang="en-US"/>
                  <a:t>区界</a:t>
                </a:r>
                <a:endParaRPr lang="zh-CN" altLang="en-US"/>
              </a:p>
              <a:p>
                <a:endParaRPr lang="zh-CN" altLang="en-US"/>
              </a:p>
            </p:txBody>
          </p:sp>
          <p:sp>
            <p:nvSpPr>
              <p:cNvPr id="1073751059" name="文本框 1073751058"/>
              <p:cNvSpPr txBox="1"/>
              <p:nvPr/>
            </p:nvSpPr>
            <p:spPr>
              <a:xfrm>
                <a:off x="3614" y="5475"/>
                <a:ext cx="666" cy="25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lIns="0" tIns="0" rIns="0" bIns="0"/>
              <a:p>
                <a:pPr algn="ctr"/>
                <a:r>
                  <a:rPr lang="zh-CN" altLang="en-US"/>
                  <a:t>山地</a:t>
                </a:r>
                <a:endParaRPr lang="zh-CN" altLang="en-US"/>
              </a:p>
              <a:p>
                <a:endParaRPr lang="zh-CN" altLang="en-US"/>
              </a:p>
            </p:txBody>
          </p:sp>
          <p:sp>
            <p:nvSpPr>
              <p:cNvPr id="1073751098" name="文本框 1073751097"/>
              <p:cNvSpPr txBox="1"/>
              <p:nvPr/>
            </p:nvSpPr>
            <p:spPr>
              <a:xfrm>
                <a:off x="3462" y="4917"/>
                <a:ext cx="1393" cy="2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lIns="0" tIns="0" rIns="0" bIns="0"/>
              <a:p>
                <a:r>
                  <a:rPr lang="zh-CN" altLang="en-US"/>
                  <a:t>沙漠、戈壁</a:t>
                </a:r>
                <a:endParaRPr lang="zh-CN" altLang="en-US"/>
              </a:p>
              <a:p>
                <a:endParaRPr lang="zh-CN" altLang="en-US"/>
              </a:p>
            </p:txBody>
          </p:sp>
          <p:cxnSp>
            <p:nvCxnSpPr>
              <p:cNvPr id="1073751863" name="直接箭头连接符 1073751862"/>
              <p:cNvCxnSpPr/>
              <p:nvPr/>
            </p:nvCxnSpPr>
            <p:spPr>
              <a:xfrm>
                <a:off x="3132" y="5321"/>
                <a:ext cx="364" cy="1"/>
              </a:xfrm>
              <a:prstGeom prst="straightConnector1">
                <a:avLst/>
              </a:prstGeom>
              <a:ln w="12700" cap="flat" cmpd="sng">
                <a:solidFill>
                  <a:srgbClr val="000000"/>
                </a:solidFill>
                <a:prstDash val="dashDot"/>
                <a:headEnd type="none" w="med" len="med"/>
                <a:tailEnd type="none" w="med" len="med"/>
              </a:ln>
            </p:spPr>
          </p:cxnSp>
          <p:grpSp>
            <p:nvGrpSpPr>
              <p:cNvPr id="1073752515" name="组合 1073752514"/>
              <p:cNvGrpSpPr/>
              <p:nvPr/>
            </p:nvGrpSpPr>
            <p:grpSpPr>
              <a:xfrm>
                <a:off x="3092" y="4923"/>
                <a:ext cx="321" cy="230"/>
                <a:chOff x="3092" y="4923"/>
                <a:chExt cx="321" cy="230"/>
              </a:xfrm>
            </p:grpSpPr>
            <p:sp>
              <p:nvSpPr>
                <p:cNvPr id="1073751097" name="任意多边形 1073751096"/>
                <p:cNvSpPr/>
                <p:nvPr/>
              </p:nvSpPr>
              <p:spPr>
                <a:xfrm>
                  <a:off x="3092" y="4923"/>
                  <a:ext cx="321" cy="230"/>
                </a:xfrm>
                <a:custGeom>
                  <a:avLst/>
                  <a:gdLst/>
                  <a:ahLst/>
                  <a:cxnLst/>
                  <a:pathLst>
                    <a:path w="289" h="254">
                      <a:moveTo>
                        <a:pt x="148" y="252"/>
                      </a:moveTo>
                      <a:cubicBezTo>
                        <a:pt x="109" y="250"/>
                        <a:pt x="26" y="217"/>
                        <a:pt x="13" y="185"/>
                      </a:cubicBezTo>
                      <a:cubicBezTo>
                        <a:pt x="0" y="153"/>
                        <a:pt x="29" y="90"/>
                        <a:pt x="68" y="60"/>
                      </a:cubicBezTo>
                      <a:cubicBezTo>
                        <a:pt x="107" y="30"/>
                        <a:pt x="211" y="0"/>
                        <a:pt x="248" y="5"/>
                      </a:cubicBezTo>
                      <a:cubicBezTo>
                        <a:pt x="285" y="10"/>
                        <a:pt x="289" y="56"/>
                        <a:pt x="289" y="88"/>
                      </a:cubicBezTo>
                      <a:cubicBezTo>
                        <a:pt x="289" y="120"/>
                        <a:pt x="280" y="172"/>
                        <a:pt x="248" y="199"/>
                      </a:cubicBezTo>
                      <a:cubicBezTo>
                        <a:pt x="216" y="226"/>
                        <a:pt x="187" y="254"/>
                        <a:pt x="148" y="252"/>
                      </a:cubicBezTo>
                      <a:close/>
                    </a:path>
                  </a:pathLst>
                </a:custGeom>
                <a:pattFill prst="pct10">
                  <a:fgClr>
                    <a:srgbClr val="404040">
                      <a:alpha val="100000"/>
                    </a:srgbClr>
                  </a:fgClr>
                  <a:bgClr>
                    <a:srgbClr val="FFFFFF">
                      <a:alpha val="100000"/>
                    </a:srgbClr>
                  </a:bgClr>
                </a:patt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73751100" name="等腰三角形 1073751099"/>
                <p:cNvSpPr>
                  <a:spLocks noChangeAspect="1"/>
                </p:cNvSpPr>
                <p:nvPr/>
              </p:nvSpPr>
              <p:spPr>
                <a:xfrm flipH="1">
                  <a:off x="3165" y="4994"/>
                  <a:ext cx="72" cy="72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404040"/>
                </a:solidFill>
                <a:ln w="952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73751101" name="等腰三角形 1073751100"/>
                <p:cNvSpPr>
                  <a:spLocks noChangeAspect="1"/>
                </p:cNvSpPr>
                <p:nvPr/>
              </p:nvSpPr>
              <p:spPr>
                <a:xfrm flipH="1">
                  <a:off x="3293" y="5017"/>
                  <a:ext cx="72" cy="72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404040"/>
                </a:solidFill>
                <a:ln w="952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</p:grpSp>
      </p:grpSp>
      <p:pic>
        <p:nvPicPr>
          <p:cNvPr id="1073749762" name="图片 1073749761" descr="http://y0.ifengimg.com/cmpp/2015/06/20/06/2380303d-bd69-4cc5-9c31-02f34d0d0185_size105_w400_h266.jpg"/>
          <p:cNvPicPr>
            <a:picLocks noChangeAspect="1"/>
          </p:cNvPicPr>
          <p:nvPr/>
        </p:nvPicPr>
        <p:blipFill>
          <a:blip r:embed="rId1" r:link="rId2"/>
          <a:srcRect l="26765" r="21266"/>
          <a:stretch>
            <a:fillRect/>
          </a:stretch>
        </p:blipFill>
        <p:spPr>
          <a:xfrm>
            <a:off x="6776085" y="701675"/>
            <a:ext cx="2152650" cy="275463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36830" y="4458970"/>
            <a:ext cx="901890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12.</a:t>
            </a:r>
            <a:r>
              <a:rPr lang="zh-CN" altLang="en-US" sz="2400" b="1"/>
              <a:t>秋分日，某中学生实践小组在甘肃瓜州风电站开展了两项观测：</a:t>
            </a:r>
            <a:endParaRPr lang="zh-CN" altLang="en-US" sz="2400" b="1"/>
          </a:p>
          <a:p>
            <a:r>
              <a:rPr lang="zh-CN" altLang="en-US" sz="2400" b="1"/>
              <a:t>观测一：某一风塔（筒高约50米），当日最短影长为50米；</a:t>
            </a:r>
            <a:endParaRPr lang="zh-CN" altLang="en-US" sz="2400" b="1"/>
          </a:p>
          <a:p>
            <a:r>
              <a:rPr lang="zh-CN" altLang="en-US" sz="2400" b="1"/>
              <a:t>观测二：某一时刻（正值北京时间12:00），当地风塔影子朝向西北。</a:t>
            </a:r>
            <a:endParaRPr lang="zh-CN" altLang="en-US" sz="2400" b="1"/>
          </a:p>
          <a:p>
            <a:r>
              <a:rPr lang="zh-CN" altLang="en-US" sz="2400" b="1"/>
              <a:t>判断上述两种观测结果是否正确，并分别说明理由。（4分）</a:t>
            </a:r>
            <a:endParaRPr lang="zh-CN" altLang="en-US" sz="2400"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zh-CN" altLang="en-US"/>
              <a:t>参考答案：</a:t>
            </a:r>
            <a:r>
              <a:rPr lang="en-US" altLang="zh-CN"/>
              <a:t>1.B   2.  C  3.B  4.D</a:t>
            </a:r>
            <a:r>
              <a:rPr lang="zh-CN" altLang="en-US"/>
              <a:t>  </a:t>
            </a:r>
            <a:r>
              <a:rPr lang="en-US" altLang="zh-CN"/>
              <a:t>5.C</a:t>
            </a:r>
            <a:r>
              <a:rPr lang="zh-CN" altLang="en-US"/>
              <a:t> </a:t>
            </a:r>
            <a:r>
              <a:rPr lang="en-US" altLang="zh-CN"/>
              <a:t>  6.A  7. A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8.B   9. A  10.</a:t>
            </a:r>
            <a:r>
              <a:rPr lang="zh-CN" altLang="en-US"/>
              <a:t>略  </a:t>
            </a:r>
            <a:r>
              <a:rPr lang="en-US" altLang="zh-CN"/>
              <a:t>11.</a:t>
            </a:r>
            <a:r>
              <a:rPr lang="zh-CN" altLang="en-US"/>
              <a:t>略 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12.观测一：错误（1分）；秋分日，当地（约40°N）正午太阳高度角大于45°，风塔正午影长小于50m。（1分）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观测二：正确（1分）；当地（约95°E）地方时约为10:30，此时太阳方位为东南，风塔影子朝向西北。（1分）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7904,&quot;width&quot;:13168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1637</Words>
  <Application>WPS 演示</Application>
  <PresentationFormat>全屏显示(4:3)</PresentationFormat>
  <Paragraphs>107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宋体</vt:lpstr>
      <vt:lpstr>Wingdings</vt:lpstr>
      <vt:lpstr>楷体</vt:lpstr>
      <vt:lpstr>黑体</vt:lpstr>
      <vt:lpstr>华文楷体</vt:lpstr>
      <vt:lpstr>Times New Roman</vt:lpstr>
      <vt:lpstr>楷体_GB2312</vt:lpstr>
      <vt:lpstr>新宋体</vt:lpstr>
      <vt:lpstr>Calibri</vt:lpstr>
      <vt:lpstr>微软雅黑</vt:lpstr>
      <vt:lpstr>Arial Unicode MS</vt:lpstr>
      <vt:lpstr>Office 主题</vt:lpstr>
      <vt:lpstr>高二地理第二次晚练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一日一题5</dc:title>
  <dc:creator>HP5554</dc:creator>
  <cp:lastModifiedBy>HP5554</cp:lastModifiedBy>
  <cp:revision>44</cp:revision>
  <dcterms:created xsi:type="dcterms:W3CDTF">2018-09-12T01:08:00Z</dcterms:created>
  <dcterms:modified xsi:type="dcterms:W3CDTF">2020-09-22T09:08:34Z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2052-11.1.0.9999</vt:lpwstr>
  </property>
</Properties>
</file>