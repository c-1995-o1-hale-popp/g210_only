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337" r:id="rId4"/>
    <p:sldId id="340" r:id="rId5"/>
    <p:sldId id="339" r:id="rId6"/>
    <p:sldId id="338" r:id="rId7"/>
    <p:sldId id="329" r:id="rId8"/>
    <p:sldId id="281" r:id="rId9"/>
    <p:sldId id="312" r:id="rId10"/>
    <p:sldId id="331" r:id="rId11"/>
    <p:sldId id="336" r:id="rId12"/>
    <p:sldId id="311" r:id="rId13"/>
    <p:sldId id="316" r:id="rId14"/>
    <p:sldId id="258" r:id="rId15"/>
    <p:sldId id="306" r:id="rId16"/>
    <p:sldId id="305" r:id="rId17"/>
    <p:sldId id="332" r:id="rId18"/>
    <p:sldId id="317" r:id="rId19"/>
    <p:sldId id="269" r:id="rId20"/>
    <p:sldId id="320" r:id="rId21"/>
    <p:sldId id="319" r:id="rId22"/>
    <p:sldId id="322" r:id="rId23"/>
    <p:sldId id="323" r:id="rId24"/>
    <p:sldId id="326" r:id="rId25"/>
    <p:sldId id="327" r:id="rId26"/>
    <p:sldId id="278" r:id="rId27"/>
    <p:sldId id="310" r:id="rId28"/>
    <p:sldId id="309" r:id="rId29"/>
    <p:sldId id="333" r:id="rId30"/>
    <p:sldId id="334" r:id="rId31"/>
    <p:sldId id="321" r:id="rId32"/>
    <p:sldId id="335" r:id="rId33"/>
  </p:sldIdLst>
  <p:sldSz cx="9144000" cy="51435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40000"/>
    <a:srgbClr val="006600"/>
    <a:srgbClr val="FF9900"/>
    <a:srgbClr val="000099"/>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3064"/>
    <p:restoredTop sz="94660"/>
  </p:normalViewPr>
  <p:slideViewPr>
    <p:cSldViewPr showGuides="1">
      <p:cViewPr varScale="1">
        <p:scale>
          <a:sx n="88" d="100"/>
          <a:sy n="88" d="100"/>
        </p:scale>
        <p:origin x="-978" y="-96"/>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diagrams/_rels/drawing1.xml.rels><?xml version="1.0" encoding="UTF-8" standalone="yes"?>
<Relationships xmlns="http://schemas.openxmlformats.org/package/2006/relationships"><Relationship Id="rId4" Type="http://schemas.openxmlformats.org/officeDocument/2006/relationships/image" Target="../media/image28.jpeg"/><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947B474-0456-45AF-A74A-BAB68D349FD8}" type="doc">
      <dgm:prSet loTypeId="urn:microsoft.com/office/officeart/2005/8/layout/vList3#1" loCatId="list" qsTypeId="urn:microsoft.com/office/officeart/2005/8/quickstyle/simple5" qsCatId="simple" csTypeId="urn:microsoft.com/office/officeart/2005/8/colors/colorful1#1" csCatId="colorful" phldr="1"/>
      <dgm:spPr/>
    </dgm:pt>
    <dgm:pt modelId="{344B7834-08C9-4291-A942-96B2A9C36A55}">
      <dgm:prSet phldrT="[文本]"/>
      <dgm:spPr/>
      <dgm:t>
        <a:bodyPr/>
        <a:lstStyle/>
        <a:p>
          <a:r>
            <a:rPr lang="zh-CN" altLang="en-US" b="1" dirty="0" smtClean="0">
              <a:solidFill>
                <a:srgbClr val="FF0000"/>
              </a:solidFill>
            </a:rPr>
            <a:t>传统文化的基本形式</a:t>
          </a:r>
          <a:endParaRPr lang="zh-CN" altLang="en-US" b="1" dirty="0">
            <a:solidFill>
              <a:srgbClr val="FF0000"/>
            </a:solidFill>
          </a:endParaRPr>
        </a:p>
      </dgm:t>
    </dgm:pt>
    <dgm:pt modelId="{DAC78FDD-AB41-43C9-A1FE-82550CA46074}" cxnId="{AE89CFCD-7ED0-4C0A-9397-76133710CBB0}" type="parTrans">
      <dgm:prSet/>
      <dgm:spPr/>
      <dgm:t>
        <a:bodyPr/>
        <a:lstStyle/>
        <a:p>
          <a:endParaRPr lang="zh-CN" altLang="en-US"/>
        </a:p>
      </dgm:t>
    </dgm:pt>
    <dgm:pt modelId="{5A7B707F-9107-47BD-90D0-73F0FF5E7508}" cxnId="{AE89CFCD-7ED0-4C0A-9397-76133710CBB0}" type="sibTrans">
      <dgm:prSet/>
      <dgm:spPr/>
      <dgm:t>
        <a:bodyPr/>
        <a:lstStyle/>
        <a:p>
          <a:endParaRPr lang="zh-CN" altLang="en-US"/>
        </a:p>
      </dgm:t>
    </dgm:pt>
    <dgm:pt modelId="{DB493171-4015-4DEA-B0B5-F5BDD94FFD50}">
      <dgm:prSet phldrT="[文本]"/>
      <dgm:spPr/>
      <dgm:t>
        <a:bodyPr/>
        <a:lstStyle/>
        <a:p>
          <a:r>
            <a:rPr lang="zh-CN" altLang="en-US" b="1" dirty="0" smtClean="0">
              <a:solidFill>
                <a:schemeClr val="tx1"/>
              </a:solidFill>
            </a:rPr>
            <a:t>展现传统文化的重要标志</a:t>
          </a:r>
          <a:endParaRPr lang="zh-CN" altLang="en-US" b="1" dirty="0">
            <a:solidFill>
              <a:schemeClr val="tx1"/>
            </a:solidFill>
          </a:endParaRPr>
        </a:p>
      </dgm:t>
    </dgm:pt>
    <dgm:pt modelId="{3224F7EC-2477-40DB-BD7B-DC7556A05BDA}" cxnId="{3FEB3184-95CC-4EEC-B21B-28B945CCBE2A}" type="parTrans">
      <dgm:prSet/>
      <dgm:spPr/>
      <dgm:t>
        <a:bodyPr/>
        <a:lstStyle/>
        <a:p>
          <a:endParaRPr lang="zh-CN" altLang="en-US"/>
        </a:p>
      </dgm:t>
    </dgm:pt>
    <dgm:pt modelId="{C85117DE-723B-428F-80A0-397FD9892571}" cxnId="{3FEB3184-95CC-4EEC-B21B-28B945CCBE2A}" type="sibTrans">
      <dgm:prSet/>
      <dgm:spPr/>
      <dgm:t>
        <a:bodyPr/>
        <a:lstStyle/>
        <a:p>
          <a:endParaRPr lang="zh-CN" altLang="en-US"/>
        </a:p>
      </dgm:t>
    </dgm:pt>
    <dgm:pt modelId="{658C115D-B208-42F0-A50D-6D2FC7AF16B0}">
      <dgm:prSet phldrT="[文本]"/>
      <dgm:spPr/>
      <dgm:t>
        <a:bodyPr/>
        <a:lstStyle/>
        <a:p>
          <a:r>
            <a:rPr lang="zh-CN" altLang="en-US" b="1" dirty="0" smtClean="0"/>
            <a:t>中华民族灿烂文化的重要组成部分</a:t>
          </a:r>
          <a:endParaRPr lang="zh-CN" altLang="en-US" b="1" dirty="0"/>
        </a:p>
      </dgm:t>
    </dgm:pt>
    <dgm:pt modelId="{5F70F36E-D0DF-4B5D-99E6-ED5699922E34}" cxnId="{2A82D965-36C4-4F00-9E9A-6DC9DD31F401}" type="parTrans">
      <dgm:prSet/>
      <dgm:spPr/>
      <dgm:t>
        <a:bodyPr/>
        <a:lstStyle/>
        <a:p>
          <a:endParaRPr lang="zh-CN" altLang="en-US"/>
        </a:p>
      </dgm:t>
    </dgm:pt>
    <dgm:pt modelId="{817596F2-F93E-4E53-B3B5-9B0C1A264749}" cxnId="{2A82D965-36C4-4F00-9E9A-6DC9DD31F401}" type="sibTrans">
      <dgm:prSet/>
      <dgm:spPr/>
      <dgm:t>
        <a:bodyPr/>
        <a:lstStyle/>
        <a:p>
          <a:endParaRPr lang="zh-CN" altLang="en-US"/>
        </a:p>
      </dgm:t>
    </dgm:pt>
    <dgm:pt modelId="{F0D3362A-C4A5-4C9A-AEE0-65BD3E9D8489}">
      <dgm:prSet phldrT="[文本]"/>
      <dgm:spPr/>
      <dgm:t>
        <a:bodyPr/>
        <a:lstStyle/>
        <a:p>
          <a:r>
            <a:rPr lang="zh-CN" altLang="en-US" b="1" dirty="0" smtClean="0">
              <a:solidFill>
                <a:srgbClr val="0070C0"/>
              </a:solidFill>
            </a:rPr>
            <a:t>中华文化中非常重要的组成部分</a:t>
          </a:r>
          <a:endParaRPr lang="zh-CN" altLang="en-US" b="1" dirty="0">
            <a:solidFill>
              <a:srgbClr val="0070C0"/>
            </a:solidFill>
          </a:endParaRPr>
        </a:p>
      </dgm:t>
    </dgm:pt>
    <dgm:pt modelId="{E8D6F304-D250-4F73-BC7D-70788A4DD54B}" cxnId="{394BACA4-FB56-44FE-ABD6-9964EF538691}" type="parTrans">
      <dgm:prSet/>
      <dgm:spPr/>
      <dgm:t>
        <a:bodyPr/>
        <a:lstStyle/>
        <a:p>
          <a:endParaRPr lang="zh-CN" altLang="en-US"/>
        </a:p>
      </dgm:t>
    </dgm:pt>
    <dgm:pt modelId="{D3BE71E5-0FBD-471D-A902-AB32B270D9A9}" cxnId="{394BACA4-FB56-44FE-ABD6-9964EF538691}" type="sibTrans">
      <dgm:prSet/>
      <dgm:spPr/>
      <dgm:t>
        <a:bodyPr/>
        <a:lstStyle/>
        <a:p>
          <a:endParaRPr lang="zh-CN" altLang="en-US"/>
        </a:p>
      </dgm:t>
    </dgm:pt>
    <dgm:pt modelId="{3BEBEAA5-89B2-4AAD-8385-478EA1EB9D55}" type="pres">
      <dgm:prSet presAssocID="{B947B474-0456-45AF-A74A-BAB68D349FD8}" presName="linearFlow" presStyleCnt="0">
        <dgm:presLayoutVars>
          <dgm:dir/>
          <dgm:resizeHandles val="exact"/>
        </dgm:presLayoutVars>
      </dgm:prSet>
      <dgm:spPr/>
    </dgm:pt>
    <dgm:pt modelId="{B4EA5425-E8CC-4EB8-A4FE-35F612D0A5FD}" type="pres">
      <dgm:prSet presAssocID="{344B7834-08C9-4291-A942-96B2A9C36A55}" presName="composite" presStyleCnt="0"/>
      <dgm:spPr/>
    </dgm:pt>
    <dgm:pt modelId="{D2E2D71F-F424-4D1F-A412-719E0B3CB6A5}" type="pres">
      <dgm:prSet presAssocID="{344B7834-08C9-4291-A942-96B2A9C36A55}" presName="imgShp" presStyleLbl="fgImgPlace1" presStyleIdx="0" presStyleCnt="4" custScaleX="480450" custScaleY="443658" custLinFactNeighborX="-47934"/>
      <dgm:spPr>
        <a:blipFill rotWithShape="0">
          <a:blip xmlns:r="http://schemas.openxmlformats.org/officeDocument/2006/relationships" r:embed="rId1"/>
          <a:stretch>
            <a:fillRect/>
          </a:stretch>
        </a:blipFill>
      </dgm:spPr>
    </dgm:pt>
    <dgm:pt modelId="{8A3CD90F-E15D-46B1-AA0A-44FAE5D03B85}" type="pres">
      <dgm:prSet presAssocID="{344B7834-08C9-4291-A942-96B2A9C36A55}" presName="txShp" presStyleLbl="node1" presStyleIdx="0" presStyleCnt="4" custScaleX="124929" custScaleY="365478" custLinFactNeighborX="14013">
        <dgm:presLayoutVars>
          <dgm:bulletEnabled val="1"/>
        </dgm:presLayoutVars>
      </dgm:prSet>
      <dgm:spPr/>
      <dgm:t>
        <a:bodyPr/>
        <a:lstStyle/>
        <a:p>
          <a:endParaRPr lang="zh-CN" altLang="en-US"/>
        </a:p>
      </dgm:t>
    </dgm:pt>
    <dgm:pt modelId="{0C39DE5A-B2A8-4532-8F28-918B62EBD60C}" type="pres">
      <dgm:prSet presAssocID="{5A7B707F-9107-47BD-90D0-73F0FF5E7508}" presName="spacing" presStyleCnt="0"/>
      <dgm:spPr/>
    </dgm:pt>
    <dgm:pt modelId="{6D21254D-D90B-444B-8A8F-96F43686F158}" type="pres">
      <dgm:prSet presAssocID="{DB493171-4015-4DEA-B0B5-F5BDD94FFD50}" presName="composite" presStyleCnt="0"/>
      <dgm:spPr/>
    </dgm:pt>
    <dgm:pt modelId="{39C3E92A-3105-45BF-8D82-C239366F2E67}" type="pres">
      <dgm:prSet presAssocID="{DB493171-4015-4DEA-B0B5-F5BDD94FFD50}" presName="imgShp" presStyleLbl="fgImgPlace1" presStyleIdx="1" presStyleCnt="4" custScaleX="480450" custScaleY="443658" custLinFactNeighborX="-47934"/>
      <dgm:spPr>
        <a:blipFill rotWithShape="0">
          <a:blip xmlns:r="http://schemas.openxmlformats.org/officeDocument/2006/relationships" r:embed="rId2"/>
          <a:stretch>
            <a:fillRect/>
          </a:stretch>
        </a:blipFill>
      </dgm:spPr>
    </dgm:pt>
    <dgm:pt modelId="{3058D401-8544-4AE9-8766-79BC7A1797C1}" type="pres">
      <dgm:prSet presAssocID="{DB493171-4015-4DEA-B0B5-F5BDD94FFD50}" presName="txShp" presStyleLbl="node1" presStyleIdx="1" presStyleCnt="4" custScaleX="124929" custScaleY="365478" custLinFactNeighborX="14013">
        <dgm:presLayoutVars>
          <dgm:bulletEnabled val="1"/>
        </dgm:presLayoutVars>
      </dgm:prSet>
      <dgm:spPr/>
      <dgm:t>
        <a:bodyPr/>
        <a:lstStyle/>
        <a:p>
          <a:endParaRPr lang="zh-CN" altLang="en-US"/>
        </a:p>
      </dgm:t>
    </dgm:pt>
    <dgm:pt modelId="{7C61F5B4-06EF-421A-8ECA-996D83DBE301}" type="pres">
      <dgm:prSet presAssocID="{C85117DE-723B-428F-80A0-397FD9892571}" presName="spacing" presStyleCnt="0"/>
      <dgm:spPr/>
    </dgm:pt>
    <dgm:pt modelId="{71836539-5E03-4715-86C1-9A0000BBAED5}" type="pres">
      <dgm:prSet presAssocID="{658C115D-B208-42F0-A50D-6D2FC7AF16B0}" presName="composite" presStyleCnt="0"/>
      <dgm:spPr/>
    </dgm:pt>
    <dgm:pt modelId="{C21D35EF-DB8D-4C5D-915A-43AA0AB0D5E5}" type="pres">
      <dgm:prSet presAssocID="{658C115D-B208-42F0-A50D-6D2FC7AF16B0}" presName="imgShp" presStyleLbl="fgImgPlace1" presStyleIdx="2" presStyleCnt="4" custScaleX="480450" custScaleY="443658" custLinFactNeighborX="-47934"/>
      <dgm:spPr>
        <a:blipFill rotWithShape="0">
          <a:blip xmlns:r="http://schemas.openxmlformats.org/officeDocument/2006/relationships" r:embed="rId3"/>
          <a:stretch>
            <a:fillRect/>
          </a:stretch>
        </a:blipFill>
      </dgm:spPr>
    </dgm:pt>
    <dgm:pt modelId="{5B95E6F9-E0C1-4578-B136-B9A3BDF0C4C7}" type="pres">
      <dgm:prSet presAssocID="{658C115D-B208-42F0-A50D-6D2FC7AF16B0}" presName="txShp" presStyleLbl="node1" presStyleIdx="2" presStyleCnt="4" custScaleX="124929" custScaleY="365478" custLinFactNeighborX="14013">
        <dgm:presLayoutVars>
          <dgm:bulletEnabled val="1"/>
        </dgm:presLayoutVars>
      </dgm:prSet>
      <dgm:spPr/>
      <dgm:t>
        <a:bodyPr/>
        <a:lstStyle/>
        <a:p>
          <a:endParaRPr lang="zh-CN" altLang="en-US"/>
        </a:p>
      </dgm:t>
    </dgm:pt>
    <dgm:pt modelId="{C31AAEC6-DA77-4209-B634-15243359DF69}" type="pres">
      <dgm:prSet presAssocID="{817596F2-F93E-4E53-B3B5-9B0C1A264749}" presName="spacing" presStyleCnt="0"/>
      <dgm:spPr/>
    </dgm:pt>
    <dgm:pt modelId="{924455A0-119E-43C0-844F-ABC2EF5B6A90}" type="pres">
      <dgm:prSet presAssocID="{F0D3362A-C4A5-4C9A-AEE0-65BD3E9D8489}" presName="composite" presStyleCnt="0"/>
      <dgm:spPr/>
    </dgm:pt>
    <dgm:pt modelId="{68238FCF-0173-4232-A638-F8E884C6C354}" type="pres">
      <dgm:prSet presAssocID="{F0D3362A-C4A5-4C9A-AEE0-65BD3E9D8489}" presName="imgShp" presStyleLbl="fgImgPlace1" presStyleIdx="3" presStyleCnt="4" custScaleX="480450" custScaleY="443658" custLinFactNeighborX="-47934"/>
      <dgm:spPr>
        <a:blipFill rotWithShape="0">
          <a:blip xmlns:r="http://schemas.openxmlformats.org/officeDocument/2006/relationships" r:embed="rId4"/>
          <a:stretch>
            <a:fillRect/>
          </a:stretch>
        </a:blipFill>
      </dgm:spPr>
    </dgm:pt>
    <dgm:pt modelId="{220A4D77-7FD5-41A5-BB57-1B4818FCA648}" type="pres">
      <dgm:prSet presAssocID="{F0D3362A-C4A5-4C9A-AEE0-65BD3E9D8489}" presName="txShp" presStyleLbl="node1" presStyleIdx="3" presStyleCnt="4" custScaleX="124929" custScaleY="365478" custLinFactNeighborX="14013">
        <dgm:presLayoutVars>
          <dgm:bulletEnabled val="1"/>
        </dgm:presLayoutVars>
      </dgm:prSet>
      <dgm:spPr/>
      <dgm:t>
        <a:bodyPr/>
        <a:lstStyle/>
        <a:p>
          <a:endParaRPr lang="zh-CN" altLang="en-US"/>
        </a:p>
      </dgm:t>
    </dgm:pt>
  </dgm:ptLst>
  <dgm:cxnLst>
    <dgm:cxn modelId="{394BACA4-FB56-44FE-ABD6-9964EF538691}" srcId="{B947B474-0456-45AF-A74A-BAB68D349FD8}" destId="{F0D3362A-C4A5-4C9A-AEE0-65BD3E9D8489}" srcOrd="3" destOrd="0" parTransId="{E8D6F304-D250-4F73-BC7D-70788A4DD54B}" sibTransId="{D3BE71E5-0FBD-471D-A902-AB32B270D9A9}"/>
    <dgm:cxn modelId="{2AA11D92-39A4-49CE-B2F2-1010404D55B3}" type="presOf" srcId="{344B7834-08C9-4291-A942-96B2A9C36A55}" destId="{8A3CD90F-E15D-46B1-AA0A-44FAE5D03B85}" srcOrd="0" destOrd="0" presId="urn:microsoft.com/office/officeart/2005/8/layout/vList3#1"/>
    <dgm:cxn modelId="{F081ACD3-A5AA-4568-8840-41A6ACE3AFA8}" type="presOf" srcId="{658C115D-B208-42F0-A50D-6D2FC7AF16B0}" destId="{5B95E6F9-E0C1-4578-B136-B9A3BDF0C4C7}" srcOrd="0" destOrd="0" presId="urn:microsoft.com/office/officeart/2005/8/layout/vList3#1"/>
    <dgm:cxn modelId="{5E915C47-2972-4E5A-8BD2-95E02B03687C}" type="presOf" srcId="{F0D3362A-C4A5-4C9A-AEE0-65BD3E9D8489}" destId="{220A4D77-7FD5-41A5-BB57-1B4818FCA648}" srcOrd="0" destOrd="0" presId="urn:microsoft.com/office/officeart/2005/8/layout/vList3#1"/>
    <dgm:cxn modelId="{AE89CFCD-7ED0-4C0A-9397-76133710CBB0}" srcId="{B947B474-0456-45AF-A74A-BAB68D349FD8}" destId="{344B7834-08C9-4291-A942-96B2A9C36A55}" srcOrd="0" destOrd="0" parTransId="{DAC78FDD-AB41-43C9-A1FE-82550CA46074}" sibTransId="{5A7B707F-9107-47BD-90D0-73F0FF5E7508}"/>
    <dgm:cxn modelId="{2A82D965-36C4-4F00-9E9A-6DC9DD31F401}" srcId="{B947B474-0456-45AF-A74A-BAB68D349FD8}" destId="{658C115D-B208-42F0-A50D-6D2FC7AF16B0}" srcOrd="2" destOrd="0" parTransId="{5F70F36E-D0DF-4B5D-99E6-ED5699922E34}" sibTransId="{817596F2-F93E-4E53-B3B5-9B0C1A264749}"/>
    <dgm:cxn modelId="{D926AA91-E773-41EC-A90F-77C6D3B12443}" type="presOf" srcId="{B947B474-0456-45AF-A74A-BAB68D349FD8}" destId="{3BEBEAA5-89B2-4AAD-8385-478EA1EB9D55}" srcOrd="0" destOrd="0" presId="urn:microsoft.com/office/officeart/2005/8/layout/vList3#1"/>
    <dgm:cxn modelId="{42060069-2102-4B2D-9C85-DFF87ABD1435}" type="presOf" srcId="{DB493171-4015-4DEA-B0B5-F5BDD94FFD50}" destId="{3058D401-8544-4AE9-8766-79BC7A1797C1}" srcOrd="0" destOrd="0" presId="urn:microsoft.com/office/officeart/2005/8/layout/vList3#1"/>
    <dgm:cxn modelId="{3FEB3184-95CC-4EEC-B21B-28B945CCBE2A}" srcId="{B947B474-0456-45AF-A74A-BAB68D349FD8}" destId="{DB493171-4015-4DEA-B0B5-F5BDD94FFD50}" srcOrd="1" destOrd="0" parTransId="{3224F7EC-2477-40DB-BD7B-DC7556A05BDA}" sibTransId="{C85117DE-723B-428F-80A0-397FD9892571}"/>
    <dgm:cxn modelId="{BCBEB680-527D-4C4F-A91D-34CA4ABF5486}" type="presParOf" srcId="{3BEBEAA5-89B2-4AAD-8385-478EA1EB9D55}" destId="{B4EA5425-E8CC-4EB8-A4FE-35F612D0A5FD}" srcOrd="0" destOrd="0" presId="urn:microsoft.com/office/officeart/2005/8/layout/vList3#1"/>
    <dgm:cxn modelId="{0742415B-36E6-4FDC-A1C2-030DC27CB994}" type="presParOf" srcId="{B4EA5425-E8CC-4EB8-A4FE-35F612D0A5FD}" destId="{D2E2D71F-F424-4D1F-A412-719E0B3CB6A5}" srcOrd="0" destOrd="0" presId="urn:microsoft.com/office/officeart/2005/8/layout/vList3#1"/>
    <dgm:cxn modelId="{B6C8B5AA-EBAF-4448-98D7-816F17521D40}" type="presParOf" srcId="{B4EA5425-E8CC-4EB8-A4FE-35F612D0A5FD}" destId="{8A3CD90F-E15D-46B1-AA0A-44FAE5D03B85}" srcOrd="1" destOrd="0" presId="urn:microsoft.com/office/officeart/2005/8/layout/vList3#1"/>
    <dgm:cxn modelId="{58A182F4-A572-4A08-A8C9-ADC1D80F47D5}" type="presParOf" srcId="{3BEBEAA5-89B2-4AAD-8385-478EA1EB9D55}" destId="{0C39DE5A-B2A8-4532-8F28-918B62EBD60C}" srcOrd="1" destOrd="0" presId="urn:microsoft.com/office/officeart/2005/8/layout/vList3#1"/>
    <dgm:cxn modelId="{F48BAFF7-00B6-4CF3-9A04-B14A1A7A46B6}" type="presParOf" srcId="{3BEBEAA5-89B2-4AAD-8385-478EA1EB9D55}" destId="{6D21254D-D90B-444B-8A8F-96F43686F158}" srcOrd="2" destOrd="0" presId="urn:microsoft.com/office/officeart/2005/8/layout/vList3#1"/>
    <dgm:cxn modelId="{C45724D2-90B2-44A4-8685-B71C0CC85A06}" type="presParOf" srcId="{6D21254D-D90B-444B-8A8F-96F43686F158}" destId="{39C3E92A-3105-45BF-8D82-C239366F2E67}" srcOrd="0" destOrd="0" presId="urn:microsoft.com/office/officeart/2005/8/layout/vList3#1"/>
    <dgm:cxn modelId="{0B8EB805-AD23-4D34-934A-07805D1DA4C0}" type="presParOf" srcId="{6D21254D-D90B-444B-8A8F-96F43686F158}" destId="{3058D401-8544-4AE9-8766-79BC7A1797C1}" srcOrd="1" destOrd="0" presId="urn:microsoft.com/office/officeart/2005/8/layout/vList3#1"/>
    <dgm:cxn modelId="{8D70DB81-9AE0-40A2-BB3D-5D0CDDA32262}" type="presParOf" srcId="{3BEBEAA5-89B2-4AAD-8385-478EA1EB9D55}" destId="{7C61F5B4-06EF-421A-8ECA-996D83DBE301}" srcOrd="3" destOrd="0" presId="urn:microsoft.com/office/officeart/2005/8/layout/vList3#1"/>
    <dgm:cxn modelId="{0E4356EA-4A35-4603-AE67-BEAD81C8F881}" type="presParOf" srcId="{3BEBEAA5-89B2-4AAD-8385-478EA1EB9D55}" destId="{71836539-5E03-4715-86C1-9A0000BBAED5}" srcOrd="4" destOrd="0" presId="urn:microsoft.com/office/officeart/2005/8/layout/vList3#1"/>
    <dgm:cxn modelId="{ABCC7516-F567-4557-86A6-DA192FE2D515}" type="presParOf" srcId="{71836539-5E03-4715-86C1-9A0000BBAED5}" destId="{C21D35EF-DB8D-4C5D-915A-43AA0AB0D5E5}" srcOrd="0" destOrd="0" presId="urn:microsoft.com/office/officeart/2005/8/layout/vList3#1"/>
    <dgm:cxn modelId="{0C6A421D-0E5A-4B23-BF2E-9F2A49C546D6}" type="presParOf" srcId="{71836539-5E03-4715-86C1-9A0000BBAED5}" destId="{5B95E6F9-E0C1-4578-B136-B9A3BDF0C4C7}" srcOrd="1" destOrd="0" presId="urn:microsoft.com/office/officeart/2005/8/layout/vList3#1"/>
    <dgm:cxn modelId="{DE6C95F0-8BFB-4812-8565-D8AA2C10CBAB}" type="presParOf" srcId="{3BEBEAA5-89B2-4AAD-8385-478EA1EB9D55}" destId="{C31AAEC6-DA77-4209-B634-15243359DF69}" srcOrd="5" destOrd="0" presId="urn:microsoft.com/office/officeart/2005/8/layout/vList3#1"/>
    <dgm:cxn modelId="{5192FA5A-A05E-46A0-9A62-0254B0ECEB0E}" type="presParOf" srcId="{3BEBEAA5-89B2-4AAD-8385-478EA1EB9D55}" destId="{924455A0-119E-43C0-844F-ABC2EF5B6A90}" srcOrd="6" destOrd="0" presId="urn:microsoft.com/office/officeart/2005/8/layout/vList3#1"/>
    <dgm:cxn modelId="{C1E18107-53A2-4CEB-AD0D-C90397B9E2AD}" type="presParOf" srcId="{924455A0-119E-43C0-844F-ABC2EF5B6A90}" destId="{68238FCF-0173-4232-A638-F8E884C6C354}" srcOrd="0" destOrd="0" presId="urn:microsoft.com/office/officeart/2005/8/layout/vList3#1"/>
    <dgm:cxn modelId="{0E8E3C21-8DAD-4B0F-A5C9-DD391F84734A}" type="presParOf" srcId="{924455A0-119E-43C0-844F-ABC2EF5B6A90}" destId="{220A4D77-7FD5-41A5-BB57-1B4818FCA648}" srcOrd="1" destOrd="0" presId="urn:microsoft.com/office/officeart/2005/8/layout/vList3#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C4E449-414C-4A3C-99A8-7E53F586B776}" type="doc">
      <dgm:prSet loTypeId="urn:microsoft.com/office/officeart/2005/8/layout/hList9" loCatId="list" qsTypeId="urn:microsoft.com/office/officeart/2005/8/quickstyle/simple4" qsCatId="simple" csTypeId="urn:microsoft.com/office/officeart/2005/8/colors/accent1_2" csCatId="accent1" phldr="1"/>
      <dgm:spPr/>
      <dgm:t>
        <a:bodyPr/>
        <a:lstStyle/>
        <a:p>
          <a:endParaRPr lang="zh-CN" altLang="en-US"/>
        </a:p>
      </dgm:t>
    </dgm:pt>
    <dgm:pt modelId="{8F63A231-B7C9-4037-8EE4-00FAA1494AE1}">
      <dgm:prSet phldrT="[文本]"/>
      <dgm:spPr/>
      <dgm:t>
        <a:bodyPr/>
        <a:lstStyle/>
        <a:p>
          <a:r>
            <a:rPr lang="zh-CN" altLang="en-US" dirty="0" smtClean="0"/>
            <a:t>保持</a:t>
          </a:r>
          <a:r>
            <a:rPr lang="en-US" altLang="zh-CN" dirty="0" smtClean="0"/>
            <a:t/>
          </a:r>
          <a:br>
            <a:rPr lang="en-US" altLang="zh-CN" dirty="0" smtClean="0"/>
          </a:br>
          <a:r>
            <a:rPr lang="zh-CN" altLang="en-US" dirty="0" smtClean="0"/>
            <a:t>发扬</a:t>
          </a:r>
          <a:endParaRPr lang="zh-CN" altLang="en-US" dirty="0"/>
        </a:p>
      </dgm:t>
    </dgm:pt>
    <dgm:pt modelId="{FA12256F-8C29-435D-A5A9-E6092278E583}" cxnId="{68319DB6-0A9E-402B-BDCF-78DAB9F29EE4}" type="parTrans">
      <dgm:prSet/>
      <dgm:spPr/>
      <dgm:t>
        <a:bodyPr/>
        <a:lstStyle/>
        <a:p>
          <a:endParaRPr lang="zh-CN" altLang="en-US"/>
        </a:p>
      </dgm:t>
    </dgm:pt>
    <dgm:pt modelId="{087F1642-FE35-4C74-8193-06680A4D05C6}" cxnId="{68319DB6-0A9E-402B-BDCF-78DAB9F29EE4}" type="sibTrans">
      <dgm:prSet/>
      <dgm:spPr/>
      <dgm:t>
        <a:bodyPr/>
        <a:lstStyle/>
        <a:p>
          <a:endParaRPr lang="zh-CN" altLang="en-US"/>
        </a:p>
      </dgm:t>
    </dgm:pt>
    <dgm:pt modelId="{DD8A772F-5512-4AFF-962E-301FFD6E7EED}">
      <dgm:prSet phldrT="[文本]" custT="1"/>
      <dgm:spPr/>
      <dgm:t>
        <a:bodyPr/>
        <a:lstStyle/>
        <a:p>
          <a:r>
            <a:rPr lang="zh-CN" altLang="en-US" sz="2300" b="1" smtClean="0">
              <a:latin typeface="幼圆" panose="02010509060101010101" pitchFamily="49" charset="-122"/>
              <a:ea typeface="幼圆" panose="02010509060101010101" pitchFamily="49" charset="-122"/>
            </a:rPr>
            <a:t>符合社会要求的</a:t>
          </a:r>
          <a:endParaRPr lang="zh-CN" altLang="en-US" sz="2300" b="1" dirty="0">
            <a:latin typeface="幼圆" panose="02010509060101010101" pitchFamily="49" charset="-122"/>
            <a:ea typeface="幼圆" panose="02010509060101010101" pitchFamily="49" charset="-122"/>
          </a:endParaRPr>
        </a:p>
      </dgm:t>
    </dgm:pt>
    <dgm:pt modelId="{ADA315D3-027F-4096-A470-50FE233FB444}" cxnId="{7224A5DC-DB5D-4412-A089-BD352CD0B6B9}" type="parTrans">
      <dgm:prSet/>
      <dgm:spPr/>
      <dgm:t>
        <a:bodyPr/>
        <a:lstStyle/>
        <a:p>
          <a:endParaRPr lang="zh-CN" altLang="en-US"/>
        </a:p>
      </dgm:t>
    </dgm:pt>
    <dgm:pt modelId="{20B4B33E-81CA-4E74-9293-D561FF6A98E8}" cxnId="{7224A5DC-DB5D-4412-A089-BD352CD0B6B9}" type="sibTrans">
      <dgm:prSet/>
      <dgm:spPr/>
      <dgm:t>
        <a:bodyPr/>
        <a:lstStyle/>
        <a:p>
          <a:endParaRPr lang="zh-CN" altLang="en-US"/>
        </a:p>
      </dgm:t>
    </dgm:pt>
    <dgm:pt modelId="{6B2E6A58-EDCF-42B9-9369-14E70C1BF6FF}">
      <dgm:prSet phldrT="[文本]" custT="1"/>
      <dgm:spPr/>
      <dgm:t>
        <a:bodyPr/>
        <a:lstStyle/>
        <a:p>
          <a:r>
            <a:rPr lang="zh-CN" altLang="en-US" sz="2300" b="1" smtClean="0">
              <a:latin typeface="幼圆" panose="02010509060101010101" pitchFamily="49" charset="-122"/>
              <a:ea typeface="幼圆" panose="02010509060101010101" pitchFamily="49" charset="-122"/>
            </a:rPr>
            <a:t>积极向上的</a:t>
          </a:r>
          <a:endParaRPr lang="zh-CN" altLang="en-US" sz="2300" b="1" dirty="0">
            <a:latin typeface="幼圆" panose="02010509060101010101" pitchFamily="49" charset="-122"/>
            <a:ea typeface="幼圆" panose="02010509060101010101" pitchFamily="49" charset="-122"/>
          </a:endParaRPr>
        </a:p>
      </dgm:t>
    </dgm:pt>
    <dgm:pt modelId="{DDA0C8B2-4198-4DFE-AD8F-ABA5FF730662}" cxnId="{2E68F903-3846-42A9-9957-4CA4EA7FE0E8}" type="parTrans">
      <dgm:prSet/>
      <dgm:spPr/>
      <dgm:t>
        <a:bodyPr/>
        <a:lstStyle/>
        <a:p>
          <a:endParaRPr lang="zh-CN" altLang="en-US"/>
        </a:p>
      </dgm:t>
    </dgm:pt>
    <dgm:pt modelId="{4975E417-7AE4-4C01-937A-731EEF138349}" cxnId="{2E68F903-3846-42A9-9957-4CA4EA7FE0E8}" type="sibTrans">
      <dgm:prSet/>
      <dgm:spPr/>
      <dgm:t>
        <a:bodyPr/>
        <a:lstStyle/>
        <a:p>
          <a:endParaRPr lang="zh-CN" altLang="en-US"/>
        </a:p>
      </dgm:t>
    </dgm:pt>
    <dgm:pt modelId="{7D7754A2-C37F-4A63-87E2-71F365135E7E}">
      <dgm:prSet phldrT="[文本]"/>
      <dgm:spPr/>
      <dgm:t>
        <a:bodyPr/>
        <a:lstStyle/>
        <a:p>
          <a:r>
            <a:rPr lang="zh-CN" altLang="en-US" dirty="0" smtClean="0"/>
            <a:t>改造</a:t>
          </a:r>
          <a:r>
            <a:rPr lang="en-US" altLang="zh-CN" dirty="0" smtClean="0"/>
            <a:t/>
          </a:r>
          <a:br>
            <a:rPr lang="en-US" altLang="zh-CN" dirty="0" smtClean="0"/>
          </a:br>
          <a:r>
            <a:rPr lang="zh-CN" altLang="en-US" dirty="0" smtClean="0"/>
            <a:t>剔除</a:t>
          </a:r>
          <a:endParaRPr lang="zh-CN" altLang="en-US" dirty="0"/>
        </a:p>
      </dgm:t>
    </dgm:pt>
    <dgm:pt modelId="{4715B366-EB14-4AD0-B539-28E79C83ED3C}" cxnId="{8C4ABA9D-B54B-4791-9AF2-89648B54596F}" type="parTrans">
      <dgm:prSet/>
      <dgm:spPr/>
      <dgm:t>
        <a:bodyPr/>
        <a:lstStyle/>
        <a:p>
          <a:endParaRPr lang="zh-CN" altLang="en-US"/>
        </a:p>
      </dgm:t>
    </dgm:pt>
    <dgm:pt modelId="{FD6D3DDB-9674-45B0-B8FC-7C95E93C9569}" cxnId="{8C4ABA9D-B54B-4791-9AF2-89648B54596F}" type="sibTrans">
      <dgm:prSet/>
      <dgm:spPr/>
      <dgm:t>
        <a:bodyPr/>
        <a:lstStyle/>
        <a:p>
          <a:endParaRPr lang="zh-CN" altLang="en-US"/>
        </a:p>
      </dgm:t>
    </dgm:pt>
    <dgm:pt modelId="{DE13A678-2B71-41AD-9B6D-BBEBA4C89D70}">
      <dgm:prSet phldrT="[文本]" custT="1"/>
      <dgm:spPr/>
      <dgm:t>
        <a:bodyPr/>
        <a:lstStyle/>
        <a:p>
          <a:r>
            <a:rPr lang="zh-CN" altLang="en-US" sz="2300" b="1" smtClean="0">
              <a:latin typeface="幼圆" panose="02010509060101010101" pitchFamily="49" charset="-122"/>
              <a:ea typeface="幼圆" panose="02010509060101010101" pitchFamily="49" charset="-122"/>
            </a:rPr>
            <a:t>不符合社会要求的</a:t>
          </a:r>
          <a:endParaRPr lang="zh-CN" altLang="en-US" sz="2300" b="1" dirty="0">
            <a:latin typeface="幼圆" panose="02010509060101010101" pitchFamily="49" charset="-122"/>
            <a:ea typeface="幼圆" panose="02010509060101010101" pitchFamily="49" charset="-122"/>
          </a:endParaRPr>
        </a:p>
      </dgm:t>
    </dgm:pt>
    <dgm:pt modelId="{A8A71330-4A00-4420-89C7-25DD36E453C2}" cxnId="{3E47FE66-E675-4460-8784-355D98572777}" type="parTrans">
      <dgm:prSet/>
      <dgm:spPr/>
      <dgm:t>
        <a:bodyPr/>
        <a:lstStyle/>
        <a:p>
          <a:endParaRPr lang="zh-CN" altLang="en-US"/>
        </a:p>
      </dgm:t>
    </dgm:pt>
    <dgm:pt modelId="{38973032-E2EF-4A62-B15B-3635A1838E64}" cxnId="{3E47FE66-E675-4460-8784-355D98572777}" type="sibTrans">
      <dgm:prSet/>
      <dgm:spPr/>
      <dgm:t>
        <a:bodyPr/>
        <a:lstStyle/>
        <a:p>
          <a:endParaRPr lang="zh-CN" altLang="en-US"/>
        </a:p>
      </dgm:t>
    </dgm:pt>
    <dgm:pt modelId="{6E38C9AC-E359-422B-A797-A31299ECF336}">
      <dgm:prSet phldrT="[文本]" custT="1"/>
      <dgm:spPr/>
      <dgm:t>
        <a:bodyPr/>
        <a:lstStyle/>
        <a:p>
          <a:r>
            <a:rPr lang="zh-CN" altLang="en-US" sz="2300" b="1" smtClean="0">
              <a:latin typeface="幼圆" panose="02010509060101010101" pitchFamily="49" charset="-122"/>
              <a:ea typeface="幼圆" panose="02010509060101010101" pitchFamily="49" charset="-122"/>
            </a:rPr>
            <a:t>落后的、腐朽的</a:t>
          </a:r>
          <a:endParaRPr lang="zh-CN" altLang="en-US" sz="2300" b="1" dirty="0">
            <a:latin typeface="幼圆" panose="02010509060101010101" pitchFamily="49" charset="-122"/>
            <a:ea typeface="幼圆" panose="02010509060101010101" pitchFamily="49" charset="-122"/>
          </a:endParaRPr>
        </a:p>
      </dgm:t>
    </dgm:pt>
    <dgm:pt modelId="{AC3683A8-1A3E-4D5F-9814-E6791C12A4E1}" cxnId="{98229008-9C60-4601-A411-A5C89EE00AAB}" type="parTrans">
      <dgm:prSet/>
      <dgm:spPr/>
      <dgm:t>
        <a:bodyPr/>
        <a:lstStyle/>
        <a:p>
          <a:endParaRPr lang="zh-CN" altLang="en-US"/>
        </a:p>
      </dgm:t>
    </dgm:pt>
    <dgm:pt modelId="{C1E1FCE1-1863-44D6-A78F-EC87A2ACF2F0}" cxnId="{98229008-9C60-4601-A411-A5C89EE00AAB}" type="sibTrans">
      <dgm:prSet/>
      <dgm:spPr/>
      <dgm:t>
        <a:bodyPr/>
        <a:lstStyle/>
        <a:p>
          <a:endParaRPr lang="zh-CN" altLang="en-US"/>
        </a:p>
      </dgm:t>
    </dgm:pt>
    <dgm:pt modelId="{E6752194-07CB-4179-ACF2-0B0506C91FF0}" type="pres">
      <dgm:prSet presAssocID="{81C4E449-414C-4A3C-99A8-7E53F586B776}" presName="list" presStyleCnt="0">
        <dgm:presLayoutVars>
          <dgm:dir/>
          <dgm:animLvl val="lvl"/>
        </dgm:presLayoutVars>
      </dgm:prSet>
      <dgm:spPr/>
      <dgm:t>
        <a:bodyPr/>
        <a:lstStyle/>
        <a:p>
          <a:endParaRPr lang="zh-CN" altLang="en-US"/>
        </a:p>
      </dgm:t>
    </dgm:pt>
    <dgm:pt modelId="{CA8B7D99-B3D1-44A3-8D99-AA18468C701F}" type="pres">
      <dgm:prSet presAssocID="{8F63A231-B7C9-4037-8EE4-00FAA1494AE1}" presName="posSpace" presStyleCnt="0"/>
      <dgm:spPr/>
      <dgm:t>
        <a:bodyPr/>
        <a:lstStyle/>
        <a:p>
          <a:endParaRPr lang="zh-CN" altLang="en-US"/>
        </a:p>
      </dgm:t>
    </dgm:pt>
    <dgm:pt modelId="{E512EA35-1ADD-443F-AAFF-C06A07558C02}" type="pres">
      <dgm:prSet presAssocID="{8F63A231-B7C9-4037-8EE4-00FAA1494AE1}" presName="vertFlow" presStyleCnt="0"/>
      <dgm:spPr/>
      <dgm:t>
        <a:bodyPr/>
        <a:lstStyle/>
        <a:p>
          <a:endParaRPr lang="zh-CN" altLang="en-US"/>
        </a:p>
      </dgm:t>
    </dgm:pt>
    <dgm:pt modelId="{BAAA4460-D764-469D-8F26-25121026621D}" type="pres">
      <dgm:prSet presAssocID="{8F63A231-B7C9-4037-8EE4-00FAA1494AE1}" presName="topSpace" presStyleCnt="0"/>
      <dgm:spPr/>
      <dgm:t>
        <a:bodyPr/>
        <a:lstStyle/>
        <a:p>
          <a:endParaRPr lang="zh-CN" altLang="en-US"/>
        </a:p>
      </dgm:t>
    </dgm:pt>
    <dgm:pt modelId="{1CCC212A-4B66-4FB9-B556-11736728BE33}" type="pres">
      <dgm:prSet presAssocID="{8F63A231-B7C9-4037-8EE4-00FAA1494AE1}" presName="firstComp" presStyleCnt="0"/>
      <dgm:spPr/>
      <dgm:t>
        <a:bodyPr/>
        <a:lstStyle/>
        <a:p>
          <a:endParaRPr lang="zh-CN" altLang="en-US"/>
        </a:p>
      </dgm:t>
    </dgm:pt>
    <dgm:pt modelId="{4F669A31-9576-49B3-9567-872FB149E6F2}" type="pres">
      <dgm:prSet presAssocID="{8F63A231-B7C9-4037-8EE4-00FAA1494AE1}" presName="firstChild" presStyleLbl="bgAccFollowNode1" presStyleIdx="0" presStyleCnt="4" custScaleX="116077" custScaleY="69668" custLinFactNeighborX="18891" custLinFactNeighborY="9542"/>
      <dgm:spPr/>
      <dgm:t>
        <a:bodyPr/>
        <a:lstStyle/>
        <a:p>
          <a:endParaRPr lang="zh-CN" altLang="en-US"/>
        </a:p>
      </dgm:t>
    </dgm:pt>
    <dgm:pt modelId="{4CAEE209-EA9E-4F2B-A153-CD6DFD749B2B}" type="pres">
      <dgm:prSet presAssocID="{8F63A231-B7C9-4037-8EE4-00FAA1494AE1}" presName="firstChildTx" presStyleLbl="bgAccFollowNode1" presStyleIdx="0" presStyleCnt="4">
        <dgm:presLayoutVars>
          <dgm:bulletEnabled val="1"/>
        </dgm:presLayoutVars>
      </dgm:prSet>
      <dgm:spPr/>
      <dgm:t>
        <a:bodyPr/>
        <a:lstStyle/>
        <a:p>
          <a:endParaRPr lang="zh-CN" altLang="en-US"/>
        </a:p>
      </dgm:t>
    </dgm:pt>
    <dgm:pt modelId="{FFF7CF49-0666-4299-9443-587029ECD095}" type="pres">
      <dgm:prSet presAssocID="{6B2E6A58-EDCF-42B9-9369-14E70C1BF6FF}" presName="comp" presStyleCnt="0"/>
      <dgm:spPr/>
      <dgm:t>
        <a:bodyPr/>
        <a:lstStyle/>
        <a:p>
          <a:endParaRPr lang="zh-CN" altLang="en-US"/>
        </a:p>
      </dgm:t>
    </dgm:pt>
    <dgm:pt modelId="{F0B9BA19-480A-4B32-AFA7-ECFCABDE2A9E}" type="pres">
      <dgm:prSet presAssocID="{6B2E6A58-EDCF-42B9-9369-14E70C1BF6FF}" presName="child" presStyleLbl="bgAccFollowNode1" presStyleIdx="1" presStyleCnt="4" custScaleX="116077" custScaleY="69668" custLinFactNeighborX="18891" custLinFactNeighborY="17963"/>
      <dgm:spPr/>
      <dgm:t>
        <a:bodyPr/>
        <a:lstStyle/>
        <a:p>
          <a:endParaRPr lang="zh-CN" altLang="en-US"/>
        </a:p>
      </dgm:t>
    </dgm:pt>
    <dgm:pt modelId="{157325DD-A48A-42DB-8EE7-BBFED0DBD2F2}" type="pres">
      <dgm:prSet presAssocID="{6B2E6A58-EDCF-42B9-9369-14E70C1BF6FF}" presName="childTx" presStyleLbl="bgAccFollowNode1" presStyleIdx="1" presStyleCnt="4">
        <dgm:presLayoutVars>
          <dgm:bulletEnabled val="1"/>
        </dgm:presLayoutVars>
      </dgm:prSet>
      <dgm:spPr/>
      <dgm:t>
        <a:bodyPr/>
        <a:lstStyle/>
        <a:p>
          <a:endParaRPr lang="zh-CN" altLang="en-US"/>
        </a:p>
      </dgm:t>
    </dgm:pt>
    <dgm:pt modelId="{426FDC3F-C242-470F-B79E-1C32E483FA6E}" type="pres">
      <dgm:prSet presAssocID="{8F63A231-B7C9-4037-8EE4-00FAA1494AE1}" presName="negSpace" presStyleCnt="0"/>
      <dgm:spPr/>
      <dgm:t>
        <a:bodyPr/>
        <a:lstStyle/>
        <a:p>
          <a:endParaRPr lang="zh-CN" altLang="en-US"/>
        </a:p>
      </dgm:t>
    </dgm:pt>
    <dgm:pt modelId="{393FAA0F-4936-47C3-9FF0-0F371D5A6080}" type="pres">
      <dgm:prSet presAssocID="{8F63A231-B7C9-4037-8EE4-00FAA1494AE1}" presName="circle" presStyleLbl="node1" presStyleIdx="0" presStyleCnt="2" custLinFactNeighborX="-196" custLinFactNeighborY="-7724"/>
      <dgm:spPr/>
      <dgm:t>
        <a:bodyPr/>
        <a:lstStyle/>
        <a:p>
          <a:endParaRPr lang="zh-CN" altLang="en-US"/>
        </a:p>
      </dgm:t>
    </dgm:pt>
    <dgm:pt modelId="{22F80EEF-3380-4EDF-BC65-0639E67470C7}" type="pres">
      <dgm:prSet presAssocID="{087F1642-FE35-4C74-8193-06680A4D05C6}" presName="transSpace" presStyleCnt="0"/>
      <dgm:spPr/>
      <dgm:t>
        <a:bodyPr/>
        <a:lstStyle/>
        <a:p>
          <a:endParaRPr lang="zh-CN" altLang="en-US"/>
        </a:p>
      </dgm:t>
    </dgm:pt>
    <dgm:pt modelId="{AF0A6EAC-9BD9-464C-996C-C4B662E7F45E}" type="pres">
      <dgm:prSet presAssocID="{7D7754A2-C37F-4A63-87E2-71F365135E7E}" presName="posSpace" presStyleCnt="0"/>
      <dgm:spPr/>
      <dgm:t>
        <a:bodyPr/>
        <a:lstStyle/>
        <a:p>
          <a:endParaRPr lang="zh-CN" altLang="en-US"/>
        </a:p>
      </dgm:t>
    </dgm:pt>
    <dgm:pt modelId="{35283E0C-CE8A-40AD-9343-52D1E59EC7CD}" type="pres">
      <dgm:prSet presAssocID="{7D7754A2-C37F-4A63-87E2-71F365135E7E}" presName="vertFlow" presStyleCnt="0"/>
      <dgm:spPr/>
      <dgm:t>
        <a:bodyPr/>
        <a:lstStyle/>
        <a:p>
          <a:endParaRPr lang="zh-CN" altLang="en-US"/>
        </a:p>
      </dgm:t>
    </dgm:pt>
    <dgm:pt modelId="{1F2EA03B-F725-4061-BC00-EFA168716CF4}" type="pres">
      <dgm:prSet presAssocID="{7D7754A2-C37F-4A63-87E2-71F365135E7E}" presName="topSpace" presStyleCnt="0"/>
      <dgm:spPr/>
      <dgm:t>
        <a:bodyPr/>
        <a:lstStyle/>
        <a:p>
          <a:endParaRPr lang="zh-CN" altLang="en-US"/>
        </a:p>
      </dgm:t>
    </dgm:pt>
    <dgm:pt modelId="{861D0C2E-313B-4163-9BC1-AAB66F6A0977}" type="pres">
      <dgm:prSet presAssocID="{7D7754A2-C37F-4A63-87E2-71F365135E7E}" presName="firstComp" presStyleCnt="0"/>
      <dgm:spPr/>
      <dgm:t>
        <a:bodyPr/>
        <a:lstStyle/>
        <a:p>
          <a:endParaRPr lang="zh-CN" altLang="en-US"/>
        </a:p>
      </dgm:t>
    </dgm:pt>
    <dgm:pt modelId="{4FAFBD47-7666-4DBC-8BAD-02A7FBE76EF8}" type="pres">
      <dgm:prSet presAssocID="{7D7754A2-C37F-4A63-87E2-71F365135E7E}" presName="firstChild" presStyleLbl="bgAccFollowNode1" presStyleIdx="2" presStyleCnt="4" custScaleX="115665" custScaleY="69668" custLinFactNeighborY="9542"/>
      <dgm:spPr/>
      <dgm:t>
        <a:bodyPr/>
        <a:lstStyle/>
        <a:p>
          <a:endParaRPr lang="zh-CN" altLang="en-US"/>
        </a:p>
      </dgm:t>
    </dgm:pt>
    <dgm:pt modelId="{C67DD750-514A-4504-884B-D8DAAFE2E43B}" type="pres">
      <dgm:prSet presAssocID="{7D7754A2-C37F-4A63-87E2-71F365135E7E}" presName="firstChildTx" presStyleLbl="bgAccFollowNode1" presStyleIdx="2" presStyleCnt="4">
        <dgm:presLayoutVars>
          <dgm:bulletEnabled val="1"/>
        </dgm:presLayoutVars>
      </dgm:prSet>
      <dgm:spPr/>
      <dgm:t>
        <a:bodyPr/>
        <a:lstStyle/>
        <a:p>
          <a:endParaRPr lang="zh-CN" altLang="en-US"/>
        </a:p>
      </dgm:t>
    </dgm:pt>
    <dgm:pt modelId="{5B7197C5-82A8-4371-9139-3F9619415EF1}" type="pres">
      <dgm:prSet presAssocID="{6E38C9AC-E359-422B-A797-A31299ECF336}" presName="comp" presStyleCnt="0"/>
      <dgm:spPr/>
      <dgm:t>
        <a:bodyPr/>
        <a:lstStyle/>
        <a:p>
          <a:endParaRPr lang="zh-CN" altLang="en-US"/>
        </a:p>
      </dgm:t>
    </dgm:pt>
    <dgm:pt modelId="{49C49A06-5F37-4630-87D1-C11ADC206C13}" type="pres">
      <dgm:prSet presAssocID="{6E38C9AC-E359-422B-A797-A31299ECF336}" presName="child" presStyleLbl="bgAccFollowNode1" presStyleIdx="3" presStyleCnt="4" custScaleX="116884" custScaleY="69668" custLinFactNeighborY="17963"/>
      <dgm:spPr/>
      <dgm:t>
        <a:bodyPr/>
        <a:lstStyle/>
        <a:p>
          <a:endParaRPr lang="zh-CN" altLang="en-US"/>
        </a:p>
      </dgm:t>
    </dgm:pt>
    <dgm:pt modelId="{08390D7F-A673-4D7E-B8EC-4159D75AC57C}" type="pres">
      <dgm:prSet presAssocID="{6E38C9AC-E359-422B-A797-A31299ECF336}" presName="childTx" presStyleLbl="bgAccFollowNode1" presStyleIdx="3" presStyleCnt="4">
        <dgm:presLayoutVars>
          <dgm:bulletEnabled val="1"/>
        </dgm:presLayoutVars>
      </dgm:prSet>
      <dgm:spPr/>
      <dgm:t>
        <a:bodyPr/>
        <a:lstStyle/>
        <a:p>
          <a:endParaRPr lang="zh-CN" altLang="en-US"/>
        </a:p>
      </dgm:t>
    </dgm:pt>
    <dgm:pt modelId="{0F1588CA-8F5F-4116-A3D1-8EA595E5FBD4}" type="pres">
      <dgm:prSet presAssocID="{7D7754A2-C37F-4A63-87E2-71F365135E7E}" presName="negSpace" presStyleCnt="0"/>
      <dgm:spPr/>
      <dgm:t>
        <a:bodyPr/>
        <a:lstStyle/>
        <a:p>
          <a:endParaRPr lang="zh-CN" altLang="en-US"/>
        </a:p>
      </dgm:t>
    </dgm:pt>
    <dgm:pt modelId="{E3C9FB33-453E-4DF2-8E21-1670C8219297}" type="pres">
      <dgm:prSet presAssocID="{7D7754A2-C37F-4A63-87E2-71F365135E7E}" presName="circle" presStyleLbl="node1" presStyleIdx="1" presStyleCnt="2" custLinFactNeighborX="-16113" custLinFactNeighborY="-7892"/>
      <dgm:spPr/>
      <dgm:t>
        <a:bodyPr/>
        <a:lstStyle/>
        <a:p>
          <a:endParaRPr lang="zh-CN" altLang="en-US"/>
        </a:p>
      </dgm:t>
    </dgm:pt>
  </dgm:ptLst>
  <dgm:cxnLst>
    <dgm:cxn modelId="{DDF1E4E4-0AE4-4256-AF8B-BFA42BACB077}" type="presOf" srcId="{DE13A678-2B71-41AD-9B6D-BBEBA4C89D70}" destId="{4FAFBD47-7666-4DBC-8BAD-02A7FBE76EF8}" srcOrd="0" destOrd="0" presId="urn:microsoft.com/office/officeart/2005/8/layout/hList9"/>
    <dgm:cxn modelId="{531BB087-B165-48F0-881C-3B894D9B2922}" type="presOf" srcId="{DE13A678-2B71-41AD-9B6D-BBEBA4C89D70}" destId="{C67DD750-514A-4504-884B-D8DAAFE2E43B}" srcOrd="1" destOrd="0" presId="urn:microsoft.com/office/officeart/2005/8/layout/hList9"/>
    <dgm:cxn modelId="{68319DB6-0A9E-402B-BDCF-78DAB9F29EE4}" srcId="{81C4E449-414C-4A3C-99A8-7E53F586B776}" destId="{8F63A231-B7C9-4037-8EE4-00FAA1494AE1}" srcOrd="0" destOrd="0" parTransId="{FA12256F-8C29-435D-A5A9-E6092278E583}" sibTransId="{087F1642-FE35-4C74-8193-06680A4D05C6}"/>
    <dgm:cxn modelId="{98229008-9C60-4601-A411-A5C89EE00AAB}" srcId="{7D7754A2-C37F-4A63-87E2-71F365135E7E}" destId="{6E38C9AC-E359-422B-A797-A31299ECF336}" srcOrd="1" destOrd="0" parTransId="{AC3683A8-1A3E-4D5F-9814-E6791C12A4E1}" sibTransId="{C1E1FCE1-1863-44D6-A78F-EC87A2ACF2F0}"/>
    <dgm:cxn modelId="{FFB90753-1FEA-4202-AAF9-BD2F7073A69B}" type="presOf" srcId="{6E38C9AC-E359-422B-A797-A31299ECF336}" destId="{49C49A06-5F37-4630-87D1-C11ADC206C13}" srcOrd="0" destOrd="0" presId="urn:microsoft.com/office/officeart/2005/8/layout/hList9"/>
    <dgm:cxn modelId="{7B4B82BD-7852-4ABE-B2E0-16ACBE7A42B6}" type="presOf" srcId="{81C4E449-414C-4A3C-99A8-7E53F586B776}" destId="{E6752194-07CB-4179-ACF2-0B0506C91FF0}" srcOrd="0" destOrd="0" presId="urn:microsoft.com/office/officeart/2005/8/layout/hList9"/>
    <dgm:cxn modelId="{DA558D76-3384-4A0D-9DB0-FA92E30D57E8}" type="presOf" srcId="{DD8A772F-5512-4AFF-962E-301FFD6E7EED}" destId="{4CAEE209-EA9E-4F2B-A153-CD6DFD749B2B}" srcOrd="1" destOrd="0" presId="urn:microsoft.com/office/officeart/2005/8/layout/hList9"/>
    <dgm:cxn modelId="{7224A5DC-DB5D-4412-A089-BD352CD0B6B9}" srcId="{8F63A231-B7C9-4037-8EE4-00FAA1494AE1}" destId="{DD8A772F-5512-4AFF-962E-301FFD6E7EED}" srcOrd="0" destOrd="0" parTransId="{ADA315D3-027F-4096-A470-50FE233FB444}" sibTransId="{20B4B33E-81CA-4E74-9293-D561FF6A98E8}"/>
    <dgm:cxn modelId="{2E68F903-3846-42A9-9957-4CA4EA7FE0E8}" srcId="{8F63A231-B7C9-4037-8EE4-00FAA1494AE1}" destId="{6B2E6A58-EDCF-42B9-9369-14E70C1BF6FF}" srcOrd="1" destOrd="0" parTransId="{DDA0C8B2-4198-4DFE-AD8F-ABA5FF730662}" sibTransId="{4975E417-7AE4-4C01-937A-731EEF138349}"/>
    <dgm:cxn modelId="{79F2E6E4-C998-4A6A-9CC7-58328097FFEC}" type="presOf" srcId="{8F63A231-B7C9-4037-8EE4-00FAA1494AE1}" destId="{393FAA0F-4936-47C3-9FF0-0F371D5A6080}" srcOrd="0" destOrd="0" presId="urn:microsoft.com/office/officeart/2005/8/layout/hList9"/>
    <dgm:cxn modelId="{3E47FE66-E675-4460-8784-355D98572777}" srcId="{7D7754A2-C37F-4A63-87E2-71F365135E7E}" destId="{DE13A678-2B71-41AD-9B6D-BBEBA4C89D70}" srcOrd="0" destOrd="0" parTransId="{A8A71330-4A00-4420-89C7-25DD36E453C2}" sibTransId="{38973032-E2EF-4A62-B15B-3635A1838E64}"/>
    <dgm:cxn modelId="{C28BD2F5-40DE-476E-86DC-3933EC9A2C48}" type="presOf" srcId="{7D7754A2-C37F-4A63-87E2-71F365135E7E}" destId="{E3C9FB33-453E-4DF2-8E21-1670C8219297}" srcOrd="0" destOrd="0" presId="urn:microsoft.com/office/officeart/2005/8/layout/hList9"/>
    <dgm:cxn modelId="{CAC65ADD-A88B-41E7-BC7C-76958D7C381B}" type="presOf" srcId="{6B2E6A58-EDCF-42B9-9369-14E70C1BF6FF}" destId="{F0B9BA19-480A-4B32-AFA7-ECFCABDE2A9E}" srcOrd="0" destOrd="0" presId="urn:microsoft.com/office/officeart/2005/8/layout/hList9"/>
    <dgm:cxn modelId="{8C4ABA9D-B54B-4791-9AF2-89648B54596F}" srcId="{81C4E449-414C-4A3C-99A8-7E53F586B776}" destId="{7D7754A2-C37F-4A63-87E2-71F365135E7E}" srcOrd="1" destOrd="0" parTransId="{4715B366-EB14-4AD0-B539-28E79C83ED3C}" sibTransId="{FD6D3DDB-9674-45B0-B8FC-7C95E93C9569}"/>
    <dgm:cxn modelId="{2528E927-763F-4EBF-988F-E89C6803EF41}" type="presOf" srcId="{DD8A772F-5512-4AFF-962E-301FFD6E7EED}" destId="{4F669A31-9576-49B3-9567-872FB149E6F2}" srcOrd="0" destOrd="0" presId="urn:microsoft.com/office/officeart/2005/8/layout/hList9"/>
    <dgm:cxn modelId="{E21A622F-44DC-43A8-9C46-E543B967BA3E}" type="presOf" srcId="{6B2E6A58-EDCF-42B9-9369-14E70C1BF6FF}" destId="{157325DD-A48A-42DB-8EE7-BBFED0DBD2F2}" srcOrd="1" destOrd="0" presId="urn:microsoft.com/office/officeart/2005/8/layout/hList9"/>
    <dgm:cxn modelId="{EB45FE2E-8A41-49C6-BD7E-1630C56C8F9C}" type="presOf" srcId="{6E38C9AC-E359-422B-A797-A31299ECF336}" destId="{08390D7F-A673-4D7E-B8EC-4159D75AC57C}" srcOrd="1" destOrd="0" presId="urn:microsoft.com/office/officeart/2005/8/layout/hList9"/>
    <dgm:cxn modelId="{C597BE88-9696-4998-9C24-0485D36CEC3D}" type="presParOf" srcId="{E6752194-07CB-4179-ACF2-0B0506C91FF0}" destId="{CA8B7D99-B3D1-44A3-8D99-AA18468C701F}" srcOrd="0" destOrd="0" presId="urn:microsoft.com/office/officeart/2005/8/layout/hList9"/>
    <dgm:cxn modelId="{B7F8BF08-7D6B-4375-AB7D-9BFF438E1D97}" type="presParOf" srcId="{E6752194-07CB-4179-ACF2-0B0506C91FF0}" destId="{E512EA35-1ADD-443F-AAFF-C06A07558C02}" srcOrd="1" destOrd="0" presId="urn:microsoft.com/office/officeart/2005/8/layout/hList9"/>
    <dgm:cxn modelId="{70A5F406-8CC2-4809-ACD0-3ABE9F35E7E0}" type="presParOf" srcId="{E512EA35-1ADD-443F-AAFF-C06A07558C02}" destId="{BAAA4460-D764-469D-8F26-25121026621D}" srcOrd="0" destOrd="0" presId="urn:microsoft.com/office/officeart/2005/8/layout/hList9"/>
    <dgm:cxn modelId="{F1401459-28B3-4354-AB60-23A3BB468A43}" type="presParOf" srcId="{E512EA35-1ADD-443F-AAFF-C06A07558C02}" destId="{1CCC212A-4B66-4FB9-B556-11736728BE33}" srcOrd="1" destOrd="0" presId="urn:microsoft.com/office/officeart/2005/8/layout/hList9"/>
    <dgm:cxn modelId="{E7B2BC7C-B6D9-4BF4-BD6D-4099F4B32758}" type="presParOf" srcId="{1CCC212A-4B66-4FB9-B556-11736728BE33}" destId="{4F669A31-9576-49B3-9567-872FB149E6F2}" srcOrd="0" destOrd="0" presId="urn:microsoft.com/office/officeart/2005/8/layout/hList9"/>
    <dgm:cxn modelId="{3AC055A1-AC5D-4E0A-A8E4-C954580ACCC0}" type="presParOf" srcId="{1CCC212A-4B66-4FB9-B556-11736728BE33}" destId="{4CAEE209-EA9E-4F2B-A153-CD6DFD749B2B}" srcOrd="1" destOrd="0" presId="urn:microsoft.com/office/officeart/2005/8/layout/hList9"/>
    <dgm:cxn modelId="{29E57C78-7320-46E8-A549-CB14D18291C0}" type="presParOf" srcId="{E512EA35-1ADD-443F-AAFF-C06A07558C02}" destId="{FFF7CF49-0666-4299-9443-587029ECD095}" srcOrd="2" destOrd="0" presId="urn:microsoft.com/office/officeart/2005/8/layout/hList9"/>
    <dgm:cxn modelId="{BB0CFEEA-54B0-44BB-BA2B-2E471931677E}" type="presParOf" srcId="{FFF7CF49-0666-4299-9443-587029ECD095}" destId="{F0B9BA19-480A-4B32-AFA7-ECFCABDE2A9E}" srcOrd="0" destOrd="0" presId="urn:microsoft.com/office/officeart/2005/8/layout/hList9"/>
    <dgm:cxn modelId="{F9E21B7A-16C8-4EE0-AE69-45272B6ABA9C}" type="presParOf" srcId="{FFF7CF49-0666-4299-9443-587029ECD095}" destId="{157325DD-A48A-42DB-8EE7-BBFED0DBD2F2}" srcOrd="1" destOrd="0" presId="urn:microsoft.com/office/officeart/2005/8/layout/hList9"/>
    <dgm:cxn modelId="{2FB2C66B-3C16-4261-AED3-CACC19006E58}" type="presParOf" srcId="{E6752194-07CB-4179-ACF2-0B0506C91FF0}" destId="{426FDC3F-C242-470F-B79E-1C32E483FA6E}" srcOrd="2" destOrd="0" presId="urn:microsoft.com/office/officeart/2005/8/layout/hList9"/>
    <dgm:cxn modelId="{D8D1C4C9-2B46-4240-AF6A-61FBF1B51308}" type="presParOf" srcId="{E6752194-07CB-4179-ACF2-0B0506C91FF0}" destId="{393FAA0F-4936-47C3-9FF0-0F371D5A6080}" srcOrd="3" destOrd="0" presId="urn:microsoft.com/office/officeart/2005/8/layout/hList9"/>
    <dgm:cxn modelId="{90CECCFB-4218-4871-9B66-52B93D75E704}" type="presParOf" srcId="{E6752194-07CB-4179-ACF2-0B0506C91FF0}" destId="{22F80EEF-3380-4EDF-BC65-0639E67470C7}" srcOrd="4" destOrd="0" presId="urn:microsoft.com/office/officeart/2005/8/layout/hList9"/>
    <dgm:cxn modelId="{B3DC94FC-7404-4AE2-A7B9-02C833A89E48}" type="presParOf" srcId="{E6752194-07CB-4179-ACF2-0B0506C91FF0}" destId="{AF0A6EAC-9BD9-464C-996C-C4B662E7F45E}" srcOrd="5" destOrd="0" presId="urn:microsoft.com/office/officeart/2005/8/layout/hList9"/>
    <dgm:cxn modelId="{9DE1F052-93AE-466A-9B07-7FD1102D386B}" type="presParOf" srcId="{E6752194-07CB-4179-ACF2-0B0506C91FF0}" destId="{35283E0C-CE8A-40AD-9343-52D1E59EC7CD}" srcOrd="6" destOrd="0" presId="urn:microsoft.com/office/officeart/2005/8/layout/hList9"/>
    <dgm:cxn modelId="{19A2CB92-058F-421E-9D02-E1EF51DC66D6}" type="presParOf" srcId="{35283E0C-CE8A-40AD-9343-52D1E59EC7CD}" destId="{1F2EA03B-F725-4061-BC00-EFA168716CF4}" srcOrd="0" destOrd="0" presId="urn:microsoft.com/office/officeart/2005/8/layout/hList9"/>
    <dgm:cxn modelId="{55C4709C-95A3-405B-9F57-F5BDDEC20BD2}" type="presParOf" srcId="{35283E0C-CE8A-40AD-9343-52D1E59EC7CD}" destId="{861D0C2E-313B-4163-9BC1-AAB66F6A0977}" srcOrd="1" destOrd="0" presId="urn:microsoft.com/office/officeart/2005/8/layout/hList9"/>
    <dgm:cxn modelId="{FDBCEE7B-1F53-4C43-85C0-D8CD73A3DCF4}" type="presParOf" srcId="{861D0C2E-313B-4163-9BC1-AAB66F6A0977}" destId="{4FAFBD47-7666-4DBC-8BAD-02A7FBE76EF8}" srcOrd="0" destOrd="0" presId="urn:microsoft.com/office/officeart/2005/8/layout/hList9"/>
    <dgm:cxn modelId="{1912BF2B-FEC1-410F-B7E0-D9801080B0D6}" type="presParOf" srcId="{861D0C2E-313B-4163-9BC1-AAB66F6A0977}" destId="{C67DD750-514A-4504-884B-D8DAAFE2E43B}" srcOrd="1" destOrd="0" presId="urn:microsoft.com/office/officeart/2005/8/layout/hList9"/>
    <dgm:cxn modelId="{66019562-28F8-4582-AB0D-65FC6654F07D}" type="presParOf" srcId="{35283E0C-CE8A-40AD-9343-52D1E59EC7CD}" destId="{5B7197C5-82A8-4371-9139-3F9619415EF1}" srcOrd="2" destOrd="0" presId="urn:microsoft.com/office/officeart/2005/8/layout/hList9"/>
    <dgm:cxn modelId="{43582207-D485-4303-99A7-10C7A3383C80}" type="presParOf" srcId="{5B7197C5-82A8-4371-9139-3F9619415EF1}" destId="{49C49A06-5F37-4630-87D1-C11ADC206C13}" srcOrd="0" destOrd="0" presId="urn:microsoft.com/office/officeart/2005/8/layout/hList9"/>
    <dgm:cxn modelId="{026A802D-E154-45AA-A8CD-72A89E9028FD}" type="presParOf" srcId="{5B7197C5-82A8-4371-9139-3F9619415EF1}" destId="{08390D7F-A673-4D7E-B8EC-4159D75AC57C}" srcOrd="1" destOrd="0" presId="urn:microsoft.com/office/officeart/2005/8/layout/hList9"/>
    <dgm:cxn modelId="{4442DBFC-4592-41BB-89E3-47827E15E99E}" type="presParOf" srcId="{E6752194-07CB-4179-ACF2-0B0506C91FF0}" destId="{0F1588CA-8F5F-4116-A3D1-8EA595E5FBD4}" srcOrd="7" destOrd="0" presId="urn:microsoft.com/office/officeart/2005/8/layout/hList9"/>
    <dgm:cxn modelId="{E1F12F3B-E122-49D3-91D6-F043C92BCFD4}" type="presParOf" srcId="{E6752194-07CB-4179-ACF2-0B0506C91FF0}" destId="{E3C9FB33-453E-4DF2-8E21-1670C8219297}" srcOrd="8" destOrd="0" presId="urn:microsoft.com/office/officeart/2005/8/layout/hList9"/>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3CD90F-E15D-46B1-AA0A-44FAE5D03B85}">
      <dsp:nvSpPr>
        <dsp:cNvPr id="0" name=""/>
        <dsp:cNvSpPr/>
      </dsp:nvSpPr>
      <dsp:spPr>
        <a:xfrm rot="10800000">
          <a:off x="1178487" y="78750"/>
          <a:ext cx="5785659" cy="716098"/>
        </a:xfrm>
        <a:prstGeom prst="homePlat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6402" tIns="99060" rIns="184912" bIns="99060" numCol="1" spcCol="1270" anchor="ctr" anchorCtr="0">
          <a:noAutofit/>
        </a:bodyPr>
        <a:lstStyle/>
        <a:p>
          <a:pPr lvl="0" algn="ctr" defTabSz="1155700">
            <a:lnSpc>
              <a:spcPct val="90000"/>
            </a:lnSpc>
            <a:spcBef>
              <a:spcPct val="0"/>
            </a:spcBef>
            <a:spcAft>
              <a:spcPct val="35000"/>
            </a:spcAft>
          </a:pPr>
          <a:r>
            <a:rPr lang="zh-CN" altLang="en-US" sz="2600" b="1" kern="1200" dirty="0" smtClean="0">
              <a:solidFill>
                <a:srgbClr val="FF0000"/>
              </a:solidFill>
            </a:rPr>
            <a:t>传统文化的基本形式</a:t>
          </a:r>
          <a:endParaRPr lang="zh-CN" altLang="en-US" sz="2600" b="1" kern="1200" dirty="0">
            <a:solidFill>
              <a:srgbClr val="FF0000"/>
            </a:solidFill>
          </a:endParaRPr>
        </a:p>
      </dsp:txBody>
      <dsp:txXfrm rot="10800000">
        <a:off x="1357511" y="78750"/>
        <a:ext cx="5606635" cy="716098"/>
      </dsp:txXfrm>
    </dsp:sp>
    <dsp:sp modelId="{D2E2D71F-F424-4D1F-A412-719E0B3CB6A5}">
      <dsp:nvSpPr>
        <dsp:cNvPr id="0" name=""/>
        <dsp:cNvSpPr/>
      </dsp:nvSpPr>
      <dsp:spPr>
        <a:xfrm>
          <a:off x="601891" y="2159"/>
          <a:ext cx="941367" cy="869279"/>
        </a:xfrm>
        <a:prstGeom prst="ellipse">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3058D401-8544-4AE9-8766-79BC7A1797C1}">
      <dsp:nvSpPr>
        <dsp:cNvPr id="0" name=""/>
        <dsp:cNvSpPr/>
      </dsp:nvSpPr>
      <dsp:spPr>
        <a:xfrm rot="10800000">
          <a:off x="1178487" y="1006518"/>
          <a:ext cx="5785659" cy="716098"/>
        </a:xfrm>
        <a:prstGeom prst="homePlat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6402" tIns="95250" rIns="177800" bIns="95250" numCol="1" spcCol="1270" anchor="ctr" anchorCtr="0">
          <a:noAutofit/>
        </a:bodyPr>
        <a:lstStyle/>
        <a:p>
          <a:pPr lvl="0" algn="ctr" defTabSz="1111250">
            <a:lnSpc>
              <a:spcPct val="90000"/>
            </a:lnSpc>
            <a:spcBef>
              <a:spcPct val="0"/>
            </a:spcBef>
            <a:spcAft>
              <a:spcPct val="35000"/>
            </a:spcAft>
          </a:pPr>
          <a:r>
            <a:rPr lang="zh-CN" altLang="en-US" sz="2500" b="1" kern="1200" dirty="0" smtClean="0">
              <a:solidFill>
                <a:schemeClr val="tx1"/>
              </a:solidFill>
            </a:rPr>
            <a:t>展现传统文化的重要标志</a:t>
          </a:r>
          <a:endParaRPr lang="zh-CN" altLang="en-US" sz="2500" b="1" kern="1200" dirty="0">
            <a:solidFill>
              <a:schemeClr val="tx1"/>
            </a:solidFill>
          </a:endParaRPr>
        </a:p>
      </dsp:txBody>
      <dsp:txXfrm rot="10800000">
        <a:off x="1357511" y="1006518"/>
        <a:ext cx="5606635" cy="716098"/>
      </dsp:txXfrm>
    </dsp:sp>
    <dsp:sp modelId="{39C3E92A-3105-45BF-8D82-C239366F2E67}">
      <dsp:nvSpPr>
        <dsp:cNvPr id="0" name=""/>
        <dsp:cNvSpPr/>
      </dsp:nvSpPr>
      <dsp:spPr>
        <a:xfrm>
          <a:off x="601891" y="929927"/>
          <a:ext cx="941367" cy="869279"/>
        </a:xfrm>
        <a:prstGeom prst="ellipse">
          <a:avLst/>
        </a:prstGeom>
        <a:blipFill rotWithShape="0">
          <a:blip xmlns:r="http://schemas.openxmlformats.org/officeDocument/2006/relationships" r:embed="rId2"/>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5B95E6F9-E0C1-4578-B136-B9A3BDF0C4C7}">
      <dsp:nvSpPr>
        <dsp:cNvPr id="0" name=""/>
        <dsp:cNvSpPr/>
      </dsp:nvSpPr>
      <dsp:spPr>
        <a:xfrm rot="10800000">
          <a:off x="1178487" y="1934285"/>
          <a:ext cx="5785659" cy="716098"/>
        </a:xfrm>
        <a:prstGeom prst="homePlat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6402" tIns="95250" rIns="177800" bIns="95250" numCol="1" spcCol="1270" anchor="ctr" anchorCtr="0">
          <a:noAutofit/>
        </a:bodyPr>
        <a:lstStyle/>
        <a:p>
          <a:pPr lvl="0" algn="ctr" defTabSz="1111250">
            <a:lnSpc>
              <a:spcPct val="90000"/>
            </a:lnSpc>
            <a:spcBef>
              <a:spcPct val="0"/>
            </a:spcBef>
            <a:spcAft>
              <a:spcPct val="35000"/>
            </a:spcAft>
          </a:pPr>
          <a:r>
            <a:rPr lang="zh-CN" altLang="en-US" sz="2500" b="1" kern="1200" dirty="0" smtClean="0"/>
            <a:t>中华民族灿烂文化的重要组成部分</a:t>
          </a:r>
          <a:endParaRPr lang="zh-CN" altLang="en-US" sz="2500" b="1" kern="1200" dirty="0"/>
        </a:p>
      </dsp:txBody>
      <dsp:txXfrm rot="10800000">
        <a:off x="1357511" y="1934285"/>
        <a:ext cx="5606635" cy="716098"/>
      </dsp:txXfrm>
    </dsp:sp>
    <dsp:sp modelId="{C21D35EF-DB8D-4C5D-915A-43AA0AB0D5E5}">
      <dsp:nvSpPr>
        <dsp:cNvPr id="0" name=""/>
        <dsp:cNvSpPr/>
      </dsp:nvSpPr>
      <dsp:spPr>
        <a:xfrm>
          <a:off x="601891" y="1857694"/>
          <a:ext cx="941367" cy="869279"/>
        </a:xfrm>
        <a:prstGeom prst="ellipse">
          <a:avLst/>
        </a:prstGeom>
        <a:blipFill rotWithShape="0">
          <a:blip xmlns:r="http://schemas.openxmlformats.org/officeDocument/2006/relationships" r:embed="rId3"/>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220A4D77-7FD5-41A5-BB57-1B4818FCA648}">
      <dsp:nvSpPr>
        <dsp:cNvPr id="0" name=""/>
        <dsp:cNvSpPr/>
      </dsp:nvSpPr>
      <dsp:spPr>
        <a:xfrm rot="10800000">
          <a:off x="1178487" y="2862053"/>
          <a:ext cx="5785659" cy="716098"/>
        </a:xfrm>
        <a:prstGeom prst="homePlat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86402" tIns="91440" rIns="170688" bIns="914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rgbClr val="0070C0"/>
              </a:solidFill>
            </a:rPr>
            <a:t>中华文化中非常重要的组成部分</a:t>
          </a:r>
          <a:endParaRPr lang="zh-CN" altLang="en-US" sz="2400" b="1" kern="1200" dirty="0">
            <a:solidFill>
              <a:srgbClr val="0070C0"/>
            </a:solidFill>
          </a:endParaRPr>
        </a:p>
      </dsp:txBody>
      <dsp:txXfrm rot="10800000">
        <a:off x="1357511" y="2862053"/>
        <a:ext cx="5606635" cy="716098"/>
      </dsp:txXfrm>
    </dsp:sp>
    <dsp:sp modelId="{68238FCF-0173-4232-A638-F8E884C6C354}">
      <dsp:nvSpPr>
        <dsp:cNvPr id="0" name=""/>
        <dsp:cNvSpPr/>
      </dsp:nvSpPr>
      <dsp:spPr>
        <a:xfrm>
          <a:off x="601891" y="2785462"/>
          <a:ext cx="941367" cy="869279"/>
        </a:xfrm>
        <a:prstGeom prst="ellipse">
          <a:avLst/>
        </a:prstGeom>
        <a:blipFill rotWithShape="0">
          <a:blip xmlns:r="http://schemas.openxmlformats.org/officeDocument/2006/relationships" r:embed="rId4"/>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669A31-9576-49B3-9567-872FB149E6F2}">
      <dsp:nvSpPr>
        <dsp:cNvPr id="0" name=""/>
        <dsp:cNvSpPr/>
      </dsp:nvSpPr>
      <dsp:spPr>
        <a:xfrm>
          <a:off x="1261773" y="1431071"/>
          <a:ext cx="3024512" cy="1043091"/>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63576" rIns="163576" bIns="163576" numCol="1" spcCol="1270" anchor="ctr" anchorCtr="0">
          <a:noAutofit/>
        </a:bodyPr>
        <a:lstStyle/>
        <a:p>
          <a:pPr lvl="0" algn="l" defTabSz="1022350">
            <a:lnSpc>
              <a:spcPct val="90000"/>
            </a:lnSpc>
            <a:spcBef>
              <a:spcPct val="0"/>
            </a:spcBef>
            <a:spcAft>
              <a:spcPct val="35000"/>
            </a:spcAft>
          </a:pPr>
          <a:r>
            <a:rPr lang="zh-CN" altLang="en-US" sz="2300" b="1" kern="1200" smtClean="0">
              <a:latin typeface="幼圆" pitchFamily="49" charset="-122"/>
              <a:ea typeface="幼圆" pitchFamily="49" charset="-122"/>
            </a:rPr>
            <a:t>符合社会要求的</a:t>
          </a:r>
          <a:endParaRPr lang="zh-CN" altLang="en-US" sz="2300" b="1" kern="1200" dirty="0">
            <a:latin typeface="幼圆" pitchFamily="49" charset="-122"/>
            <a:ea typeface="幼圆" pitchFamily="49" charset="-122"/>
          </a:endParaRPr>
        </a:p>
      </dsp:txBody>
      <dsp:txXfrm>
        <a:off x="1745695" y="1431071"/>
        <a:ext cx="2540590" cy="1043091"/>
      </dsp:txXfrm>
    </dsp:sp>
    <dsp:sp modelId="{F0B9BA19-480A-4B32-AFA7-ECFCABDE2A9E}">
      <dsp:nvSpPr>
        <dsp:cNvPr id="0" name=""/>
        <dsp:cNvSpPr/>
      </dsp:nvSpPr>
      <dsp:spPr>
        <a:xfrm>
          <a:off x="1261773" y="2600244"/>
          <a:ext cx="3024512" cy="1043091"/>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63576" rIns="163576" bIns="163576" numCol="1" spcCol="1270" anchor="ctr" anchorCtr="0">
          <a:noAutofit/>
        </a:bodyPr>
        <a:lstStyle/>
        <a:p>
          <a:pPr lvl="0" algn="l" defTabSz="1022350">
            <a:lnSpc>
              <a:spcPct val="90000"/>
            </a:lnSpc>
            <a:spcBef>
              <a:spcPct val="0"/>
            </a:spcBef>
            <a:spcAft>
              <a:spcPct val="35000"/>
            </a:spcAft>
          </a:pPr>
          <a:r>
            <a:rPr lang="zh-CN" altLang="en-US" sz="2300" b="1" kern="1200" smtClean="0">
              <a:latin typeface="幼圆" pitchFamily="49" charset="-122"/>
              <a:ea typeface="幼圆" pitchFamily="49" charset="-122"/>
            </a:rPr>
            <a:t>积极向上的</a:t>
          </a:r>
          <a:endParaRPr lang="zh-CN" altLang="en-US" sz="2300" b="1" kern="1200" dirty="0">
            <a:latin typeface="幼圆" pitchFamily="49" charset="-122"/>
            <a:ea typeface="幼圆" pitchFamily="49" charset="-122"/>
          </a:endParaRPr>
        </a:p>
      </dsp:txBody>
      <dsp:txXfrm>
        <a:off x="1745695" y="2600244"/>
        <a:ext cx="2540590" cy="1043091"/>
      </dsp:txXfrm>
    </dsp:sp>
    <dsp:sp modelId="{393FAA0F-4936-47C3-9FF0-0F371D5A6080}">
      <dsp:nvSpPr>
        <dsp:cNvPr id="0" name=""/>
        <dsp:cNvSpPr/>
      </dsp:nvSpPr>
      <dsp:spPr>
        <a:xfrm>
          <a:off x="347749" y="574023"/>
          <a:ext cx="1496483" cy="1496483"/>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555750">
            <a:lnSpc>
              <a:spcPct val="90000"/>
            </a:lnSpc>
            <a:spcBef>
              <a:spcPct val="0"/>
            </a:spcBef>
            <a:spcAft>
              <a:spcPct val="35000"/>
            </a:spcAft>
          </a:pPr>
          <a:r>
            <a:rPr lang="zh-CN" altLang="en-US" sz="3500" kern="1200" dirty="0" smtClean="0"/>
            <a:t>保持</a:t>
          </a:r>
          <a:r>
            <a:rPr lang="en-US" altLang="zh-CN" sz="3500" kern="1200" dirty="0" smtClean="0"/>
            <a:t/>
          </a:r>
          <a:br>
            <a:rPr lang="en-US" altLang="zh-CN" sz="3500" kern="1200" dirty="0" smtClean="0"/>
          </a:br>
          <a:r>
            <a:rPr lang="zh-CN" altLang="en-US" sz="3500" kern="1200" dirty="0" smtClean="0"/>
            <a:t>发扬</a:t>
          </a:r>
          <a:endParaRPr lang="zh-CN" altLang="en-US" sz="3500" kern="1200" dirty="0"/>
        </a:p>
      </dsp:txBody>
      <dsp:txXfrm>
        <a:off x="566904" y="793178"/>
        <a:ext cx="1058173" cy="1058173"/>
      </dsp:txXfrm>
    </dsp:sp>
    <dsp:sp modelId="{4FAFBD47-7666-4DBC-8BAD-02A7FBE76EF8}">
      <dsp:nvSpPr>
        <dsp:cNvPr id="0" name=""/>
        <dsp:cNvSpPr/>
      </dsp:nvSpPr>
      <dsp:spPr>
        <a:xfrm>
          <a:off x="5306535" y="1431071"/>
          <a:ext cx="3034730" cy="1043091"/>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63576" rIns="163576" bIns="163576" numCol="1" spcCol="1270" anchor="ctr" anchorCtr="0">
          <a:noAutofit/>
        </a:bodyPr>
        <a:lstStyle/>
        <a:p>
          <a:pPr lvl="0" algn="l" defTabSz="1022350">
            <a:lnSpc>
              <a:spcPct val="90000"/>
            </a:lnSpc>
            <a:spcBef>
              <a:spcPct val="0"/>
            </a:spcBef>
            <a:spcAft>
              <a:spcPct val="35000"/>
            </a:spcAft>
          </a:pPr>
          <a:r>
            <a:rPr lang="zh-CN" altLang="en-US" sz="2300" b="1" kern="1200" smtClean="0">
              <a:latin typeface="幼圆" pitchFamily="49" charset="-122"/>
              <a:ea typeface="幼圆" pitchFamily="49" charset="-122"/>
            </a:rPr>
            <a:t>不符合社会要求的</a:t>
          </a:r>
          <a:endParaRPr lang="zh-CN" altLang="en-US" sz="2300" b="1" kern="1200" dirty="0">
            <a:latin typeface="幼圆" pitchFamily="49" charset="-122"/>
            <a:ea typeface="幼圆" pitchFamily="49" charset="-122"/>
          </a:endParaRPr>
        </a:p>
      </dsp:txBody>
      <dsp:txXfrm>
        <a:off x="5792091" y="1431071"/>
        <a:ext cx="2549173" cy="1043091"/>
      </dsp:txXfrm>
    </dsp:sp>
    <dsp:sp modelId="{49C49A06-5F37-4630-87D1-C11ADC206C13}">
      <dsp:nvSpPr>
        <dsp:cNvPr id="0" name=""/>
        <dsp:cNvSpPr/>
      </dsp:nvSpPr>
      <dsp:spPr>
        <a:xfrm>
          <a:off x="5290543" y="2600244"/>
          <a:ext cx="3066713" cy="1043091"/>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63576" rIns="163576" bIns="163576" numCol="1" spcCol="1270" anchor="ctr" anchorCtr="0">
          <a:noAutofit/>
        </a:bodyPr>
        <a:lstStyle/>
        <a:p>
          <a:pPr lvl="0" algn="l" defTabSz="1022350">
            <a:lnSpc>
              <a:spcPct val="90000"/>
            </a:lnSpc>
            <a:spcBef>
              <a:spcPct val="0"/>
            </a:spcBef>
            <a:spcAft>
              <a:spcPct val="35000"/>
            </a:spcAft>
          </a:pPr>
          <a:r>
            <a:rPr lang="zh-CN" altLang="en-US" sz="2300" b="1" kern="1200" smtClean="0">
              <a:latin typeface="幼圆" pitchFamily="49" charset="-122"/>
              <a:ea typeface="幼圆" pitchFamily="49" charset="-122"/>
            </a:rPr>
            <a:t>落后的、腐朽的</a:t>
          </a:r>
          <a:endParaRPr lang="zh-CN" altLang="en-US" sz="2300" b="1" kern="1200" dirty="0">
            <a:latin typeface="幼圆" pitchFamily="49" charset="-122"/>
            <a:ea typeface="幼圆" pitchFamily="49" charset="-122"/>
          </a:endParaRPr>
        </a:p>
      </dsp:txBody>
      <dsp:txXfrm>
        <a:off x="5781217" y="2600244"/>
        <a:ext cx="2576039" cy="1043091"/>
      </dsp:txXfrm>
    </dsp:sp>
    <dsp:sp modelId="{E3C9FB33-453E-4DF2-8E21-1670C8219297}">
      <dsp:nvSpPr>
        <dsp:cNvPr id="0" name=""/>
        <dsp:cNvSpPr/>
      </dsp:nvSpPr>
      <dsp:spPr>
        <a:xfrm>
          <a:off x="4360750" y="571509"/>
          <a:ext cx="1496483" cy="1496483"/>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1555750">
            <a:lnSpc>
              <a:spcPct val="90000"/>
            </a:lnSpc>
            <a:spcBef>
              <a:spcPct val="0"/>
            </a:spcBef>
            <a:spcAft>
              <a:spcPct val="35000"/>
            </a:spcAft>
          </a:pPr>
          <a:r>
            <a:rPr lang="zh-CN" altLang="en-US" sz="3500" kern="1200" dirty="0" smtClean="0"/>
            <a:t>改造</a:t>
          </a:r>
          <a:r>
            <a:rPr lang="en-US" altLang="zh-CN" sz="3500" kern="1200" dirty="0" smtClean="0"/>
            <a:t/>
          </a:r>
          <a:br>
            <a:rPr lang="en-US" altLang="zh-CN" sz="3500" kern="1200" dirty="0" smtClean="0"/>
          </a:br>
          <a:r>
            <a:rPr lang="zh-CN" altLang="en-US" sz="3500" kern="1200" dirty="0" smtClean="0"/>
            <a:t>剔除</a:t>
          </a:r>
          <a:endParaRPr lang="zh-CN" altLang="en-US" sz="3500" kern="1200" dirty="0"/>
        </a:p>
      </dsp:txBody>
      <dsp:txXfrm>
        <a:off x="4579905" y="790664"/>
        <a:ext cx="1058173" cy="1058173"/>
      </dsp:txXfrm>
    </dsp:sp>
  </dsp:spTree>
</dsp:drawing>
</file>

<file path=ppt/diagrams/layout1.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type="homePlate" r:blip="" rot="180"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nodeVertAlign" val="t"/>
          <dgm:param type="fallback" val="2D"/>
        </dgm:alg>
      </dgm:if>
      <dgm:else name="Name2">
        <dgm:alg type="lin">
          <dgm:param type="linDir" val="fromR"/>
          <dgm:param type="nodeVertAlign" val="t"/>
          <dgm:param type="fallback" val="2D"/>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3074" name="Freeform 2"/>
          <p:cNvSpPr/>
          <p:nvPr/>
        </p:nvSpPr>
        <p:spPr>
          <a:xfrm>
            <a:off x="4760913" y="15875"/>
            <a:ext cx="4438650" cy="3028950"/>
          </a:xfrm>
          <a:custGeom>
            <a:avLst/>
            <a:gdLst/>
            <a:ahLst/>
            <a:cxnLst>
              <a:cxn ang="0">
                <a:pos x="186976" y="24378"/>
              </a:cxn>
              <a:cxn ang="0">
                <a:pos x="89423" y="432707"/>
              </a:cxn>
              <a:cxn ang="0">
                <a:pos x="203235" y="2395125"/>
              </a:cxn>
              <a:cxn ang="0">
                <a:pos x="438987" y="2785171"/>
              </a:cxn>
              <a:cxn ang="0">
                <a:pos x="1284445" y="2937533"/>
              </a:cxn>
              <a:cxn ang="0">
                <a:pos x="1658397" y="3016761"/>
              </a:cxn>
              <a:cxn ang="0">
                <a:pos x="4227286" y="2894872"/>
              </a:cxn>
              <a:cxn ang="0">
                <a:pos x="4332968" y="1017776"/>
              </a:cxn>
              <a:cxn ang="0">
                <a:pos x="2999747" y="97511"/>
              </a:cxn>
              <a:cxn ang="0">
                <a:pos x="2024220" y="176740"/>
              </a:cxn>
              <a:cxn ang="0">
                <a:pos x="1609620" y="67039"/>
              </a:cxn>
              <a:cxn ang="0">
                <a:pos x="1227539" y="12189"/>
              </a:cxn>
              <a:cxn ang="0">
                <a:pos x="186976" y="24378"/>
              </a:cxn>
            </a:cxnLst>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alpha val="100000"/>
            </a:schemeClr>
          </a:solidFill>
          <a:ln w="0">
            <a:noFill/>
          </a:ln>
        </p:spPr>
        <p:txBody>
          <a:bodyPr/>
          <a:p>
            <a:endParaRPr lang="zh-CN" altLang="en-US"/>
          </a:p>
        </p:txBody>
      </p:sp>
      <p:grpSp>
        <p:nvGrpSpPr>
          <p:cNvPr id="3075" name="Group 3"/>
          <p:cNvGrpSpPr/>
          <p:nvPr/>
        </p:nvGrpSpPr>
        <p:grpSpPr>
          <a:xfrm>
            <a:off x="4572000" y="22225"/>
            <a:ext cx="4756150" cy="3252788"/>
            <a:chOff x="2918" y="18"/>
            <a:chExt cx="2958" cy="2699"/>
          </a:xfrm>
        </p:grpSpPr>
        <p:sp>
          <p:nvSpPr>
            <p:cNvPr id="3241" name="Freeform 4"/>
            <p:cNvSpPr/>
            <p:nvPr/>
          </p:nvSpPr>
          <p:spPr>
            <a:xfrm>
              <a:off x="3060" y="18"/>
              <a:ext cx="490" cy="187"/>
            </a:xfrm>
            <a:custGeom>
              <a:avLst/>
              <a:gdLst/>
              <a:ahLst/>
              <a:cxnLst>
                <a:cxn ang="0">
                  <a:pos x="359" y="126"/>
                </a:cxn>
                <a:cxn ang="0">
                  <a:pos x="460" y="101"/>
                </a:cxn>
                <a:cxn ang="0">
                  <a:pos x="465" y="86"/>
                </a:cxn>
                <a:cxn ang="0">
                  <a:pos x="445" y="0"/>
                </a:cxn>
                <a:cxn ang="0">
                  <a:pos x="126" y="0"/>
                </a:cxn>
                <a:cxn ang="0">
                  <a:pos x="51" y="111"/>
                </a:cxn>
                <a:cxn ang="0">
                  <a:pos x="359" y="126"/>
                </a:cxn>
              </a:cxnLst>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alpha val="100000"/>
              </a:schemeClr>
            </a:solidFill>
            <a:ln w="0">
              <a:noFill/>
            </a:ln>
          </p:spPr>
          <p:txBody>
            <a:bodyPr/>
            <a:p>
              <a:endParaRPr lang="zh-CN" altLang="en-US"/>
            </a:p>
          </p:txBody>
        </p:sp>
        <p:sp>
          <p:nvSpPr>
            <p:cNvPr id="3242" name="Freeform 5"/>
            <p:cNvSpPr>
              <a:spLocks noEditPoints="1"/>
            </p:cNvSpPr>
            <p:nvPr/>
          </p:nvSpPr>
          <p:spPr>
            <a:xfrm>
              <a:off x="2918" y="18"/>
              <a:ext cx="2958" cy="2699"/>
            </a:xfrm>
            <a:custGeom>
              <a:avLst/>
              <a:gdLst/>
              <a:ahLst/>
              <a:cxnLst>
                <a:cxn ang="0">
                  <a:pos x="2548" y="5"/>
                </a:cxn>
                <a:cxn ang="0">
                  <a:pos x="794" y="0"/>
                </a:cxn>
                <a:cxn ang="0">
                  <a:pos x="1138" y="106"/>
                </a:cxn>
                <a:cxn ang="0">
                  <a:pos x="880" y="197"/>
                </a:cxn>
                <a:cxn ang="0">
                  <a:pos x="1047" y="359"/>
                </a:cxn>
                <a:cxn ang="0">
                  <a:pos x="374" y="303"/>
                </a:cxn>
                <a:cxn ang="0">
                  <a:pos x="131" y="318"/>
                </a:cxn>
                <a:cxn ang="0">
                  <a:pos x="1006" y="2461"/>
                </a:cxn>
                <a:cxn ang="0">
                  <a:pos x="728" y="1724"/>
                </a:cxn>
                <a:cxn ang="0">
                  <a:pos x="531" y="1900"/>
                </a:cxn>
                <a:cxn ang="0">
                  <a:pos x="475" y="2199"/>
                </a:cxn>
                <a:cxn ang="0">
                  <a:pos x="627" y="1339"/>
                </a:cxn>
                <a:cxn ang="0">
                  <a:pos x="774" y="1152"/>
                </a:cxn>
                <a:cxn ang="0">
                  <a:pos x="1057" y="1198"/>
                </a:cxn>
                <a:cxn ang="0">
                  <a:pos x="951" y="1547"/>
                </a:cxn>
                <a:cxn ang="0">
                  <a:pos x="971" y="1996"/>
                </a:cxn>
                <a:cxn ang="0">
                  <a:pos x="2604" y="2441"/>
                </a:cxn>
                <a:cxn ang="0">
                  <a:pos x="2296" y="2158"/>
                </a:cxn>
                <a:cxn ang="0">
                  <a:pos x="2149" y="1744"/>
                </a:cxn>
                <a:cxn ang="0">
                  <a:pos x="2002" y="1365"/>
                </a:cxn>
                <a:cxn ang="0">
                  <a:pos x="2326" y="1294"/>
                </a:cxn>
                <a:cxn ang="0">
                  <a:pos x="2058" y="1127"/>
                </a:cxn>
                <a:cxn ang="0">
                  <a:pos x="2220" y="1142"/>
                </a:cxn>
                <a:cxn ang="0">
                  <a:pos x="2215" y="1056"/>
                </a:cxn>
                <a:cxn ang="0">
                  <a:pos x="1901" y="1066"/>
                </a:cxn>
                <a:cxn ang="0">
                  <a:pos x="1805" y="1734"/>
                </a:cxn>
                <a:cxn ang="0">
                  <a:pos x="1755" y="1162"/>
                </a:cxn>
                <a:cxn ang="0">
                  <a:pos x="1674" y="920"/>
                </a:cxn>
                <a:cxn ang="0">
                  <a:pos x="1755" y="687"/>
                </a:cxn>
                <a:cxn ang="0">
                  <a:pos x="1714" y="500"/>
                </a:cxn>
                <a:cxn ang="0">
                  <a:pos x="1674" y="313"/>
                </a:cxn>
                <a:cxn ang="0">
                  <a:pos x="1866" y="521"/>
                </a:cxn>
                <a:cxn ang="0">
                  <a:pos x="2098" y="238"/>
                </a:cxn>
                <a:cxn ang="0">
                  <a:pos x="2068" y="480"/>
                </a:cxn>
                <a:cxn ang="0">
                  <a:pos x="2028" y="657"/>
                </a:cxn>
                <a:cxn ang="0">
                  <a:pos x="2028" y="915"/>
                </a:cxn>
                <a:cxn ang="0">
                  <a:pos x="2821" y="915"/>
                </a:cxn>
                <a:cxn ang="0">
                  <a:pos x="2801" y="384"/>
                </a:cxn>
                <a:cxn ang="0">
                  <a:pos x="1259" y="349"/>
                </a:cxn>
                <a:cxn ang="0">
                  <a:pos x="1482" y="470"/>
                </a:cxn>
                <a:cxn ang="0">
                  <a:pos x="865" y="986"/>
                </a:cxn>
                <a:cxn ang="0">
                  <a:pos x="349" y="495"/>
                </a:cxn>
                <a:cxn ang="0">
                  <a:pos x="966" y="536"/>
                </a:cxn>
                <a:cxn ang="0">
                  <a:pos x="1112" y="531"/>
                </a:cxn>
                <a:cxn ang="0">
                  <a:pos x="1527" y="612"/>
                </a:cxn>
                <a:cxn ang="0">
                  <a:pos x="1396" y="1294"/>
                </a:cxn>
                <a:cxn ang="0">
                  <a:pos x="1315" y="692"/>
                </a:cxn>
                <a:cxn ang="0">
                  <a:pos x="865" y="986"/>
                </a:cxn>
                <a:cxn ang="0">
                  <a:pos x="1128" y="1137"/>
                </a:cxn>
                <a:cxn ang="0">
                  <a:pos x="1249" y="799"/>
                </a:cxn>
                <a:cxn ang="0">
                  <a:pos x="1648" y="1476"/>
                </a:cxn>
                <a:cxn ang="0">
                  <a:pos x="1087" y="1622"/>
                </a:cxn>
                <a:cxn ang="0">
                  <a:pos x="1562" y="1400"/>
                </a:cxn>
                <a:cxn ang="0">
                  <a:pos x="1608" y="672"/>
                </a:cxn>
                <a:cxn ang="0">
                  <a:pos x="1583" y="1077"/>
                </a:cxn>
                <a:cxn ang="0">
                  <a:pos x="1512" y="728"/>
                </a:cxn>
                <a:cxn ang="0">
                  <a:pos x="2564" y="905"/>
                </a:cxn>
                <a:cxn ang="0">
                  <a:pos x="2331" y="819"/>
                </a:cxn>
              </a:cxnLst>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alpha val="100000"/>
              </a:schemeClr>
            </a:solidFill>
            <a:ln w="0">
              <a:noFill/>
            </a:ln>
          </p:spPr>
          <p:txBody>
            <a:bodyPr/>
            <a:p>
              <a:endParaRPr lang="zh-CN" altLang="en-US"/>
            </a:p>
          </p:txBody>
        </p:sp>
        <p:sp>
          <p:nvSpPr>
            <p:cNvPr id="3243" name="Freeform 6"/>
            <p:cNvSpPr/>
            <p:nvPr/>
          </p:nvSpPr>
          <p:spPr>
            <a:xfrm>
              <a:off x="3621" y="1286"/>
              <a:ext cx="238" cy="283"/>
            </a:xfrm>
            <a:custGeom>
              <a:avLst/>
              <a:gdLst/>
              <a:ahLst/>
              <a:cxnLst>
                <a:cxn ang="0">
                  <a:pos x="203" y="76"/>
                </a:cxn>
                <a:cxn ang="0">
                  <a:pos x="137" y="283"/>
                </a:cxn>
                <a:cxn ang="0">
                  <a:pos x="203" y="76"/>
                </a:cxn>
              </a:cxnLst>
              <a:pathLst>
                <a:path w="47" h="56">
                  <a:moveTo>
                    <a:pt x="40" y="15"/>
                  </a:moveTo>
                  <a:cubicBezTo>
                    <a:pt x="37" y="0"/>
                    <a:pt x="0" y="23"/>
                    <a:pt x="27" y="56"/>
                  </a:cubicBezTo>
                  <a:cubicBezTo>
                    <a:pt x="27" y="56"/>
                    <a:pt x="47" y="49"/>
                    <a:pt x="40" y="15"/>
                  </a:cubicBezTo>
                  <a:close/>
                </a:path>
              </a:pathLst>
            </a:custGeom>
            <a:solidFill>
              <a:schemeClr val="bg1">
                <a:alpha val="100000"/>
              </a:schemeClr>
            </a:solidFill>
            <a:ln w="0">
              <a:noFill/>
            </a:ln>
          </p:spPr>
          <p:txBody>
            <a:bodyPr/>
            <a:p>
              <a:endParaRPr lang="zh-CN" altLang="en-US"/>
            </a:p>
          </p:txBody>
        </p:sp>
        <p:sp>
          <p:nvSpPr>
            <p:cNvPr id="3244" name="Freeform 7"/>
            <p:cNvSpPr/>
            <p:nvPr/>
          </p:nvSpPr>
          <p:spPr>
            <a:xfrm>
              <a:off x="3403" y="1402"/>
              <a:ext cx="208" cy="379"/>
            </a:xfrm>
            <a:custGeom>
              <a:avLst/>
              <a:gdLst/>
              <a:ahLst/>
              <a:cxnLst>
                <a:cxn ang="0">
                  <a:pos x="96" y="136"/>
                </a:cxn>
                <a:cxn ang="0">
                  <a:pos x="61" y="349"/>
                </a:cxn>
                <a:cxn ang="0">
                  <a:pos x="203" y="227"/>
                </a:cxn>
                <a:cxn ang="0">
                  <a:pos x="188" y="121"/>
                </a:cxn>
                <a:cxn ang="0">
                  <a:pos x="96" y="136"/>
                </a:cxn>
              </a:cxnLst>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alpha val="100000"/>
              </a:schemeClr>
            </a:solidFill>
            <a:ln w="0">
              <a:noFill/>
            </a:ln>
          </p:spPr>
          <p:txBody>
            <a:bodyPr/>
            <a:p>
              <a:endParaRPr lang="zh-CN" altLang="en-US"/>
            </a:p>
          </p:txBody>
        </p:sp>
        <p:sp>
          <p:nvSpPr>
            <p:cNvPr id="3245" name="Freeform 8"/>
            <p:cNvSpPr/>
            <p:nvPr/>
          </p:nvSpPr>
          <p:spPr>
            <a:xfrm>
              <a:off x="3272" y="645"/>
              <a:ext cx="682" cy="317"/>
            </a:xfrm>
            <a:custGeom>
              <a:avLst/>
              <a:gdLst/>
              <a:ahLst/>
              <a:cxnLst>
                <a:cxn ang="0">
                  <a:pos x="566" y="20"/>
                </a:cxn>
                <a:cxn ang="0">
                  <a:pos x="121" y="20"/>
                </a:cxn>
                <a:cxn ang="0">
                  <a:pos x="10" y="126"/>
                </a:cxn>
                <a:cxn ang="0">
                  <a:pos x="303" y="292"/>
                </a:cxn>
                <a:cxn ang="0">
                  <a:pos x="485" y="272"/>
                </a:cxn>
                <a:cxn ang="0">
                  <a:pos x="571" y="267"/>
                </a:cxn>
                <a:cxn ang="0">
                  <a:pos x="566" y="20"/>
                </a:cxn>
              </a:cxnLst>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alpha val="100000"/>
              </a:schemeClr>
            </a:solidFill>
            <a:ln w="0">
              <a:noFill/>
            </a:ln>
          </p:spPr>
          <p:txBody>
            <a:bodyPr/>
            <a:p>
              <a:endParaRPr lang="zh-CN" altLang="en-US"/>
            </a:p>
          </p:txBody>
        </p:sp>
        <p:sp>
          <p:nvSpPr>
            <p:cNvPr id="3246" name="Freeform 9"/>
            <p:cNvSpPr/>
            <p:nvPr/>
          </p:nvSpPr>
          <p:spPr>
            <a:xfrm>
              <a:off x="4046" y="1545"/>
              <a:ext cx="491" cy="515"/>
            </a:xfrm>
            <a:custGeom>
              <a:avLst/>
              <a:gdLst/>
              <a:ahLst/>
              <a:cxnLst>
                <a:cxn ang="0">
                  <a:pos x="339" y="25"/>
                </a:cxn>
                <a:cxn ang="0">
                  <a:pos x="157" y="25"/>
                </a:cxn>
                <a:cxn ang="0">
                  <a:pos x="61" y="288"/>
                </a:cxn>
                <a:cxn ang="0">
                  <a:pos x="400" y="313"/>
                </a:cxn>
                <a:cxn ang="0">
                  <a:pos x="339" y="25"/>
                </a:cxn>
              </a:cxnLst>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alpha val="100000"/>
              </a:schemeClr>
            </a:solidFill>
            <a:ln w="0">
              <a:noFill/>
            </a:ln>
          </p:spPr>
          <p:txBody>
            <a:bodyPr/>
            <a:p>
              <a:endParaRPr lang="zh-CN" altLang="en-US"/>
            </a:p>
          </p:txBody>
        </p:sp>
        <p:sp>
          <p:nvSpPr>
            <p:cNvPr id="3247" name="Freeform 10"/>
            <p:cNvSpPr/>
            <p:nvPr/>
          </p:nvSpPr>
          <p:spPr>
            <a:xfrm>
              <a:off x="5173" y="1024"/>
              <a:ext cx="501" cy="96"/>
            </a:xfrm>
            <a:custGeom>
              <a:avLst/>
              <a:gdLst/>
              <a:ahLst/>
              <a:cxnLst>
                <a:cxn ang="0">
                  <a:pos x="76" y="0"/>
                </a:cxn>
                <a:cxn ang="0">
                  <a:pos x="202" y="76"/>
                </a:cxn>
                <a:cxn ang="0">
                  <a:pos x="76" y="0"/>
                </a:cxn>
              </a:cxnLst>
              <a:pathLst>
                <a:path w="99" h="19">
                  <a:moveTo>
                    <a:pt x="15" y="0"/>
                  </a:moveTo>
                  <a:cubicBezTo>
                    <a:pt x="0" y="0"/>
                    <a:pt x="19" y="19"/>
                    <a:pt x="40" y="15"/>
                  </a:cubicBezTo>
                  <a:cubicBezTo>
                    <a:pt x="99" y="1"/>
                    <a:pt x="15" y="0"/>
                    <a:pt x="15" y="0"/>
                  </a:cubicBezTo>
                  <a:close/>
                </a:path>
              </a:pathLst>
            </a:custGeom>
            <a:solidFill>
              <a:schemeClr val="bg1">
                <a:alpha val="100000"/>
              </a:schemeClr>
            </a:solidFill>
            <a:ln w="0">
              <a:noFill/>
            </a:ln>
          </p:spPr>
          <p:txBody>
            <a:bodyPr/>
            <a:p>
              <a:endParaRPr lang="zh-CN" altLang="en-US"/>
            </a:p>
          </p:txBody>
        </p:sp>
        <p:sp>
          <p:nvSpPr>
            <p:cNvPr id="3248" name="Freeform 11"/>
            <p:cNvSpPr/>
            <p:nvPr/>
          </p:nvSpPr>
          <p:spPr>
            <a:xfrm>
              <a:off x="5340" y="1005"/>
              <a:ext cx="385" cy="236"/>
            </a:xfrm>
            <a:custGeom>
              <a:avLst/>
              <a:gdLst/>
              <a:ahLst/>
              <a:cxnLst>
                <a:cxn ang="0">
                  <a:pos x="106" y="186"/>
                </a:cxn>
                <a:cxn ang="0">
                  <a:pos x="355" y="85"/>
                </a:cxn>
                <a:cxn ang="0">
                  <a:pos x="243" y="15"/>
                </a:cxn>
                <a:cxn ang="0">
                  <a:pos x="96" y="161"/>
                </a:cxn>
                <a:cxn ang="0">
                  <a:pos x="106" y="186"/>
                </a:cxn>
              </a:cxnLst>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alpha val="100000"/>
              </a:schemeClr>
            </a:solidFill>
            <a:ln w="0">
              <a:noFill/>
            </a:ln>
          </p:spPr>
          <p:txBody>
            <a:bodyPr/>
            <a:p>
              <a:endParaRPr lang="zh-CN" altLang="en-US"/>
            </a:p>
          </p:txBody>
        </p:sp>
        <p:sp>
          <p:nvSpPr>
            <p:cNvPr id="3249" name="Freeform 12"/>
            <p:cNvSpPr/>
            <p:nvPr/>
          </p:nvSpPr>
          <p:spPr>
            <a:xfrm>
              <a:off x="5325" y="1201"/>
              <a:ext cx="415" cy="187"/>
            </a:xfrm>
            <a:custGeom>
              <a:avLst/>
              <a:gdLst/>
              <a:ahLst/>
              <a:cxnLst>
                <a:cxn ang="0">
                  <a:pos x="364" y="30"/>
                </a:cxn>
                <a:cxn ang="0">
                  <a:pos x="121" y="86"/>
                </a:cxn>
                <a:cxn ang="0">
                  <a:pos x="86" y="131"/>
                </a:cxn>
                <a:cxn ang="0">
                  <a:pos x="385" y="116"/>
                </a:cxn>
                <a:cxn ang="0">
                  <a:pos x="415" y="101"/>
                </a:cxn>
                <a:cxn ang="0">
                  <a:pos x="415" y="0"/>
                </a:cxn>
                <a:cxn ang="0">
                  <a:pos x="364" y="30"/>
                </a:cxn>
              </a:cxnLst>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alpha val="100000"/>
              </a:schemeClr>
            </a:solidFill>
            <a:ln w="0">
              <a:noFill/>
            </a:ln>
          </p:spPr>
          <p:txBody>
            <a:bodyPr/>
            <a:p>
              <a:endParaRPr lang="zh-CN" altLang="en-US"/>
            </a:p>
          </p:txBody>
        </p:sp>
        <p:sp>
          <p:nvSpPr>
            <p:cNvPr id="3250" name="Freeform 13"/>
            <p:cNvSpPr/>
            <p:nvPr/>
          </p:nvSpPr>
          <p:spPr>
            <a:xfrm>
              <a:off x="5001" y="1377"/>
              <a:ext cx="698" cy="167"/>
            </a:xfrm>
            <a:custGeom>
              <a:avLst/>
              <a:gdLst/>
              <a:ahLst/>
              <a:cxnLst>
                <a:cxn ang="0">
                  <a:pos x="106" y="5"/>
                </a:cxn>
                <a:cxn ang="0">
                  <a:pos x="40" y="71"/>
                </a:cxn>
                <a:cxn ang="0">
                  <a:pos x="288" y="111"/>
                </a:cxn>
                <a:cxn ang="0">
                  <a:pos x="592" y="116"/>
                </a:cxn>
                <a:cxn ang="0">
                  <a:pos x="577" y="40"/>
                </a:cxn>
                <a:cxn ang="0">
                  <a:pos x="415" y="15"/>
                </a:cxn>
                <a:cxn ang="0">
                  <a:pos x="106" y="5"/>
                </a:cxn>
              </a:cxnLst>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alpha val="100000"/>
              </a:schemeClr>
            </a:solidFill>
            <a:ln w="0">
              <a:noFill/>
            </a:ln>
          </p:spPr>
          <p:txBody>
            <a:bodyPr/>
            <a:p>
              <a:endParaRPr lang="zh-CN" altLang="en-US"/>
            </a:p>
          </p:txBody>
        </p:sp>
        <p:sp>
          <p:nvSpPr>
            <p:cNvPr id="3251" name="Freeform 14"/>
            <p:cNvSpPr/>
            <p:nvPr/>
          </p:nvSpPr>
          <p:spPr>
            <a:xfrm>
              <a:off x="5077" y="1539"/>
              <a:ext cx="567" cy="146"/>
            </a:xfrm>
            <a:custGeom>
              <a:avLst/>
              <a:gdLst/>
              <a:ahLst/>
              <a:cxnLst>
                <a:cxn ang="0">
                  <a:pos x="496" y="96"/>
                </a:cxn>
                <a:cxn ang="0">
                  <a:pos x="521" y="20"/>
                </a:cxn>
                <a:cxn ang="0">
                  <a:pos x="375" y="50"/>
                </a:cxn>
                <a:cxn ang="0">
                  <a:pos x="182" y="30"/>
                </a:cxn>
                <a:cxn ang="0">
                  <a:pos x="10" y="20"/>
                </a:cxn>
                <a:cxn ang="0">
                  <a:pos x="496" y="96"/>
                </a:cxn>
              </a:cxnLst>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alpha val="100000"/>
              </a:schemeClr>
            </a:solidFill>
            <a:ln w="0">
              <a:noFill/>
            </a:ln>
          </p:spPr>
          <p:txBody>
            <a:bodyPr/>
            <a:p>
              <a:endParaRPr lang="zh-CN" altLang="en-US"/>
            </a:p>
          </p:txBody>
        </p:sp>
        <p:sp>
          <p:nvSpPr>
            <p:cNvPr id="3252" name="Freeform 15"/>
            <p:cNvSpPr/>
            <p:nvPr/>
          </p:nvSpPr>
          <p:spPr>
            <a:xfrm>
              <a:off x="5042" y="1657"/>
              <a:ext cx="582" cy="479"/>
            </a:xfrm>
            <a:custGeom>
              <a:avLst/>
              <a:gdLst/>
              <a:ahLst/>
              <a:cxnLst>
                <a:cxn ang="0">
                  <a:pos x="15" y="267"/>
                </a:cxn>
                <a:cxn ang="0">
                  <a:pos x="132" y="272"/>
                </a:cxn>
                <a:cxn ang="0">
                  <a:pos x="253" y="388"/>
                </a:cxn>
                <a:cxn ang="0">
                  <a:pos x="299" y="424"/>
                </a:cxn>
                <a:cxn ang="0">
                  <a:pos x="410" y="262"/>
                </a:cxn>
                <a:cxn ang="0">
                  <a:pos x="562" y="262"/>
                </a:cxn>
                <a:cxn ang="0">
                  <a:pos x="400" y="136"/>
                </a:cxn>
                <a:cxn ang="0">
                  <a:pos x="187" y="81"/>
                </a:cxn>
                <a:cxn ang="0">
                  <a:pos x="61" y="207"/>
                </a:cxn>
                <a:cxn ang="0">
                  <a:pos x="15" y="267"/>
                </a:cxn>
              </a:cxnLst>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alpha val="100000"/>
              </a:schemeClr>
            </a:solidFill>
            <a:ln w="0">
              <a:noFill/>
            </a:ln>
          </p:spPr>
          <p:txBody>
            <a:bodyPr/>
            <a:p>
              <a:endParaRPr lang="zh-CN" altLang="en-US"/>
            </a:p>
          </p:txBody>
        </p:sp>
        <p:sp>
          <p:nvSpPr>
            <p:cNvPr id="3253" name="Freeform 16"/>
            <p:cNvSpPr/>
            <p:nvPr/>
          </p:nvSpPr>
          <p:spPr>
            <a:xfrm>
              <a:off x="5421" y="1464"/>
              <a:ext cx="329" cy="854"/>
            </a:xfrm>
            <a:custGeom>
              <a:avLst/>
              <a:gdLst/>
              <a:ahLst/>
              <a:cxnLst>
                <a:cxn ang="0">
                  <a:pos x="258" y="202"/>
                </a:cxn>
                <a:cxn ang="0">
                  <a:pos x="111" y="248"/>
                </a:cxn>
                <a:cxn ang="0">
                  <a:pos x="111" y="298"/>
                </a:cxn>
                <a:cxn ang="0">
                  <a:pos x="253" y="455"/>
                </a:cxn>
                <a:cxn ang="0">
                  <a:pos x="172" y="596"/>
                </a:cxn>
                <a:cxn ang="0">
                  <a:pos x="0" y="748"/>
                </a:cxn>
                <a:cxn ang="0">
                  <a:pos x="86" y="783"/>
                </a:cxn>
                <a:cxn ang="0">
                  <a:pos x="238" y="839"/>
                </a:cxn>
                <a:cxn ang="0">
                  <a:pos x="319" y="819"/>
                </a:cxn>
                <a:cxn ang="0">
                  <a:pos x="329" y="0"/>
                </a:cxn>
                <a:cxn ang="0">
                  <a:pos x="258" y="202"/>
                </a:cxn>
              </a:cxnLst>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alpha val="100000"/>
              </a:schemeClr>
            </a:solidFill>
            <a:ln w="0">
              <a:noFill/>
            </a:ln>
          </p:spPr>
          <p:txBody>
            <a:bodyPr/>
            <a:p>
              <a:endParaRPr lang="zh-CN" altLang="en-US"/>
            </a:p>
          </p:txBody>
        </p:sp>
      </p:grpSp>
      <p:grpSp>
        <p:nvGrpSpPr>
          <p:cNvPr id="3076" name="Group 17"/>
          <p:cNvGrpSpPr/>
          <p:nvPr/>
        </p:nvGrpSpPr>
        <p:grpSpPr>
          <a:xfrm>
            <a:off x="554038" y="26988"/>
            <a:ext cx="7891462" cy="5116512"/>
            <a:chOff x="349" y="23"/>
            <a:chExt cx="4971" cy="4297"/>
          </a:xfrm>
        </p:grpSpPr>
        <p:sp>
          <p:nvSpPr>
            <p:cNvPr id="3096" name="Rectangle 18"/>
            <p:cNvSpPr/>
            <p:nvPr/>
          </p:nvSpPr>
          <p:spPr>
            <a:xfrm>
              <a:off x="384" y="23"/>
              <a:ext cx="21"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097" name="Freeform 19"/>
            <p:cNvSpPr>
              <a:spLocks noEditPoints="1"/>
            </p:cNvSpPr>
            <p:nvPr/>
          </p:nvSpPr>
          <p:spPr>
            <a:xfrm>
              <a:off x="384"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098" name="Freeform 20"/>
            <p:cNvSpPr>
              <a:spLocks noEditPoints="1"/>
            </p:cNvSpPr>
            <p:nvPr/>
          </p:nvSpPr>
          <p:spPr>
            <a:xfrm>
              <a:off x="384"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099" name="Freeform 21"/>
            <p:cNvSpPr>
              <a:spLocks noEditPoints="1"/>
            </p:cNvSpPr>
            <p:nvPr/>
          </p:nvSpPr>
          <p:spPr>
            <a:xfrm>
              <a:off x="384"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0" name="Freeform 22"/>
            <p:cNvSpPr>
              <a:spLocks noEditPoints="1"/>
            </p:cNvSpPr>
            <p:nvPr/>
          </p:nvSpPr>
          <p:spPr>
            <a:xfrm>
              <a:off x="384"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1" name="Freeform 23"/>
            <p:cNvSpPr>
              <a:spLocks noEditPoints="1"/>
            </p:cNvSpPr>
            <p:nvPr/>
          </p:nvSpPr>
          <p:spPr>
            <a:xfrm>
              <a:off x="384"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2" name="Freeform 24"/>
            <p:cNvSpPr>
              <a:spLocks noEditPoints="1"/>
            </p:cNvSpPr>
            <p:nvPr/>
          </p:nvSpPr>
          <p:spPr>
            <a:xfrm>
              <a:off x="384"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3" name="Freeform 25"/>
            <p:cNvSpPr>
              <a:spLocks noEditPoints="1"/>
            </p:cNvSpPr>
            <p:nvPr/>
          </p:nvSpPr>
          <p:spPr>
            <a:xfrm>
              <a:off x="384"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4" name="Freeform 26"/>
            <p:cNvSpPr>
              <a:spLocks noEditPoints="1"/>
            </p:cNvSpPr>
            <p:nvPr/>
          </p:nvSpPr>
          <p:spPr>
            <a:xfrm>
              <a:off x="384"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5" name="Freeform 27"/>
            <p:cNvSpPr>
              <a:spLocks noEditPoints="1"/>
            </p:cNvSpPr>
            <p:nvPr/>
          </p:nvSpPr>
          <p:spPr>
            <a:xfrm>
              <a:off x="384"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6" name="Freeform 28"/>
            <p:cNvSpPr>
              <a:spLocks noEditPoints="1"/>
            </p:cNvSpPr>
            <p:nvPr/>
          </p:nvSpPr>
          <p:spPr>
            <a:xfrm>
              <a:off x="384"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07" name="Rectangle 29"/>
            <p:cNvSpPr/>
            <p:nvPr/>
          </p:nvSpPr>
          <p:spPr>
            <a:xfrm>
              <a:off x="384" y="4269"/>
              <a:ext cx="21"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08" name="Rectangle 30"/>
            <p:cNvSpPr/>
            <p:nvPr/>
          </p:nvSpPr>
          <p:spPr>
            <a:xfrm>
              <a:off x="829" y="23"/>
              <a:ext cx="21"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09" name="Freeform 31"/>
            <p:cNvSpPr>
              <a:spLocks noEditPoints="1"/>
            </p:cNvSpPr>
            <p:nvPr/>
          </p:nvSpPr>
          <p:spPr>
            <a:xfrm>
              <a:off x="829"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0" name="Freeform 32"/>
            <p:cNvSpPr>
              <a:spLocks noEditPoints="1"/>
            </p:cNvSpPr>
            <p:nvPr/>
          </p:nvSpPr>
          <p:spPr>
            <a:xfrm>
              <a:off x="829"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1" name="Freeform 33"/>
            <p:cNvSpPr>
              <a:spLocks noEditPoints="1"/>
            </p:cNvSpPr>
            <p:nvPr/>
          </p:nvSpPr>
          <p:spPr>
            <a:xfrm>
              <a:off x="829"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2" name="Freeform 34"/>
            <p:cNvSpPr>
              <a:spLocks noEditPoints="1"/>
            </p:cNvSpPr>
            <p:nvPr/>
          </p:nvSpPr>
          <p:spPr>
            <a:xfrm>
              <a:off x="829"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3" name="Freeform 35"/>
            <p:cNvSpPr>
              <a:spLocks noEditPoints="1"/>
            </p:cNvSpPr>
            <p:nvPr/>
          </p:nvSpPr>
          <p:spPr>
            <a:xfrm>
              <a:off x="829"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4" name="Freeform 36"/>
            <p:cNvSpPr>
              <a:spLocks noEditPoints="1"/>
            </p:cNvSpPr>
            <p:nvPr/>
          </p:nvSpPr>
          <p:spPr>
            <a:xfrm>
              <a:off x="829"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5" name="Freeform 37"/>
            <p:cNvSpPr>
              <a:spLocks noEditPoints="1"/>
            </p:cNvSpPr>
            <p:nvPr/>
          </p:nvSpPr>
          <p:spPr>
            <a:xfrm>
              <a:off x="829"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6" name="Freeform 38"/>
            <p:cNvSpPr>
              <a:spLocks noEditPoints="1"/>
            </p:cNvSpPr>
            <p:nvPr/>
          </p:nvSpPr>
          <p:spPr>
            <a:xfrm>
              <a:off x="829"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7" name="Freeform 39"/>
            <p:cNvSpPr>
              <a:spLocks noEditPoints="1"/>
            </p:cNvSpPr>
            <p:nvPr/>
          </p:nvSpPr>
          <p:spPr>
            <a:xfrm>
              <a:off x="829"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8" name="Freeform 40"/>
            <p:cNvSpPr>
              <a:spLocks noEditPoints="1"/>
            </p:cNvSpPr>
            <p:nvPr/>
          </p:nvSpPr>
          <p:spPr>
            <a:xfrm>
              <a:off x="829"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19" name="Rectangle 41"/>
            <p:cNvSpPr/>
            <p:nvPr/>
          </p:nvSpPr>
          <p:spPr>
            <a:xfrm>
              <a:off x="829" y="4269"/>
              <a:ext cx="21"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20" name="Rectangle 42"/>
            <p:cNvSpPr/>
            <p:nvPr/>
          </p:nvSpPr>
          <p:spPr>
            <a:xfrm>
              <a:off x="1279" y="23"/>
              <a:ext cx="21"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21" name="Freeform 43"/>
            <p:cNvSpPr>
              <a:spLocks noEditPoints="1"/>
            </p:cNvSpPr>
            <p:nvPr/>
          </p:nvSpPr>
          <p:spPr>
            <a:xfrm>
              <a:off x="1279"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2" name="Freeform 44"/>
            <p:cNvSpPr>
              <a:spLocks noEditPoints="1"/>
            </p:cNvSpPr>
            <p:nvPr/>
          </p:nvSpPr>
          <p:spPr>
            <a:xfrm>
              <a:off x="1279"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3" name="Freeform 45"/>
            <p:cNvSpPr>
              <a:spLocks noEditPoints="1"/>
            </p:cNvSpPr>
            <p:nvPr/>
          </p:nvSpPr>
          <p:spPr>
            <a:xfrm>
              <a:off x="1279"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4" name="Freeform 46"/>
            <p:cNvSpPr>
              <a:spLocks noEditPoints="1"/>
            </p:cNvSpPr>
            <p:nvPr/>
          </p:nvSpPr>
          <p:spPr>
            <a:xfrm>
              <a:off x="1279"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5" name="Freeform 47"/>
            <p:cNvSpPr>
              <a:spLocks noEditPoints="1"/>
            </p:cNvSpPr>
            <p:nvPr/>
          </p:nvSpPr>
          <p:spPr>
            <a:xfrm>
              <a:off x="1279"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6" name="Freeform 48"/>
            <p:cNvSpPr>
              <a:spLocks noEditPoints="1"/>
            </p:cNvSpPr>
            <p:nvPr/>
          </p:nvSpPr>
          <p:spPr>
            <a:xfrm>
              <a:off x="1279"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7" name="Freeform 49"/>
            <p:cNvSpPr>
              <a:spLocks noEditPoints="1"/>
            </p:cNvSpPr>
            <p:nvPr/>
          </p:nvSpPr>
          <p:spPr>
            <a:xfrm>
              <a:off x="1279"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8" name="Freeform 50"/>
            <p:cNvSpPr>
              <a:spLocks noEditPoints="1"/>
            </p:cNvSpPr>
            <p:nvPr/>
          </p:nvSpPr>
          <p:spPr>
            <a:xfrm>
              <a:off x="1279"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29" name="Freeform 51"/>
            <p:cNvSpPr>
              <a:spLocks noEditPoints="1"/>
            </p:cNvSpPr>
            <p:nvPr/>
          </p:nvSpPr>
          <p:spPr>
            <a:xfrm>
              <a:off x="1279"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0" name="Freeform 52"/>
            <p:cNvSpPr>
              <a:spLocks noEditPoints="1"/>
            </p:cNvSpPr>
            <p:nvPr/>
          </p:nvSpPr>
          <p:spPr>
            <a:xfrm>
              <a:off x="1279"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1" name="Rectangle 53"/>
            <p:cNvSpPr/>
            <p:nvPr/>
          </p:nvSpPr>
          <p:spPr>
            <a:xfrm>
              <a:off x="1279" y="4269"/>
              <a:ext cx="21"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32" name="Rectangle 54"/>
            <p:cNvSpPr/>
            <p:nvPr/>
          </p:nvSpPr>
          <p:spPr>
            <a:xfrm>
              <a:off x="1724" y="23"/>
              <a:ext cx="21"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33" name="Freeform 55"/>
            <p:cNvSpPr>
              <a:spLocks noEditPoints="1"/>
            </p:cNvSpPr>
            <p:nvPr/>
          </p:nvSpPr>
          <p:spPr>
            <a:xfrm>
              <a:off x="1724"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4" name="Freeform 56"/>
            <p:cNvSpPr>
              <a:spLocks noEditPoints="1"/>
            </p:cNvSpPr>
            <p:nvPr/>
          </p:nvSpPr>
          <p:spPr>
            <a:xfrm>
              <a:off x="1724"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5" name="Freeform 57"/>
            <p:cNvSpPr>
              <a:spLocks noEditPoints="1"/>
            </p:cNvSpPr>
            <p:nvPr/>
          </p:nvSpPr>
          <p:spPr>
            <a:xfrm>
              <a:off x="1724"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6" name="Freeform 58"/>
            <p:cNvSpPr>
              <a:spLocks noEditPoints="1"/>
            </p:cNvSpPr>
            <p:nvPr/>
          </p:nvSpPr>
          <p:spPr>
            <a:xfrm>
              <a:off x="1724"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7" name="Freeform 59"/>
            <p:cNvSpPr>
              <a:spLocks noEditPoints="1"/>
            </p:cNvSpPr>
            <p:nvPr/>
          </p:nvSpPr>
          <p:spPr>
            <a:xfrm>
              <a:off x="1724"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8" name="Freeform 60"/>
            <p:cNvSpPr>
              <a:spLocks noEditPoints="1"/>
            </p:cNvSpPr>
            <p:nvPr/>
          </p:nvSpPr>
          <p:spPr>
            <a:xfrm>
              <a:off x="1724"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39" name="Freeform 61"/>
            <p:cNvSpPr>
              <a:spLocks noEditPoints="1"/>
            </p:cNvSpPr>
            <p:nvPr/>
          </p:nvSpPr>
          <p:spPr>
            <a:xfrm>
              <a:off x="1724"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0" name="Freeform 62"/>
            <p:cNvSpPr>
              <a:spLocks noEditPoints="1"/>
            </p:cNvSpPr>
            <p:nvPr/>
          </p:nvSpPr>
          <p:spPr>
            <a:xfrm>
              <a:off x="1724"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1" name="Freeform 63"/>
            <p:cNvSpPr>
              <a:spLocks noEditPoints="1"/>
            </p:cNvSpPr>
            <p:nvPr/>
          </p:nvSpPr>
          <p:spPr>
            <a:xfrm>
              <a:off x="1724"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2" name="Freeform 64"/>
            <p:cNvSpPr>
              <a:spLocks noEditPoints="1"/>
            </p:cNvSpPr>
            <p:nvPr/>
          </p:nvSpPr>
          <p:spPr>
            <a:xfrm>
              <a:off x="1724"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3" name="Rectangle 65"/>
            <p:cNvSpPr/>
            <p:nvPr/>
          </p:nvSpPr>
          <p:spPr>
            <a:xfrm>
              <a:off x="1724" y="4269"/>
              <a:ext cx="21"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44" name="Rectangle 66"/>
            <p:cNvSpPr/>
            <p:nvPr/>
          </p:nvSpPr>
          <p:spPr>
            <a:xfrm>
              <a:off x="2169" y="23"/>
              <a:ext cx="21"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45" name="Freeform 67"/>
            <p:cNvSpPr>
              <a:spLocks noEditPoints="1"/>
            </p:cNvSpPr>
            <p:nvPr/>
          </p:nvSpPr>
          <p:spPr>
            <a:xfrm>
              <a:off x="2169"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6" name="Freeform 68"/>
            <p:cNvSpPr>
              <a:spLocks noEditPoints="1"/>
            </p:cNvSpPr>
            <p:nvPr/>
          </p:nvSpPr>
          <p:spPr>
            <a:xfrm>
              <a:off x="2169"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7" name="Freeform 69"/>
            <p:cNvSpPr>
              <a:spLocks noEditPoints="1"/>
            </p:cNvSpPr>
            <p:nvPr/>
          </p:nvSpPr>
          <p:spPr>
            <a:xfrm>
              <a:off x="2169"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8" name="Freeform 70"/>
            <p:cNvSpPr>
              <a:spLocks noEditPoints="1"/>
            </p:cNvSpPr>
            <p:nvPr/>
          </p:nvSpPr>
          <p:spPr>
            <a:xfrm>
              <a:off x="2169"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49" name="Freeform 71"/>
            <p:cNvSpPr>
              <a:spLocks noEditPoints="1"/>
            </p:cNvSpPr>
            <p:nvPr/>
          </p:nvSpPr>
          <p:spPr>
            <a:xfrm>
              <a:off x="2169"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0" name="Freeform 72"/>
            <p:cNvSpPr>
              <a:spLocks noEditPoints="1"/>
            </p:cNvSpPr>
            <p:nvPr/>
          </p:nvSpPr>
          <p:spPr>
            <a:xfrm>
              <a:off x="2169"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1" name="Freeform 73"/>
            <p:cNvSpPr>
              <a:spLocks noEditPoints="1"/>
            </p:cNvSpPr>
            <p:nvPr/>
          </p:nvSpPr>
          <p:spPr>
            <a:xfrm>
              <a:off x="2169"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2" name="Freeform 74"/>
            <p:cNvSpPr>
              <a:spLocks noEditPoints="1"/>
            </p:cNvSpPr>
            <p:nvPr/>
          </p:nvSpPr>
          <p:spPr>
            <a:xfrm>
              <a:off x="2169"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3" name="Freeform 75"/>
            <p:cNvSpPr>
              <a:spLocks noEditPoints="1"/>
            </p:cNvSpPr>
            <p:nvPr/>
          </p:nvSpPr>
          <p:spPr>
            <a:xfrm>
              <a:off x="2169"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4" name="Freeform 76"/>
            <p:cNvSpPr>
              <a:spLocks noEditPoints="1"/>
            </p:cNvSpPr>
            <p:nvPr/>
          </p:nvSpPr>
          <p:spPr>
            <a:xfrm>
              <a:off x="2169"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5" name="Rectangle 77"/>
            <p:cNvSpPr/>
            <p:nvPr/>
          </p:nvSpPr>
          <p:spPr>
            <a:xfrm>
              <a:off x="2169" y="4269"/>
              <a:ext cx="21"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56" name="Rectangle 78"/>
            <p:cNvSpPr/>
            <p:nvPr/>
          </p:nvSpPr>
          <p:spPr>
            <a:xfrm>
              <a:off x="2620" y="23"/>
              <a:ext cx="20"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57" name="Freeform 79"/>
            <p:cNvSpPr>
              <a:spLocks noEditPoints="1"/>
            </p:cNvSpPr>
            <p:nvPr/>
          </p:nvSpPr>
          <p:spPr>
            <a:xfrm>
              <a:off x="262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8" name="Freeform 80"/>
            <p:cNvSpPr>
              <a:spLocks noEditPoints="1"/>
            </p:cNvSpPr>
            <p:nvPr/>
          </p:nvSpPr>
          <p:spPr>
            <a:xfrm>
              <a:off x="262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59" name="Freeform 81"/>
            <p:cNvSpPr>
              <a:spLocks noEditPoints="1"/>
            </p:cNvSpPr>
            <p:nvPr/>
          </p:nvSpPr>
          <p:spPr>
            <a:xfrm>
              <a:off x="262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0" name="Freeform 82"/>
            <p:cNvSpPr>
              <a:spLocks noEditPoints="1"/>
            </p:cNvSpPr>
            <p:nvPr/>
          </p:nvSpPr>
          <p:spPr>
            <a:xfrm>
              <a:off x="262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1" name="Freeform 83"/>
            <p:cNvSpPr>
              <a:spLocks noEditPoints="1"/>
            </p:cNvSpPr>
            <p:nvPr/>
          </p:nvSpPr>
          <p:spPr>
            <a:xfrm>
              <a:off x="262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2" name="Freeform 84"/>
            <p:cNvSpPr>
              <a:spLocks noEditPoints="1"/>
            </p:cNvSpPr>
            <p:nvPr/>
          </p:nvSpPr>
          <p:spPr>
            <a:xfrm>
              <a:off x="262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3" name="Freeform 85"/>
            <p:cNvSpPr>
              <a:spLocks noEditPoints="1"/>
            </p:cNvSpPr>
            <p:nvPr/>
          </p:nvSpPr>
          <p:spPr>
            <a:xfrm>
              <a:off x="262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4" name="Freeform 86"/>
            <p:cNvSpPr>
              <a:spLocks noEditPoints="1"/>
            </p:cNvSpPr>
            <p:nvPr/>
          </p:nvSpPr>
          <p:spPr>
            <a:xfrm>
              <a:off x="262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5" name="Freeform 87"/>
            <p:cNvSpPr>
              <a:spLocks noEditPoints="1"/>
            </p:cNvSpPr>
            <p:nvPr/>
          </p:nvSpPr>
          <p:spPr>
            <a:xfrm>
              <a:off x="262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6" name="Freeform 88"/>
            <p:cNvSpPr>
              <a:spLocks noEditPoints="1"/>
            </p:cNvSpPr>
            <p:nvPr/>
          </p:nvSpPr>
          <p:spPr>
            <a:xfrm>
              <a:off x="262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67" name="Rectangle 89"/>
            <p:cNvSpPr/>
            <p:nvPr/>
          </p:nvSpPr>
          <p:spPr>
            <a:xfrm>
              <a:off x="2620" y="4269"/>
              <a:ext cx="20"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68" name="Rectangle 90"/>
            <p:cNvSpPr/>
            <p:nvPr/>
          </p:nvSpPr>
          <p:spPr>
            <a:xfrm>
              <a:off x="3065" y="23"/>
              <a:ext cx="20"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69" name="Freeform 91"/>
            <p:cNvSpPr>
              <a:spLocks noEditPoints="1"/>
            </p:cNvSpPr>
            <p:nvPr/>
          </p:nvSpPr>
          <p:spPr>
            <a:xfrm>
              <a:off x="3065"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0" name="Freeform 92"/>
            <p:cNvSpPr>
              <a:spLocks noEditPoints="1"/>
            </p:cNvSpPr>
            <p:nvPr/>
          </p:nvSpPr>
          <p:spPr>
            <a:xfrm>
              <a:off x="3065"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1" name="Freeform 93"/>
            <p:cNvSpPr>
              <a:spLocks noEditPoints="1"/>
            </p:cNvSpPr>
            <p:nvPr/>
          </p:nvSpPr>
          <p:spPr>
            <a:xfrm>
              <a:off x="3065"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2" name="Freeform 94"/>
            <p:cNvSpPr>
              <a:spLocks noEditPoints="1"/>
            </p:cNvSpPr>
            <p:nvPr/>
          </p:nvSpPr>
          <p:spPr>
            <a:xfrm>
              <a:off x="3065"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3" name="Freeform 95"/>
            <p:cNvSpPr>
              <a:spLocks noEditPoints="1"/>
            </p:cNvSpPr>
            <p:nvPr/>
          </p:nvSpPr>
          <p:spPr>
            <a:xfrm>
              <a:off x="3065"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4" name="Freeform 96"/>
            <p:cNvSpPr>
              <a:spLocks noEditPoints="1"/>
            </p:cNvSpPr>
            <p:nvPr/>
          </p:nvSpPr>
          <p:spPr>
            <a:xfrm>
              <a:off x="3065"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5" name="Freeform 97"/>
            <p:cNvSpPr>
              <a:spLocks noEditPoints="1"/>
            </p:cNvSpPr>
            <p:nvPr/>
          </p:nvSpPr>
          <p:spPr>
            <a:xfrm>
              <a:off x="3065"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6" name="Freeform 98"/>
            <p:cNvSpPr>
              <a:spLocks noEditPoints="1"/>
            </p:cNvSpPr>
            <p:nvPr/>
          </p:nvSpPr>
          <p:spPr>
            <a:xfrm>
              <a:off x="3065"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7" name="Freeform 99"/>
            <p:cNvSpPr>
              <a:spLocks noEditPoints="1"/>
            </p:cNvSpPr>
            <p:nvPr/>
          </p:nvSpPr>
          <p:spPr>
            <a:xfrm>
              <a:off x="3065"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8" name="Freeform 100"/>
            <p:cNvSpPr>
              <a:spLocks noEditPoints="1"/>
            </p:cNvSpPr>
            <p:nvPr/>
          </p:nvSpPr>
          <p:spPr>
            <a:xfrm>
              <a:off x="3065"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79" name="Rectangle 101"/>
            <p:cNvSpPr/>
            <p:nvPr/>
          </p:nvSpPr>
          <p:spPr>
            <a:xfrm>
              <a:off x="3065" y="4269"/>
              <a:ext cx="20"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80" name="Rectangle 102"/>
            <p:cNvSpPr/>
            <p:nvPr/>
          </p:nvSpPr>
          <p:spPr>
            <a:xfrm>
              <a:off x="3510" y="23"/>
              <a:ext cx="20"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81" name="Freeform 103"/>
            <p:cNvSpPr>
              <a:spLocks noEditPoints="1"/>
            </p:cNvSpPr>
            <p:nvPr/>
          </p:nvSpPr>
          <p:spPr>
            <a:xfrm>
              <a:off x="351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2" name="Freeform 104"/>
            <p:cNvSpPr>
              <a:spLocks noEditPoints="1"/>
            </p:cNvSpPr>
            <p:nvPr/>
          </p:nvSpPr>
          <p:spPr>
            <a:xfrm>
              <a:off x="351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3" name="Freeform 105"/>
            <p:cNvSpPr>
              <a:spLocks noEditPoints="1"/>
            </p:cNvSpPr>
            <p:nvPr/>
          </p:nvSpPr>
          <p:spPr>
            <a:xfrm>
              <a:off x="351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4" name="Freeform 106"/>
            <p:cNvSpPr>
              <a:spLocks noEditPoints="1"/>
            </p:cNvSpPr>
            <p:nvPr/>
          </p:nvSpPr>
          <p:spPr>
            <a:xfrm>
              <a:off x="351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5" name="Freeform 107"/>
            <p:cNvSpPr>
              <a:spLocks noEditPoints="1"/>
            </p:cNvSpPr>
            <p:nvPr/>
          </p:nvSpPr>
          <p:spPr>
            <a:xfrm>
              <a:off x="351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6" name="Freeform 108"/>
            <p:cNvSpPr>
              <a:spLocks noEditPoints="1"/>
            </p:cNvSpPr>
            <p:nvPr/>
          </p:nvSpPr>
          <p:spPr>
            <a:xfrm>
              <a:off x="351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7" name="Freeform 109"/>
            <p:cNvSpPr>
              <a:spLocks noEditPoints="1"/>
            </p:cNvSpPr>
            <p:nvPr/>
          </p:nvSpPr>
          <p:spPr>
            <a:xfrm>
              <a:off x="351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8" name="Freeform 110"/>
            <p:cNvSpPr>
              <a:spLocks noEditPoints="1"/>
            </p:cNvSpPr>
            <p:nvPr/>
          </p:nvSpPr>
          <p:spPr>
            <a:xfrm>
              <a:off x="351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89" name="Freeform 111"/>
            <p:cNvSpPr>
              <a:spLocks noEditPoints="1"/>
            </p:cNvSpPr>
            <p:nvPr/>
          </p:nvSpPr>
          <p:spPr>
            <a:xfrm>
              <a:off x="351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0" name="Freeform 112"/>
            <p:cNvSpPr>
              <a:spLocks noEditPoints="1"/>
            </p:cNvSpPr>
            <p:nvPr/>
          </p:nvSpPr>
          <p:spPr>
            <a:xfrm>
              <a:off x="351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1" name="Rectangle 113"/>
            <p:cNvSpPr/>
            <p:nvPr/>
          </p:nvSpPr>
          <p:spPr>
            <a:xfrm>
              <a:off x="3510" y="4269"/>
              <a:ext cx="20"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92" name="Rectangle 114"/>
            <p:cNvSpPr/>
            <p:nvPr/>
          </p:nvSpPr>
          <p:spPr>
            <a:xfrm>
              <a:off x="3960" y="23"/>
              <a:ext cx="20"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193" name="Freeform 115"/>
            <p:cNvSpPr>
              <a:spLocks noEditPoints="1"/>
            </p:cNvSpPr>
            <p:nvPr/>
          </p:nvSpPr>
          <p:spPr>
            <a:xfrm>
              <a:off x="396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4" name="Freeform 116"/>
            <p:cNvSpPr>
              <a:spLocks noEditPoints="1"/>
            </p:cNvSpPr>
            <p:nvPr/>
          </p:nvSpPr>
          <p:spPr>
            <a:xfrm>
              <a:off x="396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5" name="Freeform 117"/>
            <p:cNvSpPr>
              <a:spLocks noEditPoints="1"/>
            </p:cNvSpPr>
            <p:nvPr/>
          </p:nvSpPr>
          <p:spPr>
            <a:xfrm>
              <a:off x="396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6" name="Freeform 118"/>
            <p:cNvSpPr>
              <a:spLocks noEditPoints="1"/>
            </p:cNvSpPr>
            <p:nvPr/>
          </p:nvSpPr>
          <p:spPr>
            <a:xfrm>
              <a:off x="396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7" name="Freeform 119"/>
            <p:cNvSpPr>
              <a:spLocks noEditPoints="1"/>
            </p:cNvSpPr>
            <p:nvPr/>
          </p:nvSpPr>
          <p:spPr>
            <a:xfrm>
              <a:off x="396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8" name="Freeform 120"/>
            <p:cNvSpPr>
              <a:spLocks noEditPoints="1"/>
            </p:cNvSpPr>
            <p:nvPr/>
          </p:nvSpPr>
          <p:spPr>
            <a:xfrm>
              <a:off x="396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199" name="Freeform 121"/>
            <p:cNvSpPr>
              <a:spLocks noEditPoints="1"/>
            </p:cNvSpPr>
            <p:nvPr/>
          </p:nvSpPr>
          <p:spPr>
            <a:xfrm>
              <a:off x="396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0" name="Freeform 122"/>
            <p:cNvSpPr>
              <a:spLocks noEditPoints="1"/>
            </p:cNvSpPr>
            <p:nvPr/>
          </p:nvSpPr>
          <p:spPr>
            <a:xfrm>
              <a:off x="396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1" name="Freeform 123"/>
            <p:cNvSpPr>
              <a:spLocks noEditPoints="1"/>
            </p:cNvSpPr>
            <p:nvPr/>
          </p:nvSpPr>
          <p:spPr>
            <a:xfrm>
              <a:off x="396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2" name="Freeform 124"/>
            <p:cNvSpPr>
              <a:spLocks noEditPoints="1"/>
            </p:cNvSpPr>
            <p:nvPr/>
          </p:nvSpPr>
          <p:spPr>
            <a:xfrm>
              <a:off x="396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3" name="Rectangle 125"/>
            <p:cNvSpPr/>
            <p:nvPr/>
          </p:nvSpPr>
          <p:spPr>
            <a:xfrm>
              <a:off x="3960" y="4269"/>
              <a:ext cx="20"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204" name="Rectangle 126"/>
            <p:cNvSpPr/>
            <p:nvPr/>
          </p:nvSpPr>
          <p:spPr>
            <a:xfrm>
              <a:off x="4405" y="23"/>
              <a:ext cx="20"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205" name="Freeform 127"/>
            <p:cNvSpPr>
              <a:spLocks noEditPoints="1"/>
            </p:cNvSpPr>
            <p:nvPr/>
          </p:nvSpPr>
          <p:spPr>
            <a:xfrm>
              <a:off x="4405"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6" name="Freeform 128"/>
            <p:cNvSpPr>
              <a:spLocks noEditPoints="1"/>
            </p:cNvSpPr>
            <p:nvPr/>
          </p:nvSpPr>
          <p:spPr>
            <a:xfrm>
              <a:off x="4405"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7" name="Freeform 129"/>
            <p:cNvSpPr>
              <a:spLocks noEditPoints="1"/>
            </p:cNvSpPr>
            <p:nvPr/>
          </p:nvSpPr>
          <p:spPr>
            <a:xfrm>
              <a:off x="4405"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8" name="Freeform 130"/>
            <p:cNvSpPr>
              <a:spLocks noEditPoints="1"/>
            </p:cNvSpPr>
            <p:nvPr/>
          </p:nvSpPr>
          <p:spPr>
            <a:xfrm>
              <a:off x="4405"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09" name="Freeform 131"/>
            <p:cNvSpPr>
              <a:spLocks noEditPoints="1"/>
            </p:cNvSpPr>
            <p:nvPr/>
          </p:nvSpPr>
          <p:spPr>
            <a:xfrm>
              <a:off x="4405"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0" name="Freeform 132"/>
            <p:cNvSpPr>
              <a:spLocks noEditPoints="1"/>
            </p:cNvSpPr>
            <p:nvPr/>
          </p:nvSpPr>
          <p:spPr>
            <a:xfrm>
              <a:off x="4405"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1" name="Freeform 133"/>
            <p:cNvSpPr>
              <a:spLocks noEditPoints="1"/>
            </p:cNvSpPr>
            <p:nvPr/>
          </p:nvSpPr>
          <p:spPr>
            <a:xfrm>
              <a:off x="4405"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2" name="Freeform 134"/>
            <p:cNvSpPr>
              <a:spLocks noEditPoints="1"/>
            </p:cNvSpPr>
            <p:nvPr/>
          </p:nvSpPr>
          <p:spPr>
            <a:xfrm>
              <a:off x="4405"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3" name="Freeform 135"/>
            <p:cNvSpPr>
              <a:spLocks noEditPoints="1"/>
            </p:cNvSpPr>
            <p:nvPr/>
          </p:nvSpPr>
          <p:spPr>
            <a:xfrm>
              <a:off x="4405"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4" name="Freeform 136"/>
            <p:cNvSpPr>
              <a:spLocks noEditPoints="1"/>
            </p:cNvSpPr>
            <p:nvPr/>
          </p:nvSpPr>
          <p:spPr>
            <a:xfrm>
              <a:off x="4405"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5" name="Rectangle 137"/>
            <p:cNvSpPr/>
            <p:nvPr/>
          </p:nvSpPr>
          <p:spPr>
            <a:xfrm>
              <a:off x="4405" y="4269"/>
              <a:ext cx="20"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216" name="Rectangle 138"/>
            <p:cNvSpPr/>
            <p:nvPr/>
          </p:nvSpPr>
          <p:spPr>
            <a:xfrm>
              <a:off x="4850" y="23"/>
              <a:ext cx="20"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217" name="Freeform 139"/>
            <p:cNvSpPr>
              <a:spLocks noEditPoints="1"/>
            </p:cNvSpPr>
            <p:nvPr/>
          </p:nvSpPr>
          <p:spPr>
            <a:xfrm>
              <a:off x="485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8" name="Freeform 140"/>
            <p:cNvSpPr>
              <a:spLocks noEditPoints="1"/>
            </p:cNvSpPr>
            <p:nvPr/>
          </p:nvSpPr>
          <p:spPr>
            <a:xfrm>
              <a:off x="485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19" name="Freeform 141"/>
            <p:cNvSpPr>
              <a:spLocks noEditPoints="1"/>
            </p:cNvSpPr>
            <p:nvPr/>
          </p:nvSpPr>
          <p:spPr>
            <a:xfrm>
              <a:off x="485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0" name="Freeform 142"/>
            <p:cNvSpPr>
              <a:spLocks noEditPoints="1"/>
            </p:cNvSpPr>
            <p:nvPr/>
          </p:nvSpPr>
          <p:spPr>
            <a:xfrm>
              <a:off x="485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1" name="Freeform 143"/>
            <p:cNvSpPr>
              <a:spLocks noEditPoints="1"/>
            </p:cNvSpPr>
            <p:nvPr/>
          </p:nvSpPr>
          <p:spPr>
            <a:xfrm>
              <a:off x="485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2" name="Freeform 144"/>
            <p:cNvSpPr>
              <a:spLocks noEditPoints="1"/>
            </p:cNvSpPr>
            <p:nvPr/>
          </p:nvSpPr>
          <p:spPr>
            <a:xfrm>
              <a:off x="485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3" name="Freeform 145"/>
            <p:cNvSpPr>
              <a:spLocks noEditPoints="1"/>
            </p:cNvSpPr>
            <p:nvPr/>
          </p:nvSpPr>
          <p:spPr>
            <a:xfrm>
              <a:off x="485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4" name="Freeform 146"/>
            <p:cNvSpPr>
              <a:spLocks noEditPoints="1"/>
            </p:cNvSpPr>
            <p:nvPr/>
          </p:nvSpPr>
          <p:spPr>
            <a:xfrm>
              <a:off x="485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5" name="Freeform 147"/>
            <p:cNvSpPr>
              <a:spLocks noEditPoints="1"/>
            </p:cNvSpPr>
            <p:nvPr/>
          </p:nvSpPr>
          <p:spPr>
            <a:xfrm>
              <a:off x="485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6" name="Freeform 148"/>
            <p:cNvSpPr>
              <a:spLocks noEditPoints="1"/>
            </p:cNvSpPr>
            <p:nvPr/>
          </p:nvSpPr>
          <p:spPr>
            <a:xfrm>
              <a:off x="485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27" name="Rectangle 149"/>
            <p:cNvSpPr/>
            <p:nvPr/>
          </p:nvSpPr>
          <p:spPr>
            <a:xfrm>
              <a:off x="4850" y="4269"/>
              <a:ext cx="20"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228" name="Rectangle 150"/>
            <p:cNvSpPr/>
            <p:nvPr/>
          </p:nvSpPr>
          <p:spPr>
            <a:xfrm>
              <a:off x="5300" y="23"/>
              <a:ext cx="20" cy="10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229" name="Freeform 151"/>
            <p:cNvSpPr>
              <a:spLocks noEditPoints="1"/>
            </p:cNvSpPr>
            <p:nvPr/>
          </p:nvSpPr>
          <p:spPr>
            <a:xfrm>
              <a:off x="530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0" name="Freeform 152"/>
            <p:cNvSpPr>
              <a:spLocks noEditPoints="1"/>
            </p:cNvSpPr>
            <p:nvPr/>
          </p:nvSpPr>
          <p:spPr>
            <a:xfrm>
              <a:off x="530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1" name="Freeform 153"/>
            <p:cNvSpPr>
              <a:spLocks noEditPoints="1"/>
            </p:cNvSpPr>
            <p:nvPr/>
          </p:nvSpPr>
          <p:spPr>
            <a:xfrm>
              <a:off x="530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2" name="Freeform 154"/>
            <p:cNvSpPr>
              <a:spLocks noEditPoints="1"/>
            </p:cNvSpPr>
            <p:nvPr/>
          </p:nvSpPr>
          <p:spPr>
            <a:xfrm>
              <a:off x="530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3" name="Freeform 155"/>
            <p:cNvSpPr>
              <a:spLocks noEditPoints="1"/>
            </p:cNvSpPr>
            <p:nvPr/>
          </p:nvSpPr>
          <p:spPr>
            <a:xfrm>
              <a:off x="530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4" name="Freeform 156"/>
            <p:cNvSpPr>
              <a:spLocks noEditPoints="1"/>
            </p:cNvSpPr>
            <p:nvPr/>
          </p:nvSpPr>
          <p:spPr>
            <a:xfrm>
              <a:off x="530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5" name="Freeform 157"/>
            <p:cNvSpPr>
              <a:spLocks noEditPoints="1"/>
            </p:cNvSpPr>
            <p:nvPr/>
          </p:nvSpPr>
          <p:spPr>
            <a:xfrm>
              <a:off x="530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6" name="Freeform 158"/>
            <p:cNvSpPr>
              <a:spLocks noEditPoints="1"/>
            </p:cNvSpPr>
            <p:nvPr/>
          </p:nvSpPr>
          <p:spPr>
            <a:xfrm>
              <a:off x="530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7" name="Freeform 159"/>
            <p:cNvSpPr>
              <a:spLocks noEditPoints="1"/>
            </p:cNvSpPr>
            <p:nvPr/>
          </p:nvSpPr>
          <p:spPr>
            <a:xfrm>
              <a:off x="530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8" name="Freeform 160"/>
            <p:cNvSpPr>
              <a:spLocks noEditPoints="1"/>
            </p:cNvSpPr>
            <p:nvPr/>
          </p:nvSpPr>
          <p:spPr>
            <a:xfrm>
              <a:off x="530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195"/>
              </a:schemeClr>
            </a:solidFill>
            <a:ln w="0">
              <a:noFill/>
            </a:ln>
          </p:spPr>
          <p:txBody>
            <a:bodyPr/>
            <a:p>
              <a:endParaRPr lang="zh-CN" altLang="en-US"/>
            </a:p>
          </p:txBody>
        </p:sp>
        <p:sp>
          <p:nvSpPr>
            <p:cNvPr id="3239" name="Rectangle 161"/>
            <p:cNvSpPr/>
            <p:nvPr/>
          </p:nvSpPr>
          <p:spPr>
            <a:xfrm>
              <a:off x="5300" y="4269"/>
              <a:ext cx="20" cy="51"/>
            </a:xfrm>
            <a:prstGeom prst="rect">
              <a:avLst/>
            </a:prstGeom>
            <a:solidFill>
              <a:schemeClr val="bg2">
                <a:alpha val="50195"/>
              </a:schemeClr>
            </a:solidFill>
            <a:ln w="0">
              <a:noFill/>
            </a:ln>
          </p:spPr>
          <p:txBody>
            <a:bodyPr/>
            <a:p>
              <a:pPr lvl="0" eaLnBrk="1" hangingPunct="1"/>
              <a:endParaRPr lang="zh-CN" altLang="en-US" dirty="0">
                <a:latin typeface="Arial" panose="020B0604020202020204" pitchFamily="34" charset="0"/>
              </a:endParaRPr>
            </a:p>
          </p:txBody>
        </p:sp>
        <p:sp>
          <p:nvSpPr>
            <p:cNvPr id="3240" name="Freeform 162"/>
            <p:cNvSpPr/>
            <p:nvPr/>
          </p:nvSpPr>
          <p:spPr>
            <a:xfrm>
              <a:off x="349" y="3304"/>
              <a:ext cx="20" cy="9"/>
            </a:xfrm>
            <a:custGeom>
              <a:avLst/>
              <a:gdLst/>
              <a:ahLst/>
              <a:cxnLst>
                <a:cxn ang="0">
                  <a:pos x="0" y="5"/>
                </a:cxn>
                <a:cxn ang="0">
                  <a:pos x="0" y="5"/>
                </a:cxn>
              </a:cxnLst>
              <a:pathLst>
                <a:path w="4" h="2">
                  <a:moveTo>
                    <a:pt x="0" y="1"/>
                  </a:moveTo>
                  <a:cubicBezTo>
                    <a:pt x="1" y="2"/>
                    <a:pt x="4" y="0"/>
                    <a:pt x="0" y="1"/>
                  </a:cubicBezTo>
                  <a:close/>
                </a:path>
              </a:pathLst>
            </a:custGeom>
            <a:solidFill>
              <a:schemeClr val="bg2">
                <a:alpha val="50195"/>
              </a:schemeClr>
            </a:solidFill>
            <a:ln w="0">
              <a:noFill/>
            </a:ln>
          </p:spPr>
          <p:txBody>
            <a:bodyPr/>
            <a:p>
              <a:endParaRPr lang="zh-CN" altLang="en-US"/>
            </a:p>
          </p:txBody>
        </p:sp>
      </p:grpSp>
      <p:grpSp>
        <p:nvGrpSpPr>
          <p:cNvPr id="3077" name="Group 168"/>
          <p:cNvGrpSpPr/>
          <p:nvPr/>
        </p:nvGrpSpPr>
        <p:grpSpPr>
          <a:xfrm>
            <a:off x="152400" y="3543300"/>
            <a:ext cx="1685925" cy="1168400"/>
            <a:chOff x="96" y="2784"/>
            <a:chExt cx="1062" cy="981"/>
          </a:xfrm>
        </p:grpSpPr>
        <p:sp>
          <p:nvSpPr>
            <p:cNvPr id="3083" name="Freeform 169"/>
            <p:cNvSpPr/>
            <p:nvPr userDrawn="1"/>
          </p:nvSpPr>
          <p:spPr>
            <a:xfrm>
              <a:off x="121" y="2784"/>
              <a:ext cx="207" cy="81"/>
            </a:xfrm>
            <a:custGeom>
              <a:avLst/>
              <a:gdLst/>
              <a:ahLst/>
              <a:cxnLst>
                <a:cxn ang="0">
                  <a:pos x="151" y="61"/>
                </a:cxn>
                <a:cxn ang="0">
                  <a:pos x="187" y="51"/>
                </a:cxn>
                <a:cxn ang="0">
                  <a:pos x="192" y="46"/>
                </a:cxn>
                <a:cxn ang="0">
                  <a:pos x="157" y="5"/>
                </a:cxn>
                <a:cxn ang="0">
                  <a:pos x="40" y="56"/>
                </a:cxn>
                <a:cxn ang="0">
                  <a:pos x="151" y="61"/>
                </a:cxn>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alpha val="100000"/>
              </a:schemeClr>
            </a:solidFill>
            <a:ln w="0">
              <a:noFill/>
            </a:ln>
          </p:spPr>
          <p:txBody>
            <a:bodyPr/>
            <a:p>
              <a:endParaRPr lang="zh-CN" altLang="en-US"/>
            </a:p>
          </p:txBody>
        </p:sp>
        <p:sp>
          <p:nvSpPr>
            <p:cNvPr id="3084" name="Freeform 170"/>
            <p:cNvSpPr>
              <a:spLocks noEditPoints="1"/>
            </p:cNvSpPr>
            <p:nvPr userDrawn="1"/>
          </p:nvSpPr>
          <p:spPr>
            <a:xfrm>
              <a:off x="96" y="2789"/>
              <a:ext cx="1062" cy="976"/>
            </a:xfrm>
            <a:custGeom>
              <a:avLst/>
              <a:gdLst/>
              <a:ahLst/>
              <a:cxnLst>
                <a:cxn ang="0">
                  <a:pos x="824" y="784"/>
                </a:cxn>
                <a:cxn ang="0">
                  <a:pos x="769" y="632"/>
                </a:cxn>
                <a:cxn ang="0">
                  <a:pos x="718" y="501"/>
                </a:cxn>
                <a:cxn ang="0">
                  <a:pos x="834" y="470"/>
                </a:cxn>
                <a:cxn ang="0">
                  <a:pos x="738" y="415"/>
                </a:cxn>
                <a:cxn ang="0">
                  <a:pos x="794" y="420"/>
                </a:cxn>
                <a:cxn ang="0">
                  <a:pos x="794" y="389"/>
                </a:cxn>
                <a:cxn ang="0">
                  <a:pos x="683" y="394"/>
                </a:cxn>
                <a:cxn ang="0">
                  <a:pos x="647" y="632"/>
                </a:cxn>
                <a:cxn ang="0">
                  <a:pos x="627" y="425"/>
                </a:cxn>
                <a:cxn ang="0">
                  <a:pos x="597" y="339"/>
                </a:cxn>
                <a:cxn ang="0">
                  <a:pos x="627" y="258"/>
                </a:cxn>
                <a:cxn ang="0">
                  <a:pos x="612" y="187"/>
                </a:cxn>
                <a:cxn ang="0">
                  <a:pos x="602" y="121"/>
                </a:cxn>
                <a:cxn ang="0">
                  <a:pos x="668" y="197"/>
                </a:cxn>
                <a:cxn ang="0">
                  <a:pos x="754" y="91"/>
                </a:cxn>
                <a:cxn ang="0">
                  <a:pos x="743" y="182"/>
                </a:cxn>
                <a:cxn ang="0">
                  <a:pos x="723" y="243"/>
                </a:cxn>
                <a:cxn ang="0">
                  <a:pos x="728" y="339"/>
                </a:cxn>
                <a:cxn ang="0">
                  <a:pos x="1006" y="147"/>
                </a:cxn>
                <a:cxn ang="0">
                  <a:pos x="455" y="5"/>
                </a:cxn>
                <a:cxn ang="0">
                  <a:pos x="283" y="40"/>
                </a:cxn>
                <a:cxn ang="0">
                  <a:pos x="430" y="61"/>
                </a:cxn>
                <a:cxn ang="0">
                  <a:pos x="303" y="111"/>
                </a:cxn>
                <a:cxn ang="0">
                  <a:pos x="293" y="147"/>
                </a:cxn>
                <a:cxn ang="0">
                  <a:pos x="192" y="86"/>
                </a:cxn>
                <a:cxn ang="0">
                  <a:pos x="66" y="582"/>
                </a:cxn>
                <a:cxn ang="0">
                  <a:pos x="308" y="738"/>
                </a:cxn>
                <a:cxn ang="0">
                  <a:pos x="228" y="673"/>
                </a:cxn>
                <a:cxn ang="0">
                  <a:pos x="177" y="733"/>
                </a:cxn>
                <a:cxn ang="0">
                  <a:pos x="162" y="647"/>
                </a:cxn>
                <a:cxn ang="0">
                  <a:pos x="233" y="435"/>
                </a:cxn>
                <a:cxn ang="0">
                  <a:pos x="339" y="420"/>
                </a:cxn>
                <a:cxn ang="0">
                  <a:pos x="359" y="480"/>
                </a:cxn>
                <a:cxn ang="0">
                  <a:pos x="308" y="612"/>
                </a:cxn>
                <a:cxn ang="0">
                  <a:pos x="460" y="910"/>
                </a:cxn>
                <a:cxn ang="0">
                  <a:pos x="941" y="839"/>
                </a:cxn>
                <a:cxn ang="0">
                  <a:pos x="920" y="334"/>
                </a:cxn>
                <a:cxn ang="0">
                  <a:pos x="834" y="303"/>
                </a:cxn>
                <a:cxn ang="0">
                  <a:pos x="571" y="308"/>
                </a:cxn>
                <a:cxn ang="0">
                  <a:pos x="546" y="440"/>
                </a:cxn>
                <a:cxn ang="0">
                  <a:pos x="577" y="253"/>
                </a:cxn>
                <a:cxn ang="0">
                  <a:pos x="450" y="131"/>
                </a:cxn>
                <a:cxn ang="0">
                  <a:pos x="531" y="177"/>
                </a:cxn>
                <a:cxn ang="0">
                  <a:pos x="308" y="364"/>
                </a:cxn>
                <a:cxn ang="0">
                  <a:pos x="121" y="187"/>
                </a:cxn>
                <a:cxn ang="0">
                  <a:pos x="344" y="202"/>
                </a:cxn>
                <a:cxn ang="0">
                  <a:pos x="400" y="202"/>
                </a:cxn>
                <a:cxn ang="0">
                  <a:pos x="546" y="228"/>
                </a:cxn>
                <a:cxn ang="0">
                  <a:pos x="501" y="470"/>
                </a:cxn>
                <a:cxn ang="0">
                  <a:pos x="470" y="258"/>
                </a:cxn>
                <a:cxn ang="0">
                  <a:pos x="308" y="364"/>
                </a:cxn>
                <a:cxn ang="0">
                  <a:pos x="405" y="415"/>
                </a:cxn>
                <a:cxn ang="0">
                  <a:pos x="445" y="293"/>
                </a:cxn>
                <a:cxn ang="0">
                  <a:pos x="516" y="733"/>
                </a:cxn>
                <a:cxn ang="0">
                  <a:pos x="415" y="485"/>
                </a:cxn>
                <a:cxn ang="0">
                  <a:pos x="592" y="536"/>
                </a:cxn>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alpha val="100000"/>
              </a:schemeClr>
            </a:solidFill>
            <a:ln w="0">
              <a:noFill/>
            </a:ln>
          </p:spPr>
          <p:txBody>
            <a:bodyPr/>
            <a:p>
              <a:endParaRPr lang="zh-CN" altLang="en-US"/>
            </a:p>
          </p:txBody>
        </p:sp>
        <p:sp>
          <p:nvSpPr>
            <p:cNvPr id="3085" name="Freeform 171"/>
            <p:cNvSpPr/>
            <p:nvPr userDrawn="1"/>
          </p:nvSpPr>
          <p:spPr>
            <a:xfrm>
              <a:off x="348" y="3255"/>
              <a:ext cx="86" cy="101"/>
            </a:xfrm>
            <a:custGeom>
              <a:avLst/>
              <a:gdLst/>
              <a:ahLst/>
              <a:cxnLst>
                <a:cxn ang="0">
                  <a:pos x="71" y="25"/>
                </a:cxn>
                <a:cxn ang="0">
                  <a:pos x="46" y="101"/>
                </a:cxn>
                <a:cxn ang="0">
                  <a:pos x="71" y="25"/>
                </a:cxn>
              </a:cxnLst>
              <a:pathLst>
                <a:path w="17" h="20">
                  <a:moveTo>
                    <a:pt x="14" y="5"/>
                  </a:moveTo>
                  <a:cubicBezTo>
                    <a:pt x="13" y="0"/>
                    <a:pt x="0" y="8"/>
                    <a:pt x="9" y="20"/>
                  </a:cubicBezTo>
                  <a:cubicBezTo>
                    <a:pt x="9" y="20"/>
                    <a:pt x="17" y="17"/>
                    <a:pt x="14" y="5"/>
                  </a:cubicBezTo>
                  <a:close/>
                </a:path>
              </a:pathLst>
            </a:custGeom>
            <a:solidFill>
              <a:schemeClr val="folHlink">
                <a:alpha val="100000"/>
              </a:schemeClr>
            </a:solidFill>
            <a:ln w="0">
              <a:noFill/>
            </a:ln>
          </p:spPr>
          <p:txBody>
            <a:bodyPr/>
            <a:p>
              <a:endParaRPr lang="zh-CN" altLang="en-US"/>
            </a:p>
          </p:txBody>
        </p:sp>
        <p:sp>
          <p:nvSpPr>
            <p:cNvPr id="3086" name="Freeform 172"/>
            <p:cNvSpPr/>
            <p:nvPr userDrawn="1"/>
          </p:nvSpPr>
          <p:spPr>
            <a:xfrm>
              <a:off x="267" y="3294"/>
              <a:ext cx="76" cy="136"/>
            </a:xfrm>
            <a:custGeom>
              <a:avLst/>
              <a:gdLst/>
              <a:ahLst/>
              <a:cxnLst>
                <a:cxn ang="0">
                  <a:pos x="35" y="50"/>
                </a:cxn>
                <a:cxn ang="0">
                  <a:pos x="20" y="126"/>
                </a:cxn>
                <a:cxn ang="0">
                  <a:pos x="76" y="81"/>
                </a:cxn>
                <a:cxn ang="0">
                  <a:pos x="66" y="40"/>
                </a:cxn>
                <a:cxn ang="0">
                  <a:pos x="35" y="50"/>
                </a:cxn>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alpha val="100000"/>
              </a:schemeClr>
            </a:solidFill>
            <a:ln w="0">
              <a:noFill/>
            </a:ln>
          </p:spPr>
          <p:txBody>
            <a:bodyPr/>
            <a:p>
              <a:endParaRPr lang="zh-CN" altLang="en-US"/>
            </a:p>
          </p:txBody>
        </p:sp>
        <p:sp>
          <p:nvSpPr>
            <p:cNvPr id="3087" name="Freeform 173"/>
            <p:cNvSpPr/>
            <p:nvPr userDrawn="1"/>
          </p:nvSpPr>
          <p:spPr>
            <a:xfrm>
              <a:off x="222" y="3023"/>
              <a:ext cx="243" cy="116"/>
            </a:xfrm>
            <a:custGeom>
              <a:avLst/>
              <a:gdLst/>
              <a:ahLst/>
              <a:cxnLst>
                <a:cxn ang="0">
                  <a:pos x="203" y="10"/>
                </a:cxn>
                <a:cxn ang="0">
                  <a:pos x="46" y="5"/>
                </a:cxn>
                <a:cxn ang="0">
                  <a:pos x="5" y="45"/>
                </a:cxn>
                <a:cxn ang="0">
                  <a:pos x="111" y="106"/>
                </a:cxn>
                <a:cxn ang="0">
                  <a:pos x="172" y="101"/>
                </a:cxn>
                <a:cxn ang="0">
                  <a:pos x="203" y="96"/>
                </a:cxn>
                <a:cxn ang="0">
                  <a:pos x="203" y="10"/>
                </a:cxn>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alpha val="100000"/>
              </a:schemeClr>
            </a:solidFill>
            <a:ln w="0">
              <a:noFill/>
            </a:ln>
          </p:spPr>
          <p:txBody>
            <a:bodyPr/>
            <a:p>
              <a:endParaRPr lang="zh-CN" altLang="en-US"/>
            </a:p>
          </p:txBody>
        </p:sp>
        <p:sp>
          <p:nvSpPr>
            <p:cNvPr id="3088" name="Freeform 174"/>
            <p:cNvSpPr/>
            <p:nvPr userDrawn="1"/>
          </p:nvSpPr>
          <p:spPr>
            <a:xfrm>
              <a:off x="500" y="3345"/>
              <a:ext cx="177" cy="187"/>
            </a:xfrm>
            <a:custGeom>
              <a:avLst/>
              <a:gdLst/>
              <a:ahLst/>
              <a:cxnLst>
                <a:cxn ang="0">
                  <a:pos x="121" y="10"/>
                </a:cxn>
                <a:cxn ang="0">
                  <a:pos x="56" y="10"/>
                </a:cxn>
                <a:cxn ang="0">
                  <a:pos x="20" y="101"/>
                </a:cxn>
                <a:cxn ang="0">
                  <a:pos x="142" y="111"/>
                </a:cxn>
                <a:cxn ang="0">
                  <a:pos x="121" y="10"/>
                </a:cxn>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alpha val="100000"/>
              </a:schemeClr>
            </a:solidFill>
            <a:ln w="0">
              <a:noFill/>
            </a:ln>
          </p:spPr>
          <p:txBody>
            <a:bodyPr/>
            <a:p>
              <a:endParaRPr lang="zh-CN" altLang="en-US"/>
            </a:p>
          </p:txBody>
        </p:sp>
        <p:sp>
          <p:nvSpPr>
            <p:cNvPr id="3089" name="Freeform 175"/>
            <p:cNvSpPr/>
            <p:nvPr userDrawn="1"/>
          </p:nvSpPr>
          <p:spPr>
            <a:xfrm>
              <a:off x="905" y="3159"/>
              <a:ext cx="177" cy="36"/>
            </a:xfrm>
            <a:custGeom>
              <a:avLst/>
              <a:gdLst/>
              <a:ahLst/>
              <a:cxnLst>
                <a:cxn ang="0">
                  <a:pos x="25" y="0"/>
                </a:cxn>
                <a:cxn ang="0">
                  <a:pos x="71" y="26"/>
                </a:cxn>
                <a:cxn ang="0">
                  <a:pos x="25" y="0"/>
                </a:cxn>
              </a:cxnLst>
              <a:pathLst>
                <a:path w="35" h="7">
                  <a:moveTo>
                    <a:pt x="5" y="0"/>
                  </a:moveTo>
                  <a:cubicBezTo>
                    <a:pt x="0" y="0"/>
                    <a:pt x="7" y="7"/>
                    <a:pt x="14" y="5"/>
                  </a:cubicBezTo>
                  <a:cubicBezTo>
                    <a:pt x="35" y="1"/>
                    <a:pt x="5" y="0"/>
                    <a:pt x="5" y="0"/>
                  </a:cubicBezTo>
                  <a:close/>
                </a:path>
              </a:pathLst>
            </a:custGeom>
            <a:solidFill>
              <a:schemeClr val="folHlink">
                <a:alpha val="100000"/>
              </a:schemeClr>
            </a:solidFill>
            <a:ln w="0">
              <a:noFill/>
            </a:ln>
          </p:spPr>
          <p:txBody>
            <a:bodyPr/>
            <a:p>
              <a:endParaRPr lang="zh-CN" altLang="en-US"/>
            </a:p>
          </p:txBody>
        </p:sp>
        <p:sp>
          <p:nvSpPr>
            <p:cNvPr id="3090" name="Freeform 176"/>
            <p:cNvSpPr/>
            <p:nvPr userDrawn="1"/>
          </p:nvSpPr>
          <p:spPr>
            <a:xfrm>
              <a:off x="965" y="3153"/>
              <a:ext cx="137" cy="81"/>
            </a:xfrm>
            <a:custGeom>
              <a:avLst/>
              <a:gdLst/>
              <a:ahLst/>
              <a:cxnLst>
                <a:cxn ang="0">
                  <a:pos x="36" y="66"/>
                </a:cxn>
                <a:cxn ang="0">
                  <a:pos x="127" y="30"/>
                </a:cxn>
                <a:cxn ang="0">
                  <a:pos x="86" y="5"/>
                </a:cxn>
                <a:cxn ang="0">
                  <a:pos x="36" y="56"/>
                </a:cxn>
                <a:cxn ang="0">
                  <a:pos x="36" y="66"/>
                </a:cxn>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alpha val="100000"/>
              </a:schemeClr>
            </a:solidFill>
            <a:ln w="0">
              <a:noFill/>
            </a:ln>
          </p:spPr>
          <p:txBody>
            <a:bodyPr/>
            <a:p>
              <a:endParaRPr lang="zh-CN" altLang="en-US"/>
            </a:p>
          </p:txBody>
        </p:sp>
        <p:sp>
          <p:nvSpPr>
            <p:cNvPr id="3091" name="Freeform 177"/>
            <p:cNvSpPr/>
            <p:nvPr userDrawn="1"/>
          </p:nvSpPr>
          <p:spPr>
            <a:xfrm>
              <a:off x="960" y="3204"/>
              <a:ext cx="177" cy="87"/>
            </a:xfrm>
            <a:custGeom>
              <a:avLst/>
              <a:gdLst/>
              <a:ahLst/>
              <a:cxnLst>
                <a:cxn ang="0">
                  <a:pos x="126" y="31"/>
                </a:cxn>
                <a:cxn ang="0">
                  <a:pos x="40" y="51"/>
                </a:cxn>
                <a:cxn ang="0">
                  <a:pos x="30" y="67"/>
                </a:cxn>
                <a:cxn ang="0">
                  <a:pos x="137" y="61"/>
                </a:cxn>
                <a:cxn ang="0">
                  <a:pos x="126" y="31"/>
                </a:cxn>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alpha val="100000"/>
              </a:schemeClr>
            </a:solidFill>
            <a:ln w="0">
              <a:noFill/>
            </a:ln>
          </p:spPr>
          <p:txBody>
            <a:bodyPr/>
            <a:p>
              <a:endParaRPr lang="zh-CN" altLang="en-US"/>
            </a:p>
          </p:txBody>
        </p:sp>
        <p:sp>
          <p:nvSpPr>
            <p:cNvPr id="3092" name="Freeform 178"/>
            <p:cNvSpPr/>
            <p:nvPr userDrawn="1"/>
          </p:nvSpPr>
          <p:spPr>
            <a:xfrm>
              <a:off x="844" y="3285"/>
              <a:ext cx="248" cy="60"/>
            </a:xfrm>
            <a:custGeom>
              <a:avLst/>
              <a:gdLst/>
              <a:ahLst/>
              <a:cxnLst>
                <a:cxn ang="0">
                  <a:pos x="202" y="15"/>
                </a:cxn>
                <a:cxn ang="0">
                  <a:pos x="147" y="5"/>
                </a:cxn>
                <a:cxn ang="0">
                  <a:pos x="35" y="0"/>
                </a:cxn>
                <a:cxn ang="0">
                  <a:pos x="10" y="25"/>
                </a:cxn>
                <a:cxn ang="0">
                  <a:pos x="101" y="40"/>
                </a:cxn>
                <a:cxn ang="0">
                  <a:pos x="208" y="40"/>
                </a:cxn>
                <a:cxn ang="0">
                  <a:pos x="202" y="15"/>
                </a:cxn>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alpha val="100000"/>
              </a:schemeClr>
            </a:solidFill>
            <a:ln w="0">
              <a:noFill/>
            </a:ln>
          </p:spPr>
          <p:txBody>
            <a:bodyPr/>
            <a:p>
              <a:endParaRPr lang="zh-CN" altLang="en-US"/>
            </a:p>
          </p:txBody>
        </p:sp>
        <p:sp>
          <p:nvSpPr>
            <p:cNvPr id="3093" name="Freeform 179"/>
            <p:cNvSpPr/>
            <p:nvPr userDrawn="1"/>
          </p:nvSpPr>
          <p:spPr>
            <a:xfrm>
              <a:off x="869" y="3340"/>
              <a:ext cx="203" cy="56"/>
            </a:xfrm>
            <a:custGeom>
              <a:avLst/>
              <a:gdLst/>
              <a:ahLst/>
              <a:cxnLst>
                <a:cxn ang="0">
                  <a:pos x="188" y="10"/>
                </a:cxn>
                <a:cxn ang="0">
                  <a:pos x="132" y="20"/>
                </a:cxn>
                <a:cxn ang="0">
                  <a:pos x="66" y="15"/>
                </a:cxn>
                <a:cxn ang="0">
                  <a:pos x="5" y="10"/>
                </a:cxn>
                <a:cxn ang="0">
                  <a:pos x="178" y="41"/>
                </a:cxn>
                <a:cxn ang="0">
                  <a:pos x="188" y="10"/>
                </a:cxn>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alpha val="100000"/>
              </a:schemeClr>
            </a:solidFill>
            <a:ln w="0">
              <a:noFill/>
            </a:ln>
          </p:spPr>
          <p:txBody>
            <a:bodyPr/>
            <a:p>
              <a:endParaRPr lang="zh-CN" altLang="en-US"/>
            </a:p>
          </p:txBody>
        </p:sp>
        <p:sp>
          <p:nvSpPr>
            <p:cNvPr id="3094" name="Freeform 180"/>
            <p:cNvSpPr/>
            <p:nvPr userDrawn="1"/>
          </p:nvSpPr>
          <p:spPr>
            <a:xfrm>
              <a:off x="859" y="3386"/>
              <a:ext cx="207" cy="172"/>
            </a:xfrm>
            <a:custGeom>
              <a:avLst/>
              <a:gdLst/>
              <a:ahLst/>
              <a:cxnLst>
                <a:cxn ang="0">
                  <a:pos x="141" y="46"/>
                </a:cxn>
                <a:cxn ang="0">
                  <a:pos x="66" y="30"/>
                </a:cxn>
                <a:cxn ang="0">
                  <a:pos x="20" y="76"/>
                </a:cxn>
                <a:cxn ang="0">
                  <a:pos x="5" y="96"/>
                </a:cxn>
                <a:cxn ang="0">
                  <a:pos x="45" y="96"/>
                </a:cxn>
                <a:cxn ang="0">
                  <a:pos x="86" y="137"/>
                </a:cxn>
                <a:cxn ang="0">
                  <a:pos x="106" y="152"/>
                </a:cxn>
                <a:cxn ang="0">
                  <a:pos x="146" y="96"/>
                </a:cxn>
                <a:cxn ang="0">
                  <a:pos x="197" y="96"/>
                </a:cxn>
                <a:cxn ang="0">
                  <a:pos x="141" y="46"/>
                </a:cxn>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alpha val="100000"/>
              </a:schemeClr>
            </a:solidFill>
            <a:ln w="0">
              <a:noFill/>
            </a:ln>
          </p:spPr>
          <p:txBody>
            <a:bodyPr/>
            <a:p>
              <a:endParaRPr lang="zh-CN" altLang="en-US"/>
            </a:p>
          </p:txBody>
        </p:sp>
        <p:sp>
          <p:nvSpPr>
            <p:cNvPr id="3095" name="Freeform 181"/>
            <p:cNvSpPr/>
            <p:nvPr userDrawn="1"/>
          </p:nvSpPr>
          <p:spPr>
            <a:xfrm>
              <a:off x="996" y="3305"/>
              <a:ext cx="126" cy="317"/>
            </a:xfrm>
            <a:custGeom>
              <a:avLst/>
              <a:gdLst/>
              <a:ahLst/>
              <a:cxnLst>
                <a:cxn ang="0">
                  <a:pos x="111" y="10"/>
                </a:cxn>
                <a:cxn ang="0">
                  <a:pos x="91" y="86"/>
                </a:cxn>
                <a:cxn ang="0">
                  <a:pos x="35" y="101"/>
                </a:cxn>
                <a:cxn ang="0">
                  <a:pos x="35" y="116"/>
                </a:cxn>
                <a:cxn ang="0">
                  <a:pos x="86" y="171"/>
                </a:cxn>
                <a:cxn ang="0">
                  <a:pos x="60" y="226"/>
                </a:cxn>
                <a:cxn ang="0">
                  <a:pos x="0" y="277"/>
                </a:cxn>
                <a:cxn ang="0">
                  <a:pos x="25" y="292"/>
                </a:cxn>
                <a:cxn ang="0">
                  <a:pos x="81" y="312"/>
                </a:cxn>
                <a:cxn ang="0">
                  <a:pos x="116" y="287"/>
                </a:cxn>
                <a:cxn ang="0">
                  <a:pos x="126" y="70"/>
                </a:cxn>
                <a:cxn ang="0">
                  <a:pos x="126" y="10"/>
                </a:cxn>
                <a:cxn ang="0">
                  <a:pos x="111" y="10"/>
                </a:cxn>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alpha val="100000"/>
              </a:schemeClr>
            </a:solidFill>
            <a:ln w="0">
              <a:noFill/>
            </a:ln>
          </p:spPr>
          <p:txBody>
            <a:bodyPr/>
            <a:p>
              <a:endParaRPr lang="zh-CN" altLang="en-US"/>
            </a:p>
          </p:txBody>
        </p:sp>
      </p:grpSp>
      <p:sp>
        <p:nvSpPr>
          <p:cNvPr id="47267" name="Rectangle 163"/>
          <p:cNvSpPr>
            <a:spLocks noGrp="1" noRot="1" noChangeArrowheads="1"/>
          </p:cNvSpPr>
          <p:nvPr>
            <p:ph type="ctrTitle"/>
          </p:nvPr>
        </p:nvSpPr>
        <p:spPr>
          <a:xfrm>
            <a:off x="685800" y="1543050"/>
            <a:ext cx="7772400" cy="857250"/>
          </a:xfrm>
        </p:spPr>
        <p:txBody>
          <a:bodyPr/>
          <a:lstStyle>
            <a:lvl1pPr>
              <a:defRPr/>
            </a:lvl1pPr>
          </a:lstStyle>
          <a:p>
            <a:r>
              <a:rPr lang="zh-CN" altLang="en-US"/>
              <a:t>单击此处编辑母版标题样式</a:t>
            </a:r>
            <a:endParaRPr lang="zh-CN" altLang="en-US"/>
          </a:p>
        </p:txBody>
      </p:sp>
      <p:sp>
        <p:nvSpPr>
          <p:cNvPr id="47271" name="Rectangle 167"/>
          <p:cNvSpPr>
            <a:spLocks noGrp="1" noRot="1" noChangeArrowheads="1"/>
          </p:cNvSpPr>
          <p:nvPr>
            <p:ph type="subTitle" idx="1"/>
          </p:nvPr>
        </p:nvSpPr>
        <p:spPr>
          <a:xfrm>
            <a:off x="1371600" y="2628900"/>
            <a:ext cx="6400800" cy="131445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428" name="Rectangle 164"/>
          <p:cNvSpPr>
            <a:spLocks noGrp="1" noChangeArrowheads="1"/>
          </p:cNvSpPr>
          <p:nvPr>
            <p:ph type="dt" sz="half" idx="2"/>
          </p:nvPr>
        </p:nvSpPr>
        <p:spPr bwMode="auto">
          <a:xfrm>
            <a:off x="301625" y="4686300"/>
            <a:ext cx="2289175" cy="357188"/>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38055E0-1E8E-4042-A92E-7C120C2EA855}"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9" name="Rectangle 165"/>
          <p:cNvSpPr>
            <a:spLocks noGrp="1" noChangeArrowheads="1"/>
          </p:cNvSpPr>
          <p:nvPr>
            <p:ph type="ftr" sz="quarter" idx="3"/>
          </p:nvPr>
        </p:nvSpPr>
        <p:spPr bwMode="auto">
          <a:xfrm>
            <a:off x="3124200" y="4686300"/>
            <a:ext cx="2895600" cy="357188"/>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30" name="Rectangle 166"/>
          <p:cNvSpPr>
            <a:spLocks noGrp="1" noChangeArrowheads="1"/>
          </p:cNvSpPr>
          <p:nvPr>
            <p:ph type="sldNum" sz="quarter" idx="4"/>
          </p:nvPr>
        </p:nvSpPr>
        <p:spPr bwMode="auto">
          <a:xfrm>
            <a:off x="6553200" y="4686300"/>
            <a:ext cx="2289175" cy="357188"/>
          </a:xfrm>
          <a:prstGeom prst="rect">
            <a:avLst/>
          </a:prstGeom>
          <a:ln>
            <a:miter lim="800000"/>
          </a:ln>
        </p:spPr>
        <p:txBody>
          <a:bodyPr vert="horz" wrap="square" lIns="91440" tIns="45720" rIns="91440" bIns="45720" numCol="1" anchor="t"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00150"/>
            <a:ext cx="4000500" cy="3375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762500" y="1200150"/>
            <a:ext cx="4000500" cy="3375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4013" y="171450"/>
            <a:ext cx="2135187" cy="44037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98450" y="171450"/>
            <a:ext cx="6253163" cy="44037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pattFill prst="dkHorz">
          <a:fgClr>
            <a:schemeClr val="bg2"/>
          </a:fgClr>
          <a:bgClr>
            <a:schemeClr val="bg1"/>
          </a:bgClr>
        </a:pattFill>
        <a:effectLst/>
      </p:bgPr>
    </p:bg>
    <p:spTree>
      <p:nvGrpSpPr>
        <p:cNvPr id="1" name=""/>
        <p:cNvGrpSpPr/>
        <p:nvPr/>
      </p:nvGrpSpPr>
      <p:grpSpPr>
        <a:xfrm>
          <a:off x="0" y="0"/>
          <a:ext cx="0" cy="0"/>
          <a:chOff x="0" y="0"/>
          <a:chExt cx="0" cy="0"/>
        </a:xfrm>
      </p:grpSpPr>
      <p:grpSp>
        <p:nvGrpSpPr>
          <p:cNvPr id="4098" name="Group 2"/>
          <p:cNvGrpSpPr/>
          <p:nvPr/>
        </p:nvGrpSpPr>
        <p:grpSpPr>
          <a:xfrm>
            <a:off x="0" y="1828800"/>
            <a:ext cx="9144000" cy="3035300"/>
            <a:chOff x="0" y="1536"/>
            <a:chExt cx="5760" cy="2549"/>
          </a:xfrm>
        </p:grpSpPr>
        <p:sp>
          <p:nvSpPr>
            <p:cNvPr id="24" name="Rectangle 3"/>
            <p:cNvSpPr>
              <a:spLocks noChangeArrowheads="1"/>
            </p:cNvSpPr>
            <p:nvPr/>
          </p:nvSpPr>
          <p:spPr bwMode="hidden">
            <a:xfrm rot="-1424751">
              <a:off x="2121" y="2592"/>
              <a:ext cx="3072" cy="384"/>
            </a:xfrm>
            <a:prstGeom prst="rect">
              <a:avLst/>
            </a:prstGeom>
            <a:gradFill rotWithShape="0">
              <a:gsLst>
                <a:gs pos="0">
                  <a:schemeClr val="bg1">
                    <a:gamma/>
                    <a:shade val="94118"/>
                    <a:invGamma/>
                  </a:schemeClr>
                </a:gs>
                <a:gs pos="50000">
                  <a:schemeClr val="bg1"/>
                </a:gs>
                <a:gs pos="100000">
                  <a:schemeClr val="bg1">
                    <a:gamma/>
                    <a:shade val="94118"/>
                    <a:invGamma/>
                  </a:schemeClr>
                </a:gs>
              </a:gsLst>
              <a:lin ang="189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5" name="Freeform 4"/>
            <p:cNvSpPr/>
            <p:nvPr userDrawn="1"/>
          </p:nvSpPr>
          <p:spPr>
            <a:xfrm>
              <a:off x="0" y="2664"/>
              <a:ext cx="2688" cy="1224"/>
            </a:xfrm>
            <a:custGeom>
              <a:avLst/>
              <a:gdLst/>
              <a:ahLst/>
              <a:cxnLst>
                <a:cxn ang="0">
                  <a:pos x="0" y="0"/>
                </a:cxn>
                <a:cxn ang="0">
                  <a:pos x="960" y="552"/>
                </a:cxn>
                <a:cxn ang="0">
                  <a:pos x="1968" y="264"/>
                </a:cxn>
                <a:cxn ang="0">
                  <a:pos x="2028" y="270"/>
                </a:cxn>
                <a:cxn ang="0">
                  <a:pos x="2661" y="528"/>
                </a:cxn>
                <a:cxn ang="0">
                  <a:pos x="2688" y="648"/>
                </a:cxn>
                <a:cxn ang="0">
                  <a:pos x="2304" y="1080"/>
                </a:cxn>
                <a:cxn ang="0">
                  <a:pos x="1584" y="1224"/>
                </a:cxn>
                <a:cxn ang="0">
                  <a:pos x="1296" y="936"/>
                </a:cxn>
                <a:cxn ang="0">
                  <a:pos x="864" y="1032"/>
                </a:cxn>
                <a:cxn ang="0">
                  <a:pos x="0" y="552"/>
                </a:cxn>
                <a:cxn ang="0">
                  <a:pos x="0" y="0"/>
                </a:cxn>
              </a:cxnLst>
              <a:pathLst>
                <a:path w="2688" h="1224">
                  <a:moveTo>
                    <a:pt x="0" y="0"/>
                  </a:moveTo>
                  <a:lnTo>
                    <a:pt x="960" y="552"/>
                  </a:lnTo>
                  <a:lnTo>
                    <a:pt x="1968" y="264"/>
                  </a:lnTo>
                  <a:lnTo>
                    <a:pt x="2028" y="270"/>
                  </a:lnTo>
                  <a:lnTo>
                    <a:pt x="2661" y="528"/>
                  </a:lnTo>
                  <a:lnTo>
                    <a:pt x="2688" y="648"/>
                  </a:lnTo>
                  <a:lnTo>
                    <a:pt x="2304" y="1080"/>
                  </a:lnTo>
                  <a:lnTo>
                    <a:pt x="1584" y="1224"/>
                  </a:lnTo>
                  <a:lnTo>
                    <a:pt x="1296" y="936"/>
                  </a:lnTo>
                  <a:lnTo>
                    <a:pt x="864" y="1032"/>
                  </a:lnTo>
                  <a:lnTo>
                    <a:pt x="0" y="552"/>
                  </a:lnTo>
                  <a:lnTo>
                    <a:pt x="0" y="0"/>
                  </a:lnTo>
                  <a:close/>
                </a:path>
              </a:pathLst>
            </a:custGeom>
            <a:solidFill>
              <a:schemeClr val="bg2">
                <a:alpha val="100000"/>
              </a:schemeClr>
            </a:solidFill>
            <a:ln w="9525">
              <a:noFill/>
            </a:ln>
          </p:spPr>
          <p:txBody>
            <a:bodyPr/>
            <a:p>
              <a:endParaRPr lang="zh-CN" altLang="en-US"/>
            </a:p>
          </p:txBody>
        </p:sp>
        <p:sp>
          <p:nvSpPr>
            <p:cNvPr id="4106" name="Freeform 5"/>
            <p:cNvSpPr/>
            <p:nvPr userDrawn="1"/>
          </p:nvSpPr>
          <p:spPr>
            <a:xfrm>
              <a:off x="3359" y="1536"/>
              <a:ext cx="2401" cy="1232"/>
            </a:xfrm>
            <a:custGeom>
              <a:avLst/>
              <a:gdLst/>
              <a:ahLst/>
              <a:cxnLst>
                <a:cxn ang="0">
                  <a:pos x="2208" y="15"/>
                </a:cxn>
                <a:cxn ang="0">
                  <a:pos x="2088" y="57"/>
                </a:cxn>
                <a:cxn ang="0">
                  <a:pos x="1951" y="99"/>
                </a:cxn>
                <a:cxn ang="0">
                  <a:pos x="1704" y="135"/>
                </a:cxn>
                <a:cxn ang="0">
                  <a:pos x="1314" y="177"/>
                </a:cxn>
                <a:cxn ang="0">
                  <a:pos x="1176" y="189"/>
                </a:cxn>
                <a:cxn ang="0">
                  <a:pos x="1122" y="195"/>
                </a:cxn>
                <a:cxn ang="0">
                  <a:pos x="1075" y="231"/>
                </a:cxn>
                <a:cxn ang="0">
                  <a:pos x="924" y="321"/>
                </a:cxn>
                <a:cxn ang="0">
                  <a:pos x="840" y="369"/>
                </a:cxn>
                <a:cxn ang="0">
                  <a:pos x="630" y="458"/>
                </a:cxn>
                <a:cxn ang="0">
                  <a:pos x="529" y="500"/>
                </a:cxn>
                <a:cxn ang="0">
                  <a:pos x="487" y="542"/>
                </a:cxn>
                <a:cxn ang="0">
                  <a:pos x="457" y="590"/>
                </a:cxn>
                <a:cxn ang="0">
                  <a:pos x="402" y="638"/>
                </a:cxn>
                <a:cxn ang="0">
                  <a:pos x="330" y="758"/>
                </a:cxn>
                <a:cxn ang="0">
                  <a:pos x="312" y="788"/>
                </a:cxn>
                <a:cxn ang="0">
                  <a:pos x="252" y="824"/>
                </a:cxn>
                <a:cxn ang="0">
                  <a:pos x="84" y="926"/>
                </a:cxn>
                <a:cxn ang="0">
                  <a:pos x="0" y="992"/>
                </a:cxn>
                <a:cxn ang="0">
                  <a:pos x="12" y="1040"/>
                </a:cxn>
                <a:cxn ang="0">
                  <a:pos x="132" y="1034"/>
                </a:cxn>
                <a:cxn ang="0">
                  <a:pos x="336" y="980"/>
                </a:cxn>
                <a:cxn ang="0">
                  <a:pos x="529" y="896"/>
                </a:cxn>
                <a:cxn ang="0">
                  <a:pos x="576" y="872"/>
                </a:cxn>
                <a:cxn ang="0">
                  <a:pos x="714" y="848"/>
                </a:cxn>
                <a:cxn ang="0">
                  <a:pos x="966" y="794"/>
                </a:cxn>
                <a:cxn ang="0">
                  <a:pos x="1212" y="782"/>
                </a:cxn>
                <a:cxn ang="0">
                  <a:pos x="1416" y="872"/>
                </a:cxn>
                <a:cxn ang="0">
                  <a:pos x="1464" y="932"/>
                </a:cxn>
                <a:cxn ang="0">
                  <a:pos x="1440" y="992"/>
                </a:cxn>
                <a:cxn ang="0">
                  <a:pos x="1302" y="1040"/>
                </a:cxn>
                <a:cxn ang="0">
                  <a:pos x="1158" y="1100"/>
                </a:cxn>
                <a:cxn ang="0">
                  <a:pos x="1093" y="1148"/>
                </a:cxn>
                <a:cxn ang="0">
                  <a:pos x="1075" y="1208"/>
                </a:cxn>
                <a:cxn ang="0">
                  <a:pos x="1093" y="1232"/>
                </a:cxn>
                <a:cxn ang="0">
                  <a:pos x="1152" y="1226"/>
                </a:cxn>
                <a:cxn ang="0">
                  <a:pos x="1332" y="1208"/>
                </a:cxn>
                <a:cxn ang="0">
                  <a:pos x="1434" y="1184"/>
                </a:cxn>
                <a:cxn ang="0">
                  <a:pos x="1464" y="1172"/>
                </a:cxn>
                <a:cxn ang="0">
                  <a:pos x="1578" y="1130"/>
                </a:cxn>
                <a:cxn ang="0">
                  <a:pos x="1758" y="1064"/>
                </a:cxn>
                <a:cxn ang="0">
                  <a:pos x="1872" y="962"/>
                </a:cxn>
                <a:cxn ang="0">
                  <a:pos x="1986" y="800"/>
                </a:cxn>
                <a:cxn ang="0">
                  <a:pos x="2166" y="650"/>
                </a:cxn>
                <a:cxn ang="0">
                  <a:pos x="2257" y="590"/>
                </a:cxn>
                <a:cxn ang="0">
                  <a:pos x="2400" y="57"/>
                </a:cxn>
              </a:cxnLst>
              <a:pathLst>
                <a:path w="2401" h="1232">
                  <a:moveTo>
                    <a:pt x="2310" y="3"/>
                  </a:moveTo>
                  <a:lnTo>
                    <a:pt x="2280" y="3"/>
                  </a:lnTo>
                  <a:lnTo>
                    <a:pt x="2208" y="15"/>
                  </a:lnTo>
                  <a:lnTo>
                    <a:pt x="2136" y="27"/>
                  </a:lnTo>
                  <a:lnTo>
                    <a:pt x="2112" y="39"/>
                  </a:lnTo>
                  <a:lnTo>
                    <a:pt x="2088" y="57"/>
                  </a:lnTo>
                  <a:lnTo>
                    <a:pt x="2082" y="63"/>
                  </a:lnTo>
                  <a:lnTo>
                    <a:pt x="2076" y="69"/>
                  </a:lnTo>
                  <a:lnTo>
                    <a:pt x="1951" y="99"/>
                  </a:lnTo>
                  <a:lnTo>
                    <a:pt x="1896" y="111"/>
                  </a:lnTo>
                  <a:lnTo>
                    <a:pt x="1836" y="117"/>
                  </a:lnTo>
                  <a:lnTo>
                    <a:pt x="1704" y="135"/>
                  </a:lnTo>
                  <a:lnTo>
                    <a:pt x="1572" y="153"/>
                  </a:lnTo>
                  <a:lnTo>
                    <a:pt x="1434" y="165"/>
                  </a:lnTo>
                  <a:lnTo>
                    <a:pt x="1314" y="177"/>
                  </a:lnTo>
                  <a:lnTo>
                    <a:pt x="1260" y="183"/>
                  </a:lnTo>
                  <a:lnTo>
                    <a:pt x="1212" y="189"/>
                  </a:lnTo>
                  <a:lnTo>
                    <a:pt x="1176" y="189"/>
                  </a:lnTo>
                  <a:lnTo>
                    <a:pt x="1146" y="195"/>
                  </a:lnTo>
                  <a:lnTo>
                    <a:pt x="1128" y="195"/>
                  </a:lnTo>
                  <a:lnTo>
                    <a:pt x="1122" y="195"/>
                  </a:lnTo>
                  <a:lnTo>
                    <a:pt x="1116" y="201"/>
                  </a:lnTo>
                  <a:lnTo>
                    <a:pt x="1105" y="207"/>
                  </a:lnTo>
                  <a:lnTo>
                    <a:pt x="1075" y="231"/>
                  </a:lnTo>
                  <a:lnTo>
                    <a:pt x="1026" y="261"/>
                  </a:lnTo>
                  <a:lnTo>
                    <a:pt x="972" y="291"/>
                  </a:lnTo>
                  <a:lnTo>
                    <a:pt x="924" y="321"/>
                  </a:lnTo>
                  <a:lnTo>
                    <a:pt x="876" y="345"/>
                  </a:lnTo>
                  <a:lnTo>
                    <a:pt x="846" y="363"/>
                  </a:lnTo>
                  <a:lnTo>
                    <a:pt x="840" y="369"/>
                  </a:lnTo>
                  <a:lnTo>
                    <a:pt x="834" y="369"/>
                  </a:lnTo>
                  <a:lnTo>
                    <a:pt x="732" y="417"/>
                  </a:lnTo>
                  <a:lnTo>
                    <a:pt x="630" y="458"/>
                  </a:lnTo>
                  <a:lnTo>
                    <a:pt x="588" y="476"/>
                  </a:lnTo>
                  <a:lnTo>
                    <a:pt x="552" y="488"/>
                  </a:lnTo>
                  <a:lnTo>
                    <a:pt x="529" y="500"/>
                  </a:lnTo>
                  <a:lnTo>
                    <a:pt x="517" y="506"/>
                  </a:lnTo>
                  <a:lnTo>
                    <a:pt x="499" y="524"/>
                  </a:lnTo>
                  <a:lnTo>
                    <a:pt x="487" y="542"/>
                  </a:lnTo>
                  <a:lnTo>
                    <a:pt x="481" y="560"/>
                  </a:lnTo>
                  <a:lnTo>
                    <a:pt x="481" y="578"/>
                  </a:lnTo>
                  <a:lnTo>
                    <a:pt x="457" y="590"/>
                  </a:lnTo>
                  <a:lnTo>
                    <a:pt x="438" y="596"/>
                  </a:lnTo>
                  <a:lnTo>
                    <a:pt x="420" y="614"/>
                  </a:lnTo>
                  <a:lnTo>
                    <a:pt x="402" y="638"/>
                  </a:lnTo>
                  <a:lnTo>
                    <a:pt x="366" y="698"/>
                  </a:lnTo>
                  <a:lnTo>
                    <a:pt x="348" y="728"/>
                  </a:lnTo>
                  <a:lnTo>
                    <a:pt x="330" y="758"/>
                  </a:lnTo>
                  <a:lnTo>
                    <a:pt x="324" y="776"/>
                  </a:lnTo>
                  <a:lnTo>
                    <a:pt x="318" y="782"/>
                  </a:lnTo>
                  <a:lnTo>
                    <a:pt x="312" y="788"/>
                  </a:lnTo>
                  <a:lnTo>
                    <a:pt x="300" y="794"/>
                  </a:lnTo>
                  <a:lnTo>
                    <a:pt x="282" y="806"/>
                  </a:lnTo>
                  <a:lnTo>
                    <a:pt x="252" y="824"/>
                  </a:lnTo>
                  <a:lnTo>
                    <a:pt x="199" y="854"/>
                  </a:lnTo>
                  <a:lnTo>
                    <a:pt x="151" y="884"/>
                  </a:lnTo>
                  <a:lnTo>
                    <a:pt x="84" y="926"/>
                  </a:lnTo>
                  <a:lnTo>
                    <a:pt x="30" y="962"/>
                  </a:lnTo>
                  <a:lnTo>
                    <a:pt x="12" y="974"/>
                  </a:lnTo>
                  <a:lnTo>
                    <a:pt x="0" y="992"/>
                  </a:lnTo>
                  <a:lnTo>
                    <a:pt x="0" y="1004"/>
                  </a:lnTo>
                  <a:lnTo>
                    <a:pt x="0" y="1022"/>
                  </a:lnTo>
                  <a:lnTo>
                    <a:pt x="12" y="1040"/>
                  </a:lnTo>
                  <a:lnTo>
                    <a:pt x="42" y="1046"/>
                  </a:lnTo>
                  <a:lnTo>
                    <a:pt x="84" y="1046"/>
                  </a:lnTo>
                  <a:lnTo>
                    <a:pt x="132" y="1034"/>
                  </a:lnTo>
                  <a:lnTo>
                    <a:pt x="193" y="1022"/>
                  </a:lnTo>
                  <a:lnTo>
                    <a:pt x="264" y="1004"/>
                  </a:lnTo>
                  <a:lnTo>
                    <a:pt x="336" y="980"/>
                  </a:lnTo>
                  <a:lnTo>
                    <a:pt x="408" y="950"/>
                  </a:lnTo>
                  <a:lnTo>
                    <a:pt x="475" y="920"/>
                  </a:lnTo>
                  <a:lnTo>
                    <a:pt x="529" y="896"/>
                  </a:lnTo>
                  <a:lnTo>
                    <a:pt x="564" y="878"/>
                  </a:lnTo>
                  <a:lnTo>
                    <a:pt x="570" y="872"/>
                  </a:lnTo>
                  <a:lnTo>
                    <a:pt x="576" y="872"/>
                  </a:lnTo>
                  <a:lnTo>
                    <a:pt x="606" y="872"/>
                  </a:lnTo>
                  <a:lnTo>
                    <a:pt x="648" y="866"/>
                  </a:lnTo>
                  <a:lnTo>
                    <a:pt x="714" y="848"/>
                  </a:lnTo>
                  <a:lnTo>
                    <a:pt x="793" y="830"/>
                  </a:lnTo>
                  <a:lnTo>
                    <a:pt x="876" y="812"/>
                  </a:lnTo>
                  <a:lnTo>
                    <a:pt x="966" y="794"/>
                  </a:lnTo>
                  <a:lnTo>
                    <a:pt x="1063" y="782"/>
                  </a:lnTo>
                  <a:lnTo>
                    <a:pt x="1152" y="776"/>
                  </a:lnTo>
                  <a:lnTo>
                    <a:pt x="1212" y="782"/>
                  </a:lnTo>
                  <a:lnTo>
                    <a:pt x="1284" y="806"/>
                  </a:lnTo>
                  <a:lnTo>
                    <a:pt x="1357" y="836"/>
                  </a:lnTo>
                  <a:lnTo>
                    <a:pt x="1416" y="872"/>
                  </a:lnTo>
                  <a:lnTo>
                    <a:pt x="1434" y="890"/>
                  </a:lnTo>
                  <a:lnTo>
                    <a:pt x="1452" y="908"/>
                  </a:lnTo>
                  <a:lnTo>
                    <a:pt x="1464" y="932"/>
                  </a:lnTo>
                  <a:lnTo>
                    <a:pt x="1464" y="950"/>
                  </a:lnTo>
                  <a:lnTo>
                    <a:pt x="1458" y="968"/>
                  </a:lnTo>
                  <a:lnTo>
                    <a:pt x="1440" y="992"/>
                  </a:lnTo>
                  <a:lnTo>
                    <a:pt x="1410" y="1004"/>
                  </a:lnTo>
                  <a:lnTo>
                    <a:pt x="1369" y="1022"/>
                  </a:lnTo>
                  <a:lnTo>
                    <a:pt x="1302" y="1040"/>
                  </a:lnTo>
                  <a:lnTo>
                    <a:pt x="1248" y="1064"/>
                  </a:lnTo>
                  <a:lnTo>
                    <a:pt x="1200" y="1082"/>
                  </a:lnTo>
                  <a:lnTo>
                    <a:pt x="1158" y="1100"/>
                  </a:lnTo>
                  <a:lnTo>
                    <a:pt x="1128" y="1118"/>
                  </a:lnTo>
                  <a:lnTo>
                    <a:pt x="1110" y="1130"/>
                  </a:lnTo>
                  <a:lnTo>
                    <a:pt x="1093" y="1148"/>
                  </a:lnTo>
                  <a:lnTo>
                    <a:pt x="1081" y="1160"/>
                  </a:lnTo>
                  <a:lnTo>
                    <a:pt x="1069" y="1190"/>
                  </a:lnTo>
                  <a:lnTo>
                    <a:pt x="1075" y="1208"/>
                  </a:lnTo>
                  <a:lnTo>
                    <a:pt x="1081" y="1220"/>
                  </a:lnTo>
                  <a:lnTo>
                    <a:pt x="1087" y="1226"/>
                  </a:lnTo>
                  <a:lnTo>
                    <a:pt x="1093" y="1232"/>
                  </a:lnTo>
                  <a:lnTo>
                    <a:pt x="1110" y="1232"/>
                  </a:lnTo>
                  <a:lnTo>
                    <a:pt x="1128" y="1226"/>
                  </a:lnTo>
                  <a:lnTo>
                    <a:pt x="1152" y="1226"/>
                  </a:lnTo>
                  <a:lnTo>
                    <a:pt x="1212" y="1220"/>
                  </a:lnTo>
                  <a:lnTo>
                    <a:pt x="1272" y="1214"/>
                  </a:lnTo>
                  <a:lnTo>
                    <a:pt x="1332" y="1208"/>
                  </a:lnTo>
                  <a:lnTo>
                    <a:pt x="1393" y="1196"/>
                  </a:lnTo>
                  <a:lnTo>
                    <a:pt x="1416" y="1190"/>
                  </a:lnTo>
                  <a:lnTo>
                    <a:pt x="1434" y="1184"/>
                  </a:lnTo>
                  <a:lnTo>
                    <a:pt x="1446" y="1178"/>
                  </a:lnTo>
                  <a:lnTo>
                    <a:pt x="1452" y="1178"/>
                  </a:lnTo>
                  <a:lnTo>
                    <a:pt x="1464" y="1172"/>
                  </a:lnTo>
                  <a:lnTo>
                    <a:pt x="1488" y="1166"/>
                  </a:lnTo>
                  <a:lnTo>
                    <a:pt x="1530" y="1148"/>
                  </a:lnTo>
                  <a:lnTo>
                    <a:pt x="1578" y="1130"/>
                  </a:lnTo>
                  <a:lnTo>
                    <a:pt x="1681" y="1094"/>
                  </a:lnTo>
                  <a:lnTo>
                    <a:pt x="1722" y="1076"/>
                  </a:lnTo>
                  <a:lnTo>
                    <a:pt x="1758" y="1064"/>
                  </a:lnTo>
                  <a:lnTo>
                    <a:pt x="1812" y="1040"/>
                  </a:lnTo>
                  <a:lnTo>
                    <a:pt x="1848" y="1004"/>
                  </a:lnTo>
                  <a:lnTo>
                    <a:pt x="1872" y="962"/>
                  </a:lnTo>
                  <a:lnTo>
                    <a:pt x="1890" y="932"/>
                  </a:lnTo>
                  <a:lnTo>
                    <a:pt x="1932" y="866"/>
                  </a:lnTo>
                  <a:lnTo>
                    <a:pt x="1986" y="800"/>
                  </a:lnTo>
                  <a:lnTo>
                    <a:pt x="2046" y="740"/>
                  </a:lnTo>
                  <a:lnTo>
                    <a:pt x="2112" y="692"/>
                  </a:lnTo>
                  <a:lnTo>
                    <a:pt x="2166" y="650"/>
                  </a:lnTo>
                  <a:lnTo>
                    <a:pt x="2214" y="620"/>
                  </a:lnTo>
                  <a:lnTo>
                    <a:pt x="2244" y="596"/>
                  </a:lnTo>
                  <a:lnTo>
                    <a:pt x="2257" y="590"/>
                  </a:lnTo>
                  <a:lnTo>
                    <a:pt x="2400" y="518"/>
                  </a:lnTo>
                  <a:lnTo>
                    <a:pt x="2400" y="57"/>
                  </a:lnTo>
                  <a:lnTo>
                    <a:pt x="2401" y="0"/>
                  </a:lnTo>
                  <a:lnTo>
                    <a:pt x="2310" y="3"/>
                  </a:lnTo>
                  <a:close/>
                </a:path>
              </a:pathLst>
            </a:custGeom>
            <a:solidFill>
              <a:schemeClr val="bg2">
                <a:alpha val="100000"/>
              </a:schemeClr>
            </a:solidFill>
            <a:ln w="9525">
              <a:noFill/>
            </a:ln>
          </p:spPr>
          <p:txBody>
            <a:bodyPr/>
            <a:p>
              <a:endParaRPr lang="zh-CN" altLang="en-US"/>
            </a:p>
          </p:txBody>
        </p:sp>
        <p:sp>
          <p:nvSpPr>
            <p:cNvPr id="27" name="Freeform 6"/>
            <p:cNvSpPr/>
            <p:nvPr/>
          </p:nvSpPr>
          <p:spPr bwMode="hidden">
            <a:xfrm>
              <a:off x="3792" y="1536"/>
              <a:ext cx="1968" cy="763"/>
            </a:xfrm>
            <a:custGeom>
              <a:avLst/>
              <a:gdLst/>
              <a:ahLst/>
              <a:cxnLst>
                <a:cxn ang="0">
                  <a:pos x="965" y="165"/>
                </a:cxn>
                <a:cxn ang="0">
                  <a:pos x="696" y="200"/>
                </a:cxn>
                <a:cxn ang="0">
                  <a:pos x="693" y="237"/>
                </a:cxn>
                <a:cxn ang="0">
                  <a:pos x="924" y="258"/>
                </a:cxn>
                <a:cxn ang="0">
                  <a:pos x="993" y="267"/>
                </a:cxn>
                <a:cxn ang="0">
                  <a:pos x="681" y="291"/>
                </a:cxn>
                <a:cxn ang="0">
                  <a:pos x="633" y="309"/>
                </a:cxn>
                <a:cxn ang="0">
                  <a:pos x="645" y="336"/>
                </a:cxn>
                <a:cxn ang="0">
                  <a:pos x="672" y="351"/>
                </a:cxn>
                <a:cxn ang="0">
                  <a:pos x="984" y="333"/>
                </a:cxn>
                <a:cxn ang="0">
                  <a:pos x="1080" y="357"/>
                </a:cxn>
                <a:cxn ang="0">
                  <a:pos x="624" y="492"/>
                </a:cxn>
                <a:cxn ang="0">
                  <a:pos x="616" y="536"/>
                </a:cxn>
                <a:cxn ang="0">
                  <a:pos x="8" y="724"/>
                </a:cxn>
                <a:cxn ang="0">
                  <a:pos x="0" y="756"/>
                </a:cxn>
                <a:cxn ang="0">
                  <a:pos x="27" y="762"/>
                </a:cxn>
                <a:cxn ang="0">
                  <a:pos x="664" y="564"/>
                </a:cxn>
                <a:cxn ang="0">
                  <a:pos x="856" y="600"/>
                </a:cxn>
                <a:cxn ang="0">
                  <a:pos x="1158" y="507"/>
                </a:cxn>
                <a:cxn ang="0">
                  <a:pos x="1434" y="465"/>
                </a:cxn>
                <a:cxn ang="0">
                  <a:pos x="1572" y="368"/>
                </a:cxn>
                <a:cxn ang="0">
                  <a:pos x="1712" y="340"/>
                </a:cxn>
                <a:cxn ang="0">
                  <a:pos x="1856" y="328"/>
                </a:cxn>
                <a:cxn ang="0">
                  <a:pos x="1968" y="330"/>
                </a:cxn>
                <a:cxn ang="0">
                  <a:pos x="1968" y="0"/>
                </a:cxn>
                <a:cxn ang="0">
                  <a:pos x="1934" y="3"/>
                </a:cxn>
                <a:cxn ang="0">
                  <a:pos x="1832" y="5"/>
                </a:cxn>
                <a:cxn ang="0">
                  <a:pos x="1682" y="35"/>
                </a:cxn>
                <a:cxn ang="0">
                  <a:pos x="1643" y="72"/>
                </a:cxn>
                <a:cxn ang="0">
                  <a:pos x="1392" y="119"/>
                </a:cxn>
              </a:cxnLst>
              <a:rect l="0" t="0" r="r" b="b"/>
              <a:pathLst>
                <a:path w="1968" h="762">
                  <a:moveTo>
                    <a:pt x="965" y="165"/>
                  </a:moveTo>
                  <a:lnTo>
                    <a:pt x="696" y="200"/>
                  </a:lnTo>
                  <a:lnTo>
                    <a:pt x="693" y="237"/>
                  </a:lnTo>
                  <a:lnTo>
                    <a:pt x="924" y="258"/>
                  </a:lnTo>
                  <a:lnTo>
                    <a:pt x="993" y="267"/>
                  </a:lnTo>
                  <a:lnTo>
                    <a:pt x="681" y="291"/>
                  </a:lnTo>
                  <a:lnTo>
                    <a:pt x="633" y="309"/>
                  </a:lnTo>
                  <a:lnTo>
                    <a:pt x="645" y="336"/>
                  </a:lnTo>
                  <a:lnTo>
                    <a:pt x="672" y="351"/>
                  </a:lnTo>
                  <a:lnTo>
                    <a:pt x="984" y="333"/>
                  </a:lnTo>
                  <a:lnTo>
                    <a:pt x="1080" y="357"/>
                  </a:lnTo>
                  <a:lnTo>
                    <a:pt x="624" y="492"/>
                  </a:lnTo>
                  <a:lnTo>
                    <a:pt x="616" y="536"/>
                  </a:lnTo>
                  <a:lnTo>
                    <a:pt x="8" y="724"/>
                  </a:lnTo>
                  <a:lnTo>
                    <a:pt x="0" y="756"/>
                  </a:lnTo>
                  <a:lnTo>
                    <a:pt x="27" y="762"/>
                  </a:lnTo>
                  <a:lnTo>
                    <a:pt x="664" y="564"/>
                  </a:lnTo>
                  <a:lnTo>
                    <a:pt x="856" y="600"/>
                  </a:lnTo>
                  <a:lnTo>
                    <a:pt x="1158" y="507"/>
                  </a:lnTo>
                  <a:lnTo>
                    <a:pt x="1434" y="465"/>
                  </a:lnTo>
                  <a:lnTo>
                    <a:pt x="1572" y="368"/>
                  </a:lnTo>
                  <a:lnTo>
                    <a:pt x="1712" y="340"/>
                  </a:lnTo>
                  <a:lnTo>
                    <a:pt x="1856" y="328"/>
                  </a:lnTo>
                  <a:lnTo>
                    <a:pt x="1968" y="330"/>
                  </a:lnTo>
                  <a:lnTo>
                    <a:pt x="1968" y="0"/>
                  </a:lnTo>
                  <a:lnTo>
                    <a:pt x="1934" y="3"/>
                  </a:lnTo>
                  <a:lnTo>
                    <a:pt x="1832" y="5"/>
                  </a:lnTo>
                  <a:lnTo>
                    <a:pt x="1682" y="35"/>
                  </a:lnTo>
                  <a:lnTo>
                    <a:pt x="1643" y="72"/>
                  </a:lnTo>
                  <a:lnTo>
                    <a:pt x="1392" y="119"/>
                  </a:lnTo>
                </a:path>
              </a:pathLst>
            </a:custGeom>
            <a:gradFill rotWithShape="0">
              <a:gsLst>
                <a:gs pos="0">
                  <a:schemeClr val="bg2">
                    <a:gamma/>
                    <a:tint val="81961"/>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8" name="Freeform 7"/>
            <p:cNvSpPr/>
            <p:nvPr userDrawn="1"/>
          </p:nvSpPr>
          <p:spPr>
            <a:xfrm>
              <a:off x="3599" y="2477"/>
              <a:ext cx="186" cy="120"/>
            </a:xfrm>
            <a:custGeom>
              <a:avLst/>
              <a:gdLst/>
              <a:ahLst/>
              <a:cxnLst>
                <a:cxn ang="0">
                  <a:pos x="186" y="0"/>
                </a:cxn>
                <a:cxn ang="0">
                  <a:pos x="186" y="6"/>
                </a:cxn>
                <a:cxn ang="0">
                  <a:pos x="186" y="18"/>
                </a:cxn>
                <a:cxn ang="0">
                  <a:pos x="186" y="36"/>
                </a:cxn>
                <a:cxn ang="0">
                  <a:pos x="180" y="54"/>
                </a:cxn>
                <a:cxn ang="0">
                  <a:pos x="162" y="72"/>
                </a:cxn>
                <a:cxn ang="0">
                  <a:pos x="138" y="96"/>
                </a:cxn>
                <a:cxn ang="0">
                  <a:pos x="102" y="108"/>
                </a:cxn>
                <a:cxn ang="0">
                  <a:pos x="47" y="120"/>
                </a:cxn>
                <a:cxn ang="0">
                  <a:pos x="29" y="120"/>
                </a:cxn>
                <a:cxn ang="0">
                  <a:pos x="17" y="114"/>
                </a:cxn>
                <a:cxn ang="0">
                  <a:pos x="0" y="96"/>
                </a:cxn>
                <a:cxn ang="0">
                  <a:pos x="0" y="78"/>
                </a:cxn>
                <a:cxn ang="0">
                  <a:pos x="0" y="72"/>
                </a:cxn>
                <a:cxn ang="0">
                  <a:pos x="186" y="0"/>
                </a:cxn>
                <a:cxn ang="0">
                  <a:pos x="186" y="0"/>
                </a:cxn>
              </a:cxnLst>
              <a:pathLst>
                <a:path w="185" h="120">
                  <a:moveTo>
                    <a:pt x="185" y="0"/>
                  </a:moveTo>
                  <a:lnTo>
                    <a:pt x="185" y="6"/>
                  </a:lnTo>
                  <a:lnTo>
                    <a:pt x="185" y="18"/>
                  </a:lnTo>
                  <a:lnTo>
                    <a:pt x="185" y="36"/>
                  </a:lnTo>
                  <a:lnTo>
                    <a:pt x="179" y="54"/>
                  </a:lnTo>
                  <a:lnTo>
                    <a:pt x="161" y="72"/>
                  </a:lnTo>
                  <a:lnTo>
                    <a:pt x="137" y="96"/>
                  </a:lnTo>
                  <a:lnTo>
                    <a:pt x="101" y="108"/>
                  </a:lnTo>
                  <a:lnTo>
                    <a:pt x="47" y="120"/>
                  </a:lnTo>
                  <a:lnTo>
                    <a:pt x="29" y="120"/>
                  </a:lnTo>
                  <a:lnTo>
                    <a:pt x="17" y="114"/>
                  </a:lnTo>
                  <a:lnTo>
                    <a:pt x="0" y="96"/>
                  </a:lnTo>
                  <a:lnTo>
                    <a:pt x="0" y="78"/>
                  </a:lnTo>
                  <a:lnTo>
                    <a:pt x="0" y="72"/>
                  </a:lnTo>
                  <a:lnTo>
                    <a:pt x="185" y="0"/>
                  </a:lnTo>
                  <a:close/>
                </a:path>
              </a:pathLst>
            </a:custGeom>
            <a:solidFill>
              <a:schemeClr val="bg1">
                <a:alpha val="100000"/>
              </a:schemeClr>
            </a:solidFill>
            <a:ln w="9525">
              <a:noFill/>
            </a:ln>
          </p:spPr>
          <p:txBody>
            <a:bodyPr/>
            <a:p>
              <a:endParaRPr lang="zh-CN" altLang="en-US"/>
            </a:p>
          </p:txBody>
        </p:sp>
        <p:sp>
          <p:nvSpPr>
            <p:cNvPr id="4109" name="Freeform 8"/>
            <p:cNvSpPr/>
            <p:nvPr userDrawn="1"/>
          </p:nvSpPr>
          <p:spPr>
            <a:xfrm>
              <a:off x="3779" y="2393"/>
              <a:ext cx="185" cy="120"/>
            </a:xfrm>
            <a:custGeom>
              <a:avLst/>
              <a:gdLst/>
              <a:ahLst/>
              <a:cxnLst>
                <a:cxn ang="0">
                  <a:pos x="185" y="0"/>
                </a:cxn>
                <a:cxn ang="0">
                  <a:pos x="185" y="6"/>
                </a:cxn>
                <a:cxn ang="0">
                  <a:pos x="179" y="24"/>
                </a:cxn>
                <a:cxn ang="0">
                  <a:pos x="167" y="42"/>
                </a:cxn>
                <a:cxn ang="0">
                  <a:pos x="149" y="66"/>
                </a:cxn>
                <a:cxn ang="0">
                  <a:pos x="131" y="90"/>
                </a:cxn>
                <a:cxn ang="0">
                  <a:pos x="102" y="108"/>
                </a:cxn>
                <a:cxn ang="0">
                  <a:pos x="66" y="120"/>
                </a:cxn>
                <a:cxn ang="0">
                  <a:pos x="18" y="120"/>
                </a:cxn>
                <a:cxn ang="0">
                  <a:pos x="0" y="60"/>
                </a:cxn>
                <a:cxn ang="0">
                  <a:pos x="185" y="0"/>
                </a:cxn>
                <a:cxn ang="0">
                  <a:pos x="185" y="0"/>
                </a:cxn>
              </a:cxnLst>
              <a:pathLst>
                <a:path w="185" h="120">
                  <a:moveTo>
                    <a:pt x="185" y="0"/>
                  </a:moveTo>
                  <a:lnTo>
                    <a:pt x="185" y="6"/>
                  </a:lnTo>
                  <a:lnTo>
                    <a:pt x="179" y="24"/>
                  </a:lnTo>
                  <a:lnTo>
                    <a:pt x="167" y="42"/>
                  </a:lnTo>
                  <a:lnTo>
                    <a:pt x="149" y="66"/>
                  </a:lnTo>
                  <a:lnTo>
                    <a:pt x="131" y="90"/>
                  </a:lnTo>
                  <a:lnTo>
                    <a:pt x="102" y="108"/>
                  </a:lnTo>
                  <a:lnTo>
                    <a:pt x="66" y="120"/>
                  </a:lnTo>
                  <a:lnTo>
                    <a:pt x="18" y="120"/>
                  </a:lnTo>
                  <a:lnTo>
                    <a:pt x="0" y="60"/>
                  </a:lnTo>
                  <a:lnTo>
                    <a:pt x="185" y="0"/>
                  </a:lnTo>
                  <a:close/>
                </a:path>
              </a:pathLst>
            </a:custGeom>
            <a:solidFill>
              <a:schemeClr val="bg1">
                <a:alpha val="100000"/>
              </a:schemeClr>
            </a:solidFill>
            <a:ln w="9525">
              <a:noFill/>
            </a:ln>
          </p:spPr>
          <p:txBody>
            <a:bodyPr/>
            <a:p>
              <a:endParaRPr lang="zh-CN" altLang="en-US"/>
            </a:p>
          </p:txBody>
        </p:sp>
        <p:sp>
          <p:nvSpPr>
            <p:cNvPr id="4110" name="Freeform 9"/>
            <p:cNvSpPr/>
            <p:nvPr userDrawn="1"/>
          </p:nvSpPr>
          <p:spPr>
            <a:xfrm>
              <a:off x="3839" y="1836"/>
              <a:ext cx="528" cy="275"/>
            </a:xfrm>
            <a:custGeom>
              <a:avLst/>
              <a:gdLst/>
              <a:ahLst/>
              <a:cxnLst>
                <a:cxn ang="0">
                  <a:pos x="0" y="275"/>
                </a:cxn>
                <a:cxn ang="0">
                  <a:pos x="0" y="269"/>
                </a:cxn>
                <a:cxn ang="0">
                  <a:pos x="6" y="251"/>
                </a:cxn>
                <a:cxn ang="0">
                  <a:pos x="6" y="239"/>
                </a:cxn>
                <a:cxn ang="0">
                  <a:pos x="12" y="227"/>
                </a:cxn>
                <a:cxn ang="0">
                  <a:pos x="18" y="221"/>
                </a:cxn>
                <a:cxn ang="0">
                  <a:pos x="36" y="215"/>
                </a:cxn>
                <a:cxn ang="0">
                  <a:pos x="77" y="203"/>
                </a:cxn>
                <a:cxn ang="0">
                  <a:pos x="138" y="179"/>
                </a:cxn>
                <a:cxn ang="0">
                  <a:pos x="210" y="143"/>
                </a:cxn>
                <a:cxn ang="0">
                  <a:pos x="252" y="120"/>
                </a:cxn>
                <a:cxn ang="0">
                  <a:pos x="300" y="96"/>
                </a:cxn>
                <a:cxn ang="0">
                  <a:pos x="395" y="48"/>
                </a:cxn>
                <a:cxn ang="0">
                  <a:pos x="444" y="30"/>
                </a:cxn>
                <a:cxn ang="0">
                  <a:pos x="480" y="12"/>
                </a:cxn>
                <a:cxn ang="0">
                  <a:pos x="504" y="6"/>
                </a:cxn>
                <a:cxn ang="0">
                  <a:pos x="522" y="0"/>
                </a:cxn>
                <a:cxn ang="0">
                  <a:pos x="528" y="0"/>
                </a:cxn>
                <a:cxn ang="0">
                  <a:pos x="522" y="6"/>
                </a:cxn>
                <a:cxn ang="0">
                  <a:pos x="510" y="12"/>
                </a:cxn>
                <a:cxn ang="0">
                  <a:pos x="486" y="24"/>
                </a:cxn>
                <a:cxn ang="0">
                  <a:pos x="462" y="42"/>
                </a:cxn>
                <a:cxn ang="0">
                  <a:pos x="438" y="54"/>
                </a:cxn>
                <a:cxn ang="0">
                  <a:pos x="395" y="78"/>
                </a:cxn>
                <a:cxn ang="0">
                  <a:pos x="341" y="108"/>
                </a:cxn>
                <a:cxn ang="0">
                  <a:pos x="276" y="143"/>
                </a:cxn>
                <a:cxn ang="0">
                  <a:pos x="131" y="221"/>
                </a:cxn>
                <a:cxn ang="0">
                  <a:pos x="65" y="251"/>
                </a:cxn>
                <a:cxn ang="0">
                  <a:pos x="0" y="275"/>
                </a:cxn>
                <a:cxn ang="0">
                  <a:pos x="0" y="275"/>
                </a:cxn>
              </a:cxnLst>
              <a:pathLst>
                <a:path w="526" h="275">
                  <a:moveTo>
                    <a:pt x="0" y="275"/>
                  </a:moveTo>
                  <a:lnTo>
                    <a:pt x="0" y="269"/>
                  </a:lnTo>
                  <a:lnTo>
                    <a:pt x="6" y="251"/>
                  </a:lnTo>
                  <a:lnTo>
                    <a:pt x="6" y="239"/>
                  </a:lnTo>
                  <a:lnTo>
                    <a:pt x="12" y="227"/>
                  </a:lnTo>
                  <a:lnTo>
                    <a:pt x="18" y="221"/>
                  </a:lnTo>
                  <a:lnTo>
                    <a:pt x="36" y="215"/>
                  </a:lnTo>
                  <a:lnTo>
                    <a:pt x="77" y="203"/>
                  </a:lnTo>
                  <a:lnTo>
                    <a:pt x="137" y="179"/>
                  </a:lnTo>
                  <a:lnTo>
                    <a:pt x="209" y="143"/>
                  </a:lnTo>
                  <a:lnTo>
                    <a:pt x="251" y="120"/>
                  </a:lnTo>
                  <a:lnTo>
                    <a:pt x="299" y="96"/>
                  </a:lnTo>
                  <a:lnTo>
                    <a:pt x="394" y="48"/>
                  </a:lnTo>
                  <a:lnTo>
                    <a:pt x="442" y="30"/>
                  </a:lnTo>
                  <a:lnTo>
                    <a:pt x="478" y="12"/>
                  </a:lnTo>
                  <a:lnTo>
                    <a:pt x="502" y="6"/>
                  </a:lnTo>
                  <a:lnTo>
                    <a:pt x="520" y="0"/>
                  </a:lnTo>
                  <a:lnTo>
                    <a:pt x="526" y="0"/>
                  </a:lnTo>
                  <a:lnTo>
                    <a:pt x="520" y="6"/>
                  </a:lnTo>
                  <a:lnTo>
                    <a:pt x="508" y="12"/>
                  </a:lnTo>
                  <a:lnTo>
                    <a:pt x="484" y="24"/>
                  </a:lnTo>
                  <a:lnTo>
                    <a:pt x="460" y="42"/>
                  </a:lnTo>
                  <a:lnTo>
                    <a:pt x="436" y="54"/>
                  </a:lnTo>
                  <a:lnTo>
                    <a:pt x="394" y="78"/>
                  </a:lnTo>
                  <a:lnTo>
                    <a:pt x="340" y="108"/>
                  </a:lnTo>
                  <a:lnTo>
                    <a:pt x="275" y="143"/>
                  </a:lnTo>
                  <a:lnTo>
                    <a:pt x="131" y="221"/>
                  </a:lnTo>
                  <a:lnTo>
                    <a:pt x="65" y="251"/>
                  </a:lnTo>
                  <a:lnTo>
                    <a:pt x="0" y="275"/>
                  </a:lnTo>
                  <a:close/>
                </a:path>
              </a:pathLst>
            </a:custGeom>
            <a:solidFill>
              <a:schemeClr val="bg1">
                <a:alpha val="100000"/>
              </a:schemeClr>
            </a:solidFill>
            <a:ln w="9525">
              <a:noFill/>
            </a:ln>
          </p:spPr>
          <p:txBody>
            <a:bodyPr/>
            <a:p>
              <a:endParaRPr lang="zh-CN" altLang="en-US"/>
            </a:p>
          </p:txBody>
        </p:sp>
        <p:sp>
          <p:nvSpPr>
            <p:cNvPr id="4111" name="Freeform 10"/>
            <p:cNvSpPr/>
            <p:nvPr userDrawn="1"/>
          </p:nvSpPr>
          <p:spPr>
            <a:xfrm>
              <a:off x="3676" y="2015"/>
              <a:ext cx="721" cy="307"/>
            </a:xfrm>
            <a:custGeom>
              <a:avLst/>
              <a:gdLst/>
              <a:ahLst/>
              <a:cxnLst>
                <a:cxn ang="0">
                  <a:pos x="48" y="217"/>
                </a:cxn>
                <a:cxn ang="0">
                  <a:pos x="30" y="253"/>
                </a:cxn>
                <a:cxn ang="0">
                  <a:pos x="12" y="283"/>
                </a:cxn>
                <a:cxn ang="0">
                  <a:pos x="6" y="301"/>
                </a:cxn>
                <a:cxn ang="0">
                  <a:pos x="0" y="307"/>
                </a:cxn>
                <a:cxn ang="0">
                  <a:pos x="48" y="277"/>
                </a:cxn>
                <a:cxn ang="0">
                  <a:pos x="84" y="253"/>
                </a:cxn>
                <a:cxn ang="0">
                  <a:pos x="108" y="235"/>
                </a:cxn>
                <a:cxn ang="0">
                  <a:pos x="121" y="229"/>
                </a:cxn>
                <a:cxn ang="0">
                  <a:pos x="127" y="229"/>
                </a:cxn>
                <a:cxn ang="0">
                  <a:pos x="145" y="223"/>
                </a:cxn>
                <a:cxn ang="0">
                  <a:pos x="169" y="217"/>
                </a:cxn>
                <a:cxn ang="0">
                  <a:pos x="199" y="205"/>
                </a:cxn>
                <a:cxn ang="0">
                  <a:pos x="276" y="181"/>
                </a:cxn>
                <a:cxn ang="0">
                  <a:pos x="373" y="157"/>
                </a:cxn>
                <a:cxn ang="0">
                  <a:pos x="463" y="126"/>
                </a:cxn>
                <a:cxn ang="0">
                  <a:pos x="546" y="102"/>
                </a:cxn>
                <a:cxn ang="0">
                  <a:pos x="576" y="90"/>
                </a:cxn>
                <a:cxn ang="0">
                  <a:pos x="607" y="84"/>
                </a:cxn>
                <a:cxn ang="0">
                  <a:pos x="625" y="78"/>
                </a:cxn>
                <a:cxn ang="0">
                  <a:pos x="631" y="72"/>
                </a:cxn>
                <a:cxn ang="0">
                  <a:pos x="637" y="66"/>
                </a:cxn>
                <a:cxn ang="0">
                  <a:pos x="655" y="60"/>
                </a:cxn>
                <a:cxn ang="0">
                  <a:pos x="697" y="30"/>
                </a:cxn>
                <a:cxn ang="0">
                  <a:pos x="715" y="18"/>
                </a:cxn>
                <a:cxn ang="0">
                  <a:pos x="721" y="6"/>
                </a:cxn>
                <a:cxn ang="0">
                  <a:pos x="715" y="0"/>
                </a:cxn>
                <a:cxn ang="0">
                  <a:pos x="691" y="0"/>
                </a:cxn>
                <a:cxn ang="0">
                  <a:pos x="631" y="0"/>
                </a:cxn>
                <a:cxn ang="0">
                  <a:pos x="582" y="0"/>
                </a:cxn>
                <a:cxn ang="0">
                  <a:pos x="546" y="0"/>
                </a:cxn>
                <a:cxn ang="0">
                  <a:pos x="516" y="18"/>
                </a:cxn>
                <a:cxn ang="0">
                  <a:pos x="487" y="42"/>
                </a:cxn>
                <a:cxn ang="0">
                  <a:pos x="469" y="54"/>
                </a:cxn>
                <a:cxn ang="0">
                  <a:pos x="451" y="60"/>
                </a:cxn>
                <a:cxn ang="0">
                  <a:pos x="427" y="60"/>
                </a:cxn>
                <a:cxn ang="0">
                  <a:pos x="391" y="66"/>
                </a:cxn>
                <a:cxn ang="0">
                  <a:pos x="348" y="84"/>
                </a:cxn>
                <a:cxn ang="0">
                  <a:pos x="312" y="108"/>
                </a:cxn>
                <a:cxn ang="0">
                  <a:pos x="288" y="126"/>
                </a:cxn>
                <a:cxn ang="0">
                  <a:pos x="276" y="132"/>
                </a:cxn>
                <a:cxn ang="0">
                  <a:pos x="258" y="138"/>
                </a:cxn>
                <a:cxn ang="0">
                  <a:pos x="222" y="138"/>
                </a:cxn>
                <a:cxn ang="0">
                  <a:pos x="187" y="138"/>
                </a:cxn>
                <a:cxn ang="0">
                  <a:pos x="181" y="138"/>
                </a:cxn>
                <a:cxn ang="0">
                  <a:pos x="175" y="138"/>
                </a:cxn>
                <a:cxn ang="0">
                  <a:pos x="114" y="163"/>
                </a:cxn>
                <a:cxn ang="0">
                  <a:pos x="48" y="217"/>
                </a:cxn>
                <a:cxn ang="0">
                  <a:pos x="48" y="217"/>
                </a:cxn>
              </a:cxnLst>
              <a:pathLst>
                <a:path w="718" h="306">
                  <a:moveTo>
                    <a:pt x="48" y="216"/>
                  </a:moveTo>
                  <a:lnTo>
                    <a:pt x="30" y="252"/>
                  </a:lnTo>
                  <a:lnTo>
                    <a:pt x="12" y="282"/>
                  </a:lnTo>
                  <a:lnTo>
                    <a:pt x="6" y="300"/>
                  </a:lnTo>
                  <a:lnTo>
                    <a:pt x="0" y="306"/>
                  </a:lnTo>
                  <a:lnTo>
                    <a:pt x="48" y="276"/>
                  </a:lnTo>
                  <a:lnTo>
                    <a:pt x="84" y="252"/>
                  </a:lnTo>
                  <a:lnTo>
                    <a:pt x="108" y="234"/>
                  </a:lnTo>
                  <a:lnTo>
                    <a:pt x="120" y="228"/>
                  </a:lnTo>
                  <a:lnTo>
                    <a:pt x="126" y="228"/>
                  </a:lnTo>
                  <a:lnTo>
                    <a:pt x="144" y="222"/>
                  </a:lnTo>
                  <a:lnTo>
                    <a:pt x="168" y="216"/>
                  </a:lnTo>
                  <a:lnTo>
                    <a:pt x="198" y="204"/>
                  </a:lnTo>
                  <a:lnTo>
                    <a:pt x="275" y="180"/>
                  </a:lnTo>
                  <a:lnTo>
                    <a:pt x="371" y="156"/>
                  </a:lnTo>
                  <a:lnTo>
                    <a:pt x="461" y="126"/>
                  </a:lnTo>
                  <a:lnTo>
                    <a:pt x="544" y="102"/>
                  </a:lnTo>
                  <a:lnTo>
                    <a:pt x="574" y="90"/>
                  </a:lnTo>
                  <a:lnTo>
                    <a:pt x="604" y="84"/>
                  </a:lnTo>
                  <a:lnTo>
                    <a:pt x="622" y="78"/>
                  </a:lnTo>
                  <a:lnTo>
                    <a:pt x="628" y="72"/>
                  </a:lnTo>
                  <a:lnTo>
                    <a:pt x="634" y="66"/>
                  </a:lnTo>
                  <a:lnTo>
                    <a:pt x="652" y="60"/>
                  </a:lnTo>
                  <a:lnTo>
                    <a:pt x="694" y="30"/>
                  </a:lnTo>
                  <a:lnTo>
                    <a:pt x="712" y="18"/>
                  </a:lnTo>
                  <a:lnTo>
                    <a:pt x="718" y="6"/>
                  </a:lnTo>
                  <a:lnTo>
                    <a:pt x="712" y="0"/>
                  </a:lnTo>
                  <a:lnTo>
                    <a:pt x="688" y="0"/>
                  </a:lnTo>
                  <a:lnTo>
                    <a:pt x="628" y="0"/>
                  </a:lnTo>
                  <a:lnTo>
                    <a:pt x="580" y="0"/>
                  </a:lnTo>
                  <a:lnTo>
                    <a:pt x="544" y="0"/>
                  </a:lnTo>
                  <a:lnTo>
                    <a:pt x="514" y="18"/>
                  </a:lnTo>
                  <a:lnTo>
                    <a:pt x="485" y="42"/>
                  </a:lnTo>
                  <a:lnTo>
                    <a:pt x="467" y="54"/>
                  </a:lnTo>
                  <a:lnTo>
                    <a:pt x="449" y="60"/>
                  </a:lnTo>
                  <a:lnTo>
                    <a:pt x="425" y="60"/>
                  </a:lnTo>
                  <a:lnTo>
                    <a:pt x="389" y="66"/>
                  </a:lnTo>
                  <a:lnTo>
                    <a:pt x="347" y="84"/>
                  </a:lnTo>
                  <a:lnTo>
                    <a:pt x="311" y="108"/>
                  </a:lnTo>
                  <a:lnTo>
                    <a:pt x="287" y="126"/>
                  </a:lnTo>
                  <a:lnTo>
                    <a:pt x="275" y="132"/>
                  </a:lnTo>
                  <a:lnTo>
                    <a:pt x="257" y="138"/>
                  </a:lnTo>
                  <a:lnTo>
                    <a:pt x="221" y="138"/>
                  </a:lnTo>
                  <a:lnTo>
                    <a:pt x="186" y="138"/>
                  </a:lnTo>
                  <a:lnTo>
                    <a:pt x="180" y="138"/>
                  </a:lnTo>
                  <a:lnTo>
                    <a:pt x="174" y="138"/>
                  </a:lnTo>
                  <a:lnTo>
                    <a:pt x="114" y="162"/>
                  </a:lnTo>
                  <a:lnTo>
                    <a:pt x="48" y="216"/>
                  </a:lnTo>
                  <a:close/>
                </a:path>
              </a:pathLst>
            </a:custGeom>
            <a:solidFill>
              <a:schemeClr val="bg1">
                <a:alpha val="100000"/>
              </a:schemeClr>
            </a:solidFill>
            <a:ln w="9525">
              <a:noFill/>
            </a:ln>
          </p:spPr>
          <p:txBody>
            <a:bodyPr/>
            <a:p>
              <a:endParaRPr lang="zh-CN" altLang="en-US"/>
            </a:p>
          </p:txBody>
        </p:sp>
        <p:sp>
          <p:nvSpPr>
            <p:cNvPr id="4112" name="Freeform 11"/>
            <p:cNvSpPr/>
            <p:nvPr userDrawn="1"/>
          </p:nvSpPr>
          <p:spPr>
            <a:xfrm>
              <a:off x="3358" y="1891"/>
              <a:ext cx="2400" cy="880"/>
            </a:xfrm>
            <a:custGeom>
              <a:avLst/>
              <a:gdLst/>
              <a:ahLst/>
              <a:cxnLst>
                <a:cxn ang="0">
                  <a:pos x="2238" y="54"/>
                </a:cxn>
                <a:cxn ang="0">
                  <a:pos x="2196" y="54"/>
                </a:cxn>
                <a:cxn ang="0">
                  <a:pos x="2154" y="66"/>
                </a:cxn>
                <a:cxn ang="0">
                  <a:pos x="2028" y="101"/>
                </a:cxn>
                <a:cxn ang="0">
                  <a:pos x="1963" y="119"/>
                </a:cxn>
                <a:cxn ang="0">
                  <a:pos x="1866" y="167"/>
                </a:cxn>
                <a:cxn ang="0">
                  <a:pos x="1842" y="245"/>
                </a:cxn>
                <a:cxn ang="0">
                  <a:pos x="1848" y="305"/>
                </a:cxn>
                <a:cxn ang="0">
                  <a:pos x="1764" y="317"/>
                </a:cxn>
                <a:cxn ang="0">
                  <a:pos x="1602" y="263"/>
                </a:cxn>
                <a:cxn ang="0">
                  <a:pos x="1512" y="257"/>
                </a:cxn>
                <a:cxn ang="0">
                  <a:pos x="1404" y="311"/>
                </a:cxn>
                <a:cxn ang="0">
                  <a:pos x="1338" y="353"/>
                </a:cxn>
                <a:cxn ang="0">
                  <a:pos x="1314" y="359"/>
                </a:cxn>
                <a:cxn ang="0">
                  <a:pos x="1218" y="371"/>
                </a:cxn>
                <a:cxn ang="0">
                  <a:pos x="1164" y="365"/>
                </a:cxn>
                <a:cxn ang="0">
                  <a:pos x="1057" y="371"/>
                </a:cxn>
                <a:cxn ang="0">
                  <a:pos x="960" y="383"/>
                </a:cxn>
                <a:cxn ang="0">
                  <a:pos x="924" y="401"/>
                </a:cxn>
                <a:cxn ang="0">
                  <a:pos x="822" y="419"/>
                </a:cxn>
                <a:cxn ang="0">
                  <a:pos x="781" y="419"/>
                </a:cxn>
                <a:cxn ang="0">
                  <a:pos x="666" y="437"/>
                </a:cxn>
                <a:cxn ang="0">
                  <a:pos x="600" y="472"/>
                </a:cxn>
                <a:cxn ang="0">
                  <a:pos x="505" y="466"/>
                </a:cxn>
                <a:cxn ang="0">
                  <a:pos x="432" y="490"/>
                </a:cxn>
                <a:cxn ang="0">
                  <a:pos x="414" y="538"/>
                </a:cxn>
                <a:cxn ang="0">
                  <a:pos x="348" y="568"/>
                </a:cxn>
                <a:cxn ang="0">
                  <a:pos x="223" y="598"/>
                </a:cxn>
                <a:cxn ang="0">
                  <a:pos x="138" y="646"/>
                </a:cxn>
                <a:cxn ang="0">
                  <a:pos x="108" y="658"/>
                </a:cxn>
                <a:cxn ang="0">
                  <a:pos x="0" y="670"/>
                </a:cxn>
                <a:cxn ang="0">
                  <a:pos x="84" y="694"/>
                </a:cxn>
                <a:cxn ang="0">
                  <a:pos x="264" y="652"/>
                </a:cxn>
                <a:cxn ang="0">
                  <a:pos x="475" y="568"/>
                </a:cxn>
                <a:cxn ang="0">
                  <a:pos x="570" y="520"/>
                </a:cxn>
                <a:cxn ang="0">
                  <a:pos x="648" y="514"/>
                </a:cxn>
                <a:cxn ang="0">
                  <a:pos x="876" y="460"/>
                </a:cxn>
                <a:cxn ang="0">
                  <a:pos x="1152" y="425"/>
                </a:cxn>
                <a:cxn ang="0">
                  <a:pos x="1296" y="460"/>
                </a:cxn>
                <a:cxn ang="0">
                  <a:pos x="1422" y="532"/>
                </a:cxn>
                <a:cxn ang="0">
                  <a:pos x="1440" y="616"/>
                </a:cxn>
                <a:cxn ang="0">
                  <a:pos x="1381" y="652"/>
                </a:cxn>
                <a:cxn ang="0">
                  <a:pos x="1230" y="700"/>
                </a:cxn>
                <a:cxn ang="0">
                  <a:pos x="1116" y="754"/>
                </a:cxn>
                <a:cxn ang="0">
                  <a:pos x="1069" y="808"/>
                </a:cxn>
                <a:cxn ang="0">
                  <a:pos x="1081" y="868"/>
                </a:cxn>
                <a:cxn ang="0">
                  <a:pos x="1110" y="880"/>
                </a:cxn>
                <a:cxn ang="0">
                  <a:pos x="1212" y="868"/>
                </a:cxn>
                <a:cxn ang="0">
                  <a:pos x="1393" y="856"/>
                </a:cxn>
                <a:cxn ang="0">
                  <a:pos x="1446" y="850"/>
                </a:cxn>
                <a:cxn ang="0">
                  <a:pos x="1488" y="832"/>
                </a:cxn>
                <a:cxn ang="0">
                  <a:pos x="1681" y="742"/>
                </a:cxn>
                <a:cxn ang="0">
                  <a:pos x="1812" y="688"/>
                </a:cxn>
                <a:cxn ang="0">
                  <a:pos x="1890" y="580"/>
                </a:cxn>
                <a:cxn ang="0">
                  <a:pos x="2046" y="389"/>
                </a:cxn>
                <a:cxn ang="0">
                  <a:pos x="2214" y="269"/>
                </a:cxn>
                <a:cxn ang="0">
                  <a:pos x="2257" y="239"/>
                </a:cxn>
                <a:cxn ang="0">
                  <a:pos x="2400" y="0"/>
                </a:cxn>
                <a:cxn ang="0">
                  <a:pos x="2310" y="36"/>
                </a:cxn>
              </a:cxnLst>
              <a:pathLst>
                <a:path w="2392" h="881">
                  <a:moveTo>
                    <a:pt x="2302" y="36"/>
                  </a:moveTo>
                  <a:lnTo>
                    <a:pt x="2266" y="48"/>
                  </a:lnTo>
                  <a:lnTo>
                    <a:pt x="2231" y="54"/>
                  </a:lnTo>
                  <a:lnTo>
                    <a:pt x="2201" y="54"/>
                  </a:lnTo>
                  <a:lnTo>
                    <a:pt x="2195" y="54"/>
                  </a:lnTo>
                  <a:lnTo>
                    <a:pt x="2189" y="54"/>
                  </a:lnTo>
                  <a:lnTo>
                    <a:pt x="2177" y="60"/>
                  </a:lnTo>
                  <a:lnTo>
                    <a:pt x="2147" y="66"/>
                  </a:lnTo>
                  <a:lnTo>
                    <a:pt x="2105" y="78"/>
                  </a:lnTo>
                  <a:lnTo>
                    <a:pt x="2057" y="89"/>
                  </a:lnTo>
                  <a:lnTo>
                    <a:pt x="2021" y="101"/>
                  </a:lnTo>
                  <a:lnTo>
                    <a:pt x="1997" y="107"/>
                  </a:lnTo>
                  <a:lnTo>
                    <a:pt x="1973" y="113"/>
                  </a:lnTo>
                  <a:lnTo>
                    <a:pt x="1956" y="119"/>
                  </a:lnTo>
                  <a:lnTo>
                    <a:pt x="1926" y="131"/>
                  </a:lnTo>
                  <a:lnTo>
                    <a:pt x="1896" y="137"/>
                  </a:lnTo>
                  <a:lnTo>
                    <a:pt x="1860" y="167"/>
                  </a:lnTo>
                  <a:lnTo>
                    <a:pt x="1842" y="191"/>
                  </a:lnTo>
                  <a:lnTo>
                    <a:pt x="1836" y="221"/>
                  </a:lnTo>
                  <a:lnTo>
                    <a:pt x="1836" y="245"/>
                  </a:lnTo>
                  <a:lnTo>
                    <a:pt x="1842" y="269"/>
                  </a:lnTo>
                  <a:lnTo>
                    <a:pt x="1842" y="293"/>
                  </a:lnTo>
                  <a:lnTo>
                    <a:pt x="1842" y="305"/>
                  </a:lnTo>
                  <a:lnTo>
                    <a:pt x="1824" y="323"/>
                  </a:lnTo>
                  <a:lnTo>
                    <a:pt x="1794" y="329"/>
                  </a:lnTo>
                  <a:lnTo>
                    <a:pt x="1758" y="317"/>
                  </a:lnTo>
                  <a:lnTo>
                    <a:pt x="1716" y="299"/>
                  </a:lnTo>
                  <a:lnTo>
                    <a:pt x="1657" y="275"/>
                  </a:lnTo>
                  <a:lnTo>
                    <a:pt x="1597" y="263"/>
                  </a:lnTo>
                  <a:lnTo>
                    <a:pt x="1543" y="257"/>
                  </a:lnTo>
                  <a:lnTo>
                    <a:pt x="1519" y="257"/>
                  </a:lnTo>
                  <a:lnTo>
                    <a:pt x="1507" y="257"/>
                  </a:lnTo>
                  <a:lnTo>
                    <a:pt x="1489" y="263"/>
                  </a:lnTo>
                  <a:lnTo>
                    <a:pt x="1459" y="275"/>
                  </a:lnTo>
                  <a:lnTo>
                    <a:pt x="1399" y="311"/>
                  </a:lnTo>
                  <a:lnTo>
                    <a:pt x="1376" y="329"/>
                  </a:lnTo>
                  <a:lnTo>
                    <a:pt x="1352" y="341"/>
                  </a:lnTo>
                  <a:lnTo>
                    <a:pt x="1334" y="353"/>
                  </a:lnTo>
                  <a:lnTo>
                    <a:pt x="1328" y="359"/>
                  </a:lnTo>
                  <a:lnTo>
                    <a:pt x="1322" y="359"/>
                  </a:lnTo>
                  <a:lnTo>
                    <a:pt x="1310" y="359"/>
                  </a:lnTo>
                  <a:lnTo>
                    <a:pt x="1286" y="365"/>
                  </a:lnTo>
                  <a:lnTo>
                    <a:pt x="1262" y="365"/>
                  </a:lnTo>
                  <a:lnTo>
                    <a:pt x="1214" y="371"/>
                  </a:lnTo>
                  <a:lnTo>
                    <a:pt x="1196" y="371"/>
                  </a:lnTo>
                  <a:lnTo>
                    <a:pt x="1178" y="365"/>
                  </a:lnTo>
                  <a:lnTo>
                    <a:pt x="1160" y="365"/>
                  </a:lnTo>
                  <a:lnTo>
                    <a:pt x="1130" y="365"/>
                  </a:lnTo>
                  <a:lnTo>
                    <a:pt x="1095" y="365"/>
                  </a:lnTo>
                  <a:lnTo>
                    <a:pt x="1053" y="371"/>
                  </a:lnTo>
                  <a:lnTo>
                    <a:pt x="1017" y="377"/>
                  </a:lnTo>
                  <a:lnTo>
                    <a:pt x="981" y="377"/>
                  </a:lnTo>
                  <a:lnTo>
                    <a:pt x="957" y="383"/>
                  </a:lnTo>
                  <a:lnTo>
                    <a:pt x="945" y="389"/>
                  </a:lnTo>
                  <a:lnTo>
                    <a:pt x="939" y="395"/>
                  </a:lnTo>
                  <a:lnTo>
                    <a:pt x="921" y="401"/>
                  </a:lnTo>
                  <a:lnTo>
                    <a:pt x="879" y="407"/>
                  </a:lnTo>
                  <a:lnTo>
                    <a:pt x="837" y="419"/>
                  </a:lnTo>
                  <a:lnTo>
                    <a:pt x="819" y="419"/>
                  </a:lnTo>
                  <a:lnTo>
                    <a:pt x="808" y="419"/>
                  </a:lnTo>
                  <a:lnTo>
                    <a:pt x="796" y="419"/>
                  </a:lnTo>
                  <a:lnTo>
                    <a:pt x="778" y="419"/>
                  </a:lnTo>
                  <a:lnTo>
                    <a:pt x="754" y="419"/>
                  </a:lnTo>
                  <a:lnTo>
                    <a:pt x="724" y="425"/>
                  </a:lnTo>
                  <a:lnTo>
                    <a:pt x="664" y="437"/>
                  </a:lnTo>
                  <a:lnTo>
                    <a:pt x="640" y="449"/>
                  </a:lnTo>
                  <a:lnTo>
                    <a:pt x="616" y="461"/>
                  </a:lnTo>
                  <a:lnTo>
                    <a:pt x="598" y="473"/>
                  </a:lnTo>
                  <a:lnTo>
                    <a:pt x="580" y="473"/>
                  </a:lnTo>
                  <a:lnTo>
                    <a:pt x="538" y="473"/>
                  </a:lnTo>
                  <a:lnTo>
                    <a:pt x="503" y="467"/>
                  </a:lnTo>
                  <a:lnTo>
                    <a:pt x="461" y="473"/>
                  </a:lnTo>
                  <a:lnTo>
                    <a:pt x="443" y="479"/>
                  </a:lnTo>
                  <a:lnTo>
                    <a:pt x="431" y="491"/>
                  </a:lnTo>
                  <a:lnTo>
                    <a:pt x="425" y="509"/>
                  </a:lnTo>
                  <a:lnTo>
                    <a:pt x="419" y="533"/>
                  </a:lnTo>
                  <a:lnTo>
                    <a:pt x="413" y="539"/>
                  </a:lnTo>
                  <a:lnTo>
                    <a:pt x="407" y="545"/>
                  </a:lnTo>
                  <a:lnTo>
                    <a:pt x="389" y="551"/>
                  </a:lnTo>
                  <a:lnTo>
                    <a:pt x="347" y="569"/>
                  </a:lnTo>
                  <a:lnTo>
                    <a:pt x="299" y="587"/>
                  </a:lnTo>
                  <a:lnTo>
                    <a:pt x="257" y="593"/>
                  </a:lnTo>
                  <a:lnTo>
                    <a:pt x="222" y="599"/>
                  </a:lnTo>
                  <a:lnTo>
                    <a:pt x="180" y="617"/>
                  </a:lnTo>
                  <a:lnTo>
                    <a:pt x="150" y="641"/>
                  </a:lnTo>
                  <a:lnTo>
                    <a:pt x="138" y="647"/>
                  </a:lnTo>
                  <a:lnTo>
                    <a:pt x="132" y="653"/>
                  </a:lnTo>
                  <a:lnTo>
                    <a:pt x="126" y="659"/>
                  </a:lnTo>
                  <a:lnTo>
                    <a:pt x="108" y="659"/>
                  </a:lnTo>
                  <a:lnTo>
                    <a:pt x="96" y="653"/>
                  </a:lnTo>
                  <a:lnTo>
                    <a:pt x="90" y="653"/>
                  </a:lnTo>
                  <a:lnTo>
                    <a:pt x="0" y="671"/>
                  </a:lnTo>
                  <a:lnTo>
                    <a:pt x="12" y="689"/>
                  </a:lnTo>
                  <a:lnTo>
                    <a:pt x="42" y="695"/>
                  </a:lnTo>
                  <a:lnTo>
                    <a:pt x="84" y="695"/>
                  </a:lnTo>
                  <a:lnTo>
                    <a:pt x="132" y="683"/>
                  </a:lnTo>
                  <a:lnTo>
                    <a:pt x="192" y="671"/>
                  </a:lnTo>
                  <a:lnTo>
                    <a:pt x="263" y="653"/>
                  </a:lnTo>
                  <a:lnTo>
                    <a:pt x="335" y="629"/>
                  </a:lnTo>
                  <a:lnTo>
                    <a:pt x="407" y="599"/>
                  </a:lnTo>
                  <a:lnTo>
                    <a:pt x="473" y="569"/>
                  </a:lnTo>
                  <a:lnTo>
                    <a:pt x="527" y="545"/>
                  </a:lnTo>
                  <a:lnTo>
                    <a:pt x="562" y="527"/>
                  </a:lnTo>
                  <a:lnTo>
                    <a:pt x="568" y="521"/>
                  </a:lnTo>
                  <a:lnTo>
                    <a:pt x="574" y="521"/>
                  </a:lnTo>
                  <a:lnTo>
                    <a:pt x="604" y="521"/>
                  </a:lnTo>
                  <a:lnTo>
                    <a:pt x="646" y="515"/>
                  </a:lnTo>
                  <a:lnTo>
                    <a:pt x="712" y="497"/>
                  </a:lnTo>
                  <a:lnTo>
                    <a:pt x="790" y="479"/>
                  </a:lnTo>
                  <a:lnTo>
                    <a:pt x="873" y="461"/>
                  </a:lnTo>
                  <a:lnTo>
                    <a:pt x="963" y="443"/>
                  </a:lnTo>
                  <a:lnTo>
                    <a:pt x="1059" y="431"/>
                  </a:lnTo>
                  <a:lnTo>
                    <a:pt x="1148" y="425"/>
                  </a:lnTo>
                  <a:lnTo>
                    <a:pt x="1178" y="425"/>
                  </a:lnTo>
                  <a:lnTo>
                    <a:pt x="1214" y="437"/>
                  </a:lnTo>
                  <a:lnTo>
                    <a:pt x="1292" y="461"/>
                  </a:lnTo>
                  <a:lnTo>
                    <a:pt x="1340" y="479"/>
                  </a:lnTo>
                  <a:lnTo>
                    <a:pt x="1382" y="503"/>
                  </a:lnTo>
                  <a:lnTo>
                    <a:pt x="1417" y="533"/>
                  </a:lnTo>
                  <a:lnTo>
                    <a:pt x="1441" y="563"/>
                  </a:lnTo>
                  <a:lnTo>
                    <a:pt x="1447" y="587"/>
                  </a:lnTo>
                  <a:lnTo>
                    <a:pt x="1435" y="617"/>
                  </a:lnTo>
                  <a:lnTo>
                    <a:pt x="1423" y="629"/>
                  </a:lnTo>
                  <a:lnTo>
                    <a:pt x="1405" y="641"/>
                  </a:lnTo>
                  <a:lnTo>
                    <a:pt x="1376" y="653"/>
                  </a:lnTo>
                  <a:lnTo>
                    <a:pt x="1346" y="665"/>
                  </a:lnTo>
                  <a:lnTo>
                    <a:pt x="1280" y="683"/>
                  </a:lnTo>
                  <a:lnTo>
                    <a:pt x="1226" y="701"/>
                  </a:lnTo>
                  <a:lnTo>
                    <a:pt x="1178" y="719"/>
                  </a:lnTo>
                  <a:lnTo>
                    <a:pt x="1142" y="743"/>
                  </a:lnTo>
                  <a:lnTo>
                    <a:pt x="1112" y="755"/>
                  </a:lnTo>
                  <a:lnTo>
                    <a:pt x="1089" y="773"/>
                  </a:lnTo>
                  <a:lnTo>
                    <a:pt x="1077" y="791"/>
                  </a:lnTo>
                  <a:lnTo>
                    <a:pt x="1065" y="809"/>
                  </a:lnTo>
                  <a:lnTo>
                    <a:pt x="1059" y="833"/>
                  </a:lnTo>
                  <a:lnTo>
                    <a:pt x="1065" y="857"/>
                  </a:lnTo>
                  <a:lnTo>
                    <a:pt x="1077" y="869"/>
                  </a:lnTo>
                  <a:lnTo>
                    <a:pt x="1083" y="875"/>
                  </a:lnTo>
                  <a:lnTo>
                    <a:pt x="1089" y="881"/>
                  </a:lnTo>
                  <a:lnTo>
                    <a:pt x="1106" y="881"/>
                  </a:lnTo>
                  <a:lnTo>
                    <a:pt x="1124" y="875"/>
                  </a:lnTo>
                  <a:lnTo>
                    <a:pt x="1148" y="875"/>
                  </a:lnTo>
                  <a:lnTo>
                    <a:pt x="1208" y="869"/>
                  </a:lnTo>
                  <a:lnTo>
                    <a:pt x="1268" y="863"/>
                  </a:lnTo>
                  <a:lnTo>
                    <a:pt x="1328" y="863"/>
                  </a:lnTo>
                  <a:lnTo>
                    <a:pt x="1388" y="857"/>
                  </a:lnTo>
                  <a:lnTo>
                    <a:pt x="1411" y="857"/>
                  </a:lnTo>
                  <a:lnTo>
                    <a:pt x="1429" y="851"/>
                  </a:lnTo>
                  <a:lnTo>
                    <a:pt x="1441" y="851"/>
                  </a:lnTo>
                  <a:lnTo>
                    <a:pt x="1447" y="851"/>
                  </a:lnTo>
                  <a:lnTo>
                    <a:pt x="1459" y="845"/>
                  </a:lnTo>
                  <a:lnTo>
                    <a:pt x="1483" y="833"/>
                  </a:lnTo>
                  <a:lnTo>
                    <a:pt x="1525" y="815"/>
                  </a:lnTo>
                  <a:lnTo>
                    <a:pt x="1573" y="791"/>
                  </a:lnTo>
                  <a:lnTo>
                    <a:pt x="1675" y="743"/>
                  </a:lnTo>
                  <a:lnTo>
                    <a:pt x="1716" y="725"/>
                  </a:lnTo>
                  <a:lnTo>
                    <a:pt x="1752" y="713"/>
                  </a:lnTo>
                  <a:lnTo>
                    <a:pt x="1806" y="689"/>
                  </a:lnTo>
                  <a:lnTo>
                    <a:pt x="1842" y="653"/>
                  </a:lnTo>
                  <a:lnTo>
                    <a:pt x="1866" y="611"/>
                  </a:lnTo>
                  <a:lnTo>
                    <a:pt x="1884" y="581"/>
                  </a:lnTo>
                  <a:lnTo>
                    <a:pt x="1926" y="515"/>
                  </a:lnTo>
                  <a:lnTo>
                    <a:pt x="1979" y="449"/>
                  </a:lnTo>
                  <a:lnTo>
                    <a:pt x="2039" y="389"/>
                  </a:lnTo>
                  <a:lnTo>
                    <a:pt x="2105" y="341"/>
                  </a:lnTo>
                  <a:lnTo>
                    <a:pt x="2159" y="299"/>
                  </a:lnTo>
                  <a:lnTo>
                    <a:pt x="2207" y="269"/>
                  </a:lnTo>
                  <a:lnTo>
                    <a:pt x="2237" y="245"/>
                  </a:lnTo>
                  <a:lnTo>
                    <a:pt x="2249" y="239"/>
                  </a:lnTo>
                  <a:lnTo>
                    <a:pt x="2392" y="167"/>
                  </a:lnTo>
                  <a:lnTo>
                    <a:pt x="2392" y="60"/>
                  </a:lnTo>
                  <a:lnTo>
                    <a:pt x="2392" y="0"/>
                  </a:lnTo>
                  <a:lnTo>
                    <a:pt x="2344" y="18"/>
                  </a:lnTo>
                  <a:lnTo>
                    <a:pt x="2302" y="36"/>
                  </a:lnTo>
                  <a:close/>
                </a:path>
              </a:pathLst>
            </a:custGeom>
            <a:solidFill>
              <a:schemeClr val="bg1">
                <a:alpha val="100000"/>
              </a:schemeClr>
            </a:solidFill>
            <a:ln w="9525">
              <a:noFill/>
            </a:ln>
          </p:spPr>
          <p:txBody>
            <a:bodyPr/>
            <a:p>
              <a:endParaRPr lang="zh-CN" altLang="en-US"/>
            </a:p>
          </p:txBody>
        </p:sp>
        <p:sp>
          <p:nvSpPr>
            <p:cNvPr id="33" name="Freeform 12"/>
            <p:cNvSpPr/>
            <p:nvPr/>
          </p:nvSpPr>
          <p:spPr bwMode="hidden">
            <a:xfrm>
              <a:off x="3839" y="1855"/>
              <a:ext cx="577" cy="257"/>
            </a:xfrm>
            <a:custGeom>
              <a:avLst/>
              <a:gdLst/>
              <a:ahLst/>
              <a:cxnLst>
                <a:cxn ang="0">
                  <a:pos x="30" y="245"/>
                </a:cxn>
                <a:cxn ang="0">
                  <a:pos x="18" y="251"/>
                </a:cxn>
                <a:cxn ang="0">
                  <a:pos x="6" y="257"/>
                </a:cxn>
                <a:cxn ang="0">
                  <a:pos x="0" y="257"/>
                </a:cxn>
                <a:cxn ang="0">
                  <a:pos x="305" y="113"/>
                </a:cxn>
                <a:cxn ang="0">
                  <a:pos x="520" y="0"/>
                </a:cxn>
                <a:cxn ang="0">
                  <a:pos x="526" y="6"/>
                </a:cxn>
                <a:cxn ang="0">
                  <a:pos x="544" y="18"/>
                </a:cxn>
                <a:cxn ang="0">
                  <a:pos x="550" y="24"/>
                </a:cxn>
                <a:cxn ang="0">
                  <a:pos x="550" y="36"/>
                </a:cxn>
                <a:cxn ang="0">
                  <a:pos x="544" y="42"/>
                </a:cxn>
                <a:cxn ang="0">
                  <a:pos x="526" y="54"/>
                </a:cxn>
                <a:cxn ang="0">
                  <a:pos x="514" y="60"/>
                </a:cxn>
                <a:cxn ang="0">
                  <a:pos x="502" y="66"/>
                </a:cxn>
                <a:cxn ang="0">
                  <a:pos x="448" y="84"/>
                </a:cxn>
                <a:cxn ang="0">
                  <a:pos x="382" y="113"/>
                </a:cxn>
                <a:cxn ang="0">
                  <a:pos x="305" y="143"/>
                </a:cxn>
                <a:cxn ang="0">
                  <a:pos x="227" y="173"/>
                </a:cxn>
                <a:cxn ang="0">
                  <a:pos x="149" y="203"/>
                </a:cxn>
                <a:cxn ang="0">
                  <a:pos x="83" y="227"/>
                </a:cxn>
                <a:cxn ang="0">
                  <a:pos x="30" y="245"/>
                </a:cxn>
                <a:cxn ang="0">
                  <a:pos x="30" y="245"/>
                </a:cxn>
              </a:cxnLst>
              <a:rect l="0" t="0" r="r" b="b"/>
              <a:pathLst>
                <a:path w="550" h="257">
                  <a:moveTo>
                    <a:pt x="30" y="245"/>
                  </a:moveTo>
                  <a:lnTo>
                    <a:pt x="18" y="251"/>
                  </a:lnTo>
                  <a:lnTo>
                    <a:pt x="6" y="257"/>
                  </a:lnTo>
                  <a:lnTo>
                    <a:pt x="0" y="257"/>
                  </a:lnTo>
                  <a:lnTo>
                    <a:pt x="305" y="113"/>
                  </a:lnTo>
                  <a:lnTo>
                    <a:pt x="520" y="0"/>
                  </a:lnTo>
                  <a:lnTo>
                    <a:pt x="526" y="6"/>
                  </a:lnTo>
                  <a:lnTo>
                    <a:pt x="544" y="18"/>
                  </a:lnTo>
                  <a:lnTo>
                    <a:pt x="550" y="24"/>
                  </a:lnTo>
                  <a:lnTo>
                    <a:pt x="550" y="36"/>
                  </a:lnTo>
                  <a:lnTo>
                    <a:pt x="544" y="42"/>
                  </a:lnTo>
                  <a:lnTo>
                    <a:pt x="526" y="54"/>
                  </a:lnTo>
                  <a:lnTo>
                    <a:pt x="514" y="60"/>
                  </a:lnTo>
                  <a:lnTo>
                    <a:pt x="502" y="66"/>
                  </a:lnTo>
                  <a:lnTo>
                    <a:pt x="448" y="84"/>
                  </a:lnTo>
                  <a:lnTo>
                    <a:pt x="382" y="113"/>
                  </a:lnTo>
                  <a:lnTo>
                    <a:pt x="305" y="143"/>
                  </a:lnTo>
                  <a:lnTo>
                    <a:pt x="227" y="173"/>
                  </a:lnTo>
                  <a:lnTo>
                    <a:pt x="149" y="203"/>
                  </a:lnTo>
                  <a:lnTo>
                    <a:pt x="83" y="227"/>
                  </a:lnTo>
                  <a:lnTo>
                    <a:pt x="30" y="245"/>
                  </a:lnTo>
                  <a:lnTo>
                    <a:pt x="30" y="245"/>
                  </a:lnTo>
                  <a:close/>
                </a:path>
              </a:pathLst>
            </a:custGeom>
            <a:gradFill rotWithShape="0">
              <a:gsLst>
                <a:gs pos="0">
                  <a:schemeClr val="bg2">
                    <a:gamma/>
                    <a:tint val="94118"/>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14" name="Freeform 13"/>
            <p:cNvSpPr/>
            <p:nvPr userDrawn="1"/>
          </p:nvSpPr>
          <p:spPr>
            <a:xfrm>
              <a:off x="5327" y="1643"/>
              <a:ext cx="5" cy="0"/>
            </a:xfrm>
            <a:custGeom>
              <a:avLst/>
              <a:gdLst/>
              <a:ahLst/>
              <a:cxnLst>
                <a:cxn ang="0">
                  <a:pos x="0" y="0"/>
                </a:cxn>
                <a:cxn ang="0">
                  <a:pos x="5" y="0"/>
                </a:cxn>
                <a:cxn ang="0">
                  <a:pos x="0" y="0"/>
                </a:cxn>
                <a:cxn ang="0">
                  <a:pos x="0" y="0"/>
                </a:cxn>
              </a:cxnLst>
              <a:pathLst>
                <a:path w="5">
                  <a:moveTo>
                    <a:pt x="0" y="0"/>
                  </a:moveTo>
                  <a:lnTo>
                    <a:pt x="5" y="0"/>
                  </a:lnTo>
                  <a:lnTo>
                    <a:pt x="0" y="0"/>
                  </a:lnTo>
                  <a:close/>
                </a:path>
              </a:pathLst>
            </a:custGeom>
            <a:solidFill>
              <a:srgbClr val="FED1AD">
                <a:alpha val="100000"/>
              </a:srgbClr>
            </a:solidFill>
            <a:ln w="9525">
              <a:noFill/>
            </a:ln>
          </p:spPr>
          <p:txBody>
            <a:bodyPr/>
            <a:p>
              <a:endParaRPr lang="zh-CN" altLang="en-US"/>
            </a:p>
          </p:txBody>
        </p:sp>
        <p:sp>
          <p:nvSpPr>
            <p:cNvPr id="35" name="Freeform 14"/>
            <p:cNvSpPr/>
            <p:nvPr/>
          </p:nvSpPr>
          <p:spPr bwMode="hidden">
            <a:xfrm>
              <a:off x="3839" y="1728"/>
              <a:ext cx="716" cy="383"/>
            </a:xfrm>
            <a:custGeom>
              <a:avLst/>
              <a:gdLst/>
              <a:ahLst/>
              <a:cxnLst>
                <a:cxn ang="0">
                  <a:pos x="659" y="6"/>
                </a:cxn>
                <a:cxn ang="0">
                  <a:pos x="588" y="42"/>
                </a:cxn>
                <a:cxn ang="0">
                  <a:pos x="515" y="84"/>
                </a:cxn>
                <a:cxn ang="0">
                  <a:pos x="509" y="90"/>
                </a:cxn>
                <a:cxn ang="0">
                  <a:pos x="485" y="102"/>
                </a:cxn>
                <a:cxn ang="0">
                  <a:pos x="455" y="120"/>
                </a:cxn>
                <a:cxn ang="0">
                  <a:pos x="425" y="138"/>
                </a:cxn>
                <a:cxn ang="0">
                  <a:pos x="371" y="168"/>
                </a:cxn>
                <a:cxn ang="0">
                  <a:pos x="306" y="198"/>
                </a:cxn>
                <a:cxn ang="0">
                  <a:pos x="186" y="251"/>
                </a:cxn>
                <a:cxn ang="0">
                  <a:pos x="131" y="269"/>
                </a:cxn>
                <a:cxn ang="0">
                  <a:pos x="89" y="287"/>
                </a:cxn>
                <a:cxn ang="0">
                  <a:pos x="53" y="305"/>
                </a:cxn>
                <a:cxn ang="0">
                  <a:pos x="36" y="311"/>
                </a:cxn>
                <a:cxn ang="0">
                  <a:pos x="12" y="329"/>
                </a:cxn>
                <a:cxn ang="0">
                  <a:pos x="0" y="353"/>
                </a:cxn>
                <a:cxn ang="0">
                  <a:pos x="0" y="371"/>
                </a:cxn>
                <a:cxn ang="0">
                  <a:pos x="0" y="383"/>
                </a:cxn>
                <a:cxn ang="0">
                  <a:pos x="0" y="383"/>
                </a:cxn>
                <a:cxn ang="0">
                  <a:pos x="12" y="371"/>
                </a:cxn>
                <a:cxn ang="0">
                  <a:pos x="30" y="353"/>
                </a:cxn>
                <a:cxn ang="0">
                  <a:pos x="53" y="335"/>
                </a:cxn>
                <a:cxn ang="0">
                  <a:pos x="77" y="317"/>
                </a:cxn>
                <a:cxn ang="0">
                  <a:pos x="101" y="311"/>
                </a:cxn>
                <a:cxn ang="0">
                  <a:pos x="131" y="299"/>
                </a:cxn>
                <a:cxn ang="0">
                  <a:pos x="204" y="269"/>
                </a:cxn>
                <a:cxn ang="0">
                  <a:pos x="240" y="251"/>
                </a:cxn>
                <a:cxn ang="0">
                  <a:pos x="270" y="239"/>
                </a:cxn>
                <a:cxn ang="0">
                  <a:pos x="294" y="228"/>
                </a:cxn>
                <a:cxn ang="0">
                  <a:pos x="312" y="222"/>
                </a:cxn>
                <a:cxn ang="0">
                  <a:pos x="330" y="210"/>
                </a:cxn>
                <a:cxn ang="0">
                  <a:pos x="365" y="186"/>
                </a:cxn>
                <a:cxn ang="0">
                  <a:pos x="419" y="156"/>
                </a:cxn>
                <a:cxn ang="0">
                  <a:pos x="473" y="120"/>
                </a:cxn>
                <a:cxn ang="0">
                  <a:pos x="527" y="90"/>
                </a:cxn>
                <a:cxn ang="0">
                  <a:pos x="576" y="60"/>
                </a:cxn>
                <a:cxn ang="0">
                  <a:pos x="612" y="42"/>
                </a:cxn>
                <a:cxn ang="0">
                  <a:pos x="629" y="36"/>
                </a:cxn>
                <a:cxn ang="0">
                  <a:pos x="647" y="30"/>
                </a:cxn>
                <a:cxn ang="0">
                  <a:pos x="677" y="18"/>
                </a:cxn>
                <a:cxn ang="0">
                  <a:pos x="701" y="6"/>
                </a:cxn>
                <a:cxn ang="0">
                  <a:pos x="713" y="0"/>
                </a:cxn>
                <a:cxn ang="0">
                  <a:pos x="713" y="0"/>
                </a:cxn>
                <a:cxn ang="0">
                  <a:pos x="659" y="6"/>
                </a:cxn>
                <a:cxn ang="0">
                  <a:pos x="716" y="63"/>
                </a:cxn>
              </a:cxnLst>
              <a:rect l="0" t="0" r="r" b="b"/>
              <a:pathLst>
                <a:path w="716" h="383">
                  <a:moveTo>
                    <a:pt x="659" y="6"/>
                  </a:moveTo>
                  <a:lnTo>
                    <a:pt x="588" y="42"/>
                  </a:lnTo>
                  <a:lnTo>
                    <a:pt x="515" y="84"/>
                  </a:lnTo>
                  <a:lnTo>
                    <a:pt x="509" y="90"/>
                  </a:lnTo>
                  <a:lnTo>
                    <a:pt x="485" y="102"/>
                  </a:lnTo>
                  <a:lnTo>
                    <a:pt x="455" y="120"/>
                  </a:lnTo>
                  <a:lnTo>
                    <a:pt x="425" y="138"/>
                  </a:lnTo>
                  <a:lnTo>
                    <a:pt x="371" y="168"/>
                  </a:lnTo>
                  <a:lnTo>
                    <a:pt x="306" y="198"/>
                  </a:lnTo>
                  <a:lnTo>
                    <a:pt x="186" y="251"/>
                  </a:lnTo>
                  <a:lnTo>
                    <a:pt x="131" y="269"/>
                  </a:lnTo>
                  <a:lnTo>
                    <a:pt x="89" y="287"/>
                  </a:lnTo>
                  <a:lnTo>
                    <a:pt x="53" y="305"/>
                  </a:lnTo>
                  <a:lnTo>
                    <a:pt x="36" y="311"/>
                  </a:lnTo>
                  <a:lnTo>
                    <a:pt x="12" y="329"/>
                  </a:lnTo>
                  <a:lnTo>
                    <a:pt x="0" y="353"/>
                  </a:lnTo>
                  <a:lnTo>
                    <a:pt x="0" y="371"/>
                  </a:lnTo>
                  <a:lnTo>
                    <a:pt x="0" y="383"/>
                  </a:lnTo>
                  <a:lnTo>
                    <a:pt x="0" y="383"/>
                  </a:lnTo>
                  <a:lnTo>
                    <a:pt x="12" y="371"/>
                  </a:lnTo>
                  <a:lnTo>
                    <a:pt x="30" y="353"/>
                  </a:lnTo>
                  <a:lnTo>
                    <a:pt x="53" y="335"/>
                  </a:lnTo>
                  <a:lnTo>
                    <a:pt x="77" y="317"/>
                  </a:lnTo>
                  <a:lnTo>
                    <a:pt x="101" y="311"/>
                  </a:lnTo>
                  <a:lnTo>
                    <a:pt x="131" y="299"/>
                  </a:lnTo>
                  <a:lnTo>
                    <a:pt x="204" y="269"/>
                  </a:lnTo>
                  <a:lnTo>
                    <a:pt x="240" y="251"/>
                  </a:lnTo>
                  <a:lnTo>
                    <a:pt x="270" y="239"/>
                  </a:lnTo>
                  <a:lnTo>
                    <a:pt x="294" y="228"/>
                  </a:lnTo>
                  <a:lnTo>
                    <a:pt x="312" y="222"/>
                  </a:lnTo>
                  <a:lnTo>
                    <a:pt x="330" y="210"/>
                  </a:lnTo>
                  <a:lnTo>
                    <a:pt x="365" y="186"/>
                  </a:lnTo>
                  <a:lnTo>
                    <a:pt x="419" y="156"/>
                  </a:lnTo>
                  <a:lnTo>
                    <a:pt x="473" y="120"/>
                  </a:lnTo>
                  <a:lnTo>
                    <a:pt x="527" y="90"/>
                  </a:lnTo>
                  <a:lnTo>
                    <a:pt x="576" y="60"/>
                  </a:lnTo>
                  <a:lnTo>
                    <a:pt x="612" y="42"/>
                  </a:lnTo>
                  <a:lnTo>
                    <a:pt x="629" y="36"/>
                  </a:lnTo>
                  <a:lnTo>
                    <a:pt x="647" y="30"/>
                  </a:lnTo>
                  <a:lnTo>
                    <a:pt x="677" y="18"/>
                  </a:lnTo>
                  <a:lnTo>
                    <a:pt x="701" y="6"/>
                  </a:lnTo>
                  <a:lnTo>
                    <a:pt x="713" y="0"/>
                  </a:lnTo>
                  <a:lnTo>
                    <a:pt x="713" y="0"/>
                  </a:lnTo>
                  <a:lnTo>
                    <a:pt x="659" y="6"/>
                  </a:lnTo>
                  <a:lnTo>
                    <a:pt x="716" y="63"/>
                  </a:lnTo>
                </a:path>
              </a:pathLst>
            </a:custGeom>
            <a:gradFill rotWithShape="0">
              <a:gsLst>
                <a:gs pos="0">
                  <a:schemeClr val="bg2">
                    <a:gamma/>
                    <a:tint val="94118"/>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 name="Freeform 15"/>
            <p:cNvSpPr/>
            <p:nvPr/>
          </p:nvSpPr>
          <p:spPr bwMode="hidden">
            <a:xfrm>
              <a:off x="3453" y="2271"/>
              <a:ext cx="318" cy="225"/>
            </a:xfrm>
            <a:custGeom>
              <a:avLst/>
              <a:gdLst/>
              <a:ahLst/>
              <a:cxnLst>
                <a:cxn ang="0">
                  <a:pos x="6" y="225"/>
                </a:cxn>
                <a:cxn ang="0">
                  <a:pos x="0" y="195"/>
                </a:cxn>
                <a:cxn ang="0">
                  <a:pos x="315" y="0"/>
                </a:cxn>
                <a:cxn ang="0">
                  <a:pos x="303" y="27"/>
                </a:cxn>
                <a:cxn ang="0">
                  <a:pos x="318" y="42"/>
                </a:cxn>
              </a:cxnLst>
              <a:rect l="0" t="0" r="r" b="b"/>
              <a:pathLst>
                <a:path w="318" h="225">
                  <a:moveTo>
                    <a:pt x="6" y="225"/>
                  </a:moveTo>
                  <a:lnTo>
                    <a:pt x="0" y="195"/>
                  </a:lnTo>
                  <a:lnTo>
                    <a:pt x="315" y="0"/>
                  </a:lnTo>
                  <a:lnTo>
                    <a:pt x="303" y="27"/>
                  </a:lnTo>
                  <a:lnTo>
                    <a:pt x="318" y="42"/>
                  </a:lnTo>
                </a:path>
              </a:pathLst>
            </a:custGeom>
            <a:gradFill rotWithShape="0">
              <a:gsLst>
                <a:gs pos="0">
                  <a:schemeClr val="bg2">
                    <a:gamma/>
                    <a:tint val="94118"/>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7" name="Freeform 16"/>
            <p:cNvSpPr/>
            <p:nvPr/>
          </p:nvSpPr>
          <p:spPr bwMode="hidden">
            <a:xfrm>
              <a:off x="0" y="2659"/>
              <a:ext cx="2595" cy="932"/>
            </a:xfrm>
            <a:custGeom>
              <a:avLst/>
              <a:gdLst/>
              <a:ahLst/>
              <a:cxnLst>
                <a:cxn ang="0">
                  <a:pos x="1050" y="657"/>
                </a:cxn>
                <a:cxn ang="0">
                  <a:pos x="1581" y="690"/>
                </a:cxn>
                <a:cxn ang="0">
                  <a:pos x="1671" y="723"/>
                </a:cxn>
                <a:cxn ang="0">
                  <a:pos x="1176" y="621"/>
                </a:cxn>
                <a:cxn ang="0">
                  <a:pos x="1854" y="567"/>
                </a:cxn>
                <a:cxn ang="0">
                  <a:pos x="1869" y="612"/>
                </a:cxn>
                <a:cxn ang="0">
                  <a:pos x="2103" y="861"/>
                </a:cxn>
                <a:cxn ang="0">
                  <a:pos x="1883" y="520"/>
                </a:cxn>
                <a:cxn ang="0">
                  <a:pos x="1842" y="490"/>
                </a:cxn>
                <a:cxn ang="0">
                  <a:pos x="1770" y="466"/>
                </a:cxn>
                <a:cxn ang="0">
                  <a:pos x="1740" y="448"/>
                </a:cxn>
                <a:cxn ang="0">
                  <a:pos x="1758" y="436"/>
                </a:cxn>
                <a:cxn ang="0">
                  <a:pos x="1830" y="430"/>
                </a:cxn>
                <a:cxn ang="0">
                  <a:pos x="1877" y="424"/>
                </a:cxn>
                <a:cxn ang="0">
                  <a:pos x="1955" y="394"/>
                </a:cxn>
                <a:cxn ang="0">
                  <a:pos x="2052" y="396"/>
                </a:cxn>
                <a:cxn ang="0">
                  <a:pos x="2253" y="732"/>
                </a:cxn>
                <a:cxn ang="0">
                  <a:pos x="2415" y="933"/>
                </a:cxn>
                <a:cxn ang="0">
                  <a:pos x="2397" y="828"/>
                </a:cxn>
                <a:cxn ang="0">
                  <a:pos x="2088" y="400"/>
                </a:cxn>
                <a:cxn ang="0">
                  <a:pos x="2046" y="346"/>
                </a:cxn>
                <a:cxn ang="0">
                  <a:pos x="1997" y="304"/>
                </a:cxn>
                <a:cxn ang="0">
                  <a:pos x="1967" y="286"/>
                </a:cxn>
                <a:cxn ang="0">
                  <a:pos x="1973" y="286"/>
                </a:cxn>
                <a:cxn ang="0">
                  <a:pos x="2009" y="286"/>
                </a:cxn>
                <a:cxn ang="0">
                  <a:pos x="2082" y="322"/>
                </a:cxn>
                <a:cxn ang="0">
                  <a:pos x="2199" y="384"/>
                </a:cxn>
                <a:cxn ang="0">
                  <a:pos x="2394" y="448"/>
                </a:cxn>
                <a:cxn ang="0">
                  <a:pos x="2595" y="516"/>
                </a:cxn>
                <a:cxn ang="0">
                  <a:pos x="2388" y="424"/>
                </a:cxn>
                <a:cxn ang="0">
                  <a:pos x="2219" y="340"/>
                </a:cxn>
                <a:cxn ang="0">
                  <a:pos x="2052" y="280"/>
                </a:cxn>
                <a:cxn ang="0">
                  <a:pos x="1955" y="262"/>
                </a:cxn>
                <a:cxn ang="0">
                  <a:pos x="1877" y="274"/>
                </a:cxn>
                <a:cxn ang="0">
                  <a:pos x="1752" y="274"/>
                </a:cxn>
                <a:cxn ang="0">
                  <a:pos x="1661" y="292"/>
                </a:cxn>
                <a:cxn ang="0">
                  <a:pos x="1607" y="316"/>
                </a:cxn>
                <a:cxn ang="0">
                  <a:pos x="1589" y="322"/>
                </a:cxn>
                <a:cxn ang="0">
                  <a:pos x="1409" y="358"/>
                </a:cxn>
                <a:cxn ang="0">
                  <a:pos x="1152" y="442"/>
                </a:cxn>
                <a:cxn ang="0">
                  <a:pos x="966" y="460"/>
                </a:cxn>
                <a:cxn ang="0">
                  <a:pos x="870" y="442"/>
                </a:cxn>
                <a:cxn ang="0">
                  <a:pos x="828" y="430"/>
                </a:cxn>
                <a:cxn ang="0">
                  <a:pos x="743" y="388"/>
                </a:cxn>
                <a:cxn ang="0">
                  <a:pos x="636" y="334"/>
                </a:cxn>
                <a:cxn ang="0">
                  <a:pos x="467" y="256"/>
                </a:cxn>
                <a:cxn ang="0">
                  <a:pos x="0" y="0"/>
                </a:cxn>
                <a:cxn ang="0">
                  <a:pos x="585" y="390"/>
                </a:cxn>
                <a:cxn ang="0">
                  <a:pos x="849" y="543"/>
                </a:cxn>
                <a:cxn ang="0">
                  <a:pos x="897" y="621"/>
                </a:cxn>
              </a:cxnLst>
              <a:rect l="0" t="0" r="r" b="b"/>
              <a:pathLst>
                <a:path w="2595" h="933">
                  <a:moveTo>
                    <a:pt x="981" y="675"/>
                  </a:moveTo>
                  <a:lnTo>
                    <a:pt x="1050" y="657"/>
                  </a:lnTo>
                  <a:lnTo>
                    <a:pt x="1143" y="651"/>
                  </a:lnTo>
                  <a:lnTo>
                    <a:pt x="1581" y="690"/>
                  </a:lnTo>
                  <a:lnTo>
                    <a:pt x="1623" y="738"/>
                  </a:lnTo>
                  <a:lnTo>
                    <a:pt x="1671" y="723"/>
                  </a:lnTo>
                  <a:lnTo>
                    <a:pt x="1656" y="675"/>
                  </a:lnTo>
                  <a:lnTo>
                    <a:pt x="1176" y="621"/>
                  </a:lnTo>
                  <a:lnTo>
                    <a:pt x="1797" y="534"/>
                  </a:lnTo>
                  <a:lnTo>
                    <a:pt x="1854" y="567"/>
                  </a:lnTo>
                  <a:lnTo>
                    <a:pt x="1881" y="585"/>
                  </a:lnTo>
                  <a:lnTo>
                    <a:pt x="1869" y="612"/>
                  </a:lnTo>
                  <a:lnTo>
                    <a:pt x="1995" y="852"/>
                  </a:lnTo>
                  <a:lnTo>
                    <a:pt x="2103" y="861"/>
                  </a:lnTo>
                  <a:lnTo>
                    <a:pt x="1889" y="538"/>
                  </a:lnTo>
                  <a:lnTo>
                    <a:pt x="1883" y="520"/>
                  </a:lnTo>
                  <a:lnTo>
                    <a:pt x="1872" y="508"/>
                  </a:lnTo>
                  <a:lnTo>
                    <a:pt x="1842" y="490"/>
                  </a:lnTo>
                  <a:lnTo>
                    <a:pt x="1806" y="478"/>
                  </a:lnTo>
                  <a:lnTo>
                    <a:pt x="1770" y="466"/>
                  </a:lnTo>
                  <a:lnTo>
                    <a:pt x="1752" y="454"/>
                  </a:lnTo>
                  <a:lnTo>
                    <a:pt x="1740" y="448"/>
                  </a:lnTo>
                  <a:lnTo>
                    <a:pt x="1746" y="436"/>
                  </a:lnTo>
                  <a:lnTo>
                    <a:pt x="1758" y="436"/>
                  </a:lnTo>
                  <a:lnTo>
                    <a:pt x="1782" y="430"/>
                  </a:lnTo>
                  <a:lnTo>
                    <a:pt x="1830" y="430"/>
                  </a:lnTo>
                  <a:lnTo>
                    <a:pt x="1854" y="430"/>
                  </a:lnTo>
                  <a:lnTo>
                    <a:pt x="1877" y="424"/>
                  </a:lnTo>
                  <a:lnTo>
                    <a:pt x="1925" y="400"/>
                  </a:lnTo>
                  <a:lnTo>
                    <a:pt x="1955" y="394"/>
                  </a:lnTo>
                  <a:lnTo>
                    <a:pt x="1979" y="394"/>
                  </a:lnTo>
                  <a:lnTo>
                    <a:pt x="2052" y="396"/>
                  </a:lnTo>
                  <a:lnTo>
                    <a:pt x="2046" y="456"/>
                  </a:lnTo>
                  <a:lnTo>
                    <a:pt x="2253" y="732"/>
                  </a:lnTo>
                  <a:lnTo>
                    <a:pt x="2334" y="816"/>
                  </a:lnTo>
                  <a:lnTo>
                    <a:pt x="2415" y="933"/>
                  </a:lnTo>
                  <a:lnTo>
                    <a:pt x="2430" y="909"/>
                  </a:lnTo>
                  <a:lnTo>
                    <a:pt x="2397" y="828"/>
                  </a:lnTo>
                  <a:lnTo>
                    <a:pt x="2094" y="412"/>
                  </a:lnTo>
                  <a:lnTo>
                    <a:pt x="2088" y="400"/>
                  </a:lnTo>
                  <a:lnTo>
                    <a:pt x="2076" y="376"/>
                  </a:lnTo>
                  <a:lnTo>
                    <a:pt x="2046" y="346"/>
                  </a:lnTo>
                  <a:lnTo>
                    <a:pt x="2015" y="322"/>
                  </a:lnTo>
                  <a:lnTo>
                    <a:pt x="1997" y="304"/>
                  </a:lnTo>
                  <a:lnTo>
                    <a:pt x="1979" y="292"/>
                  </a:lnTo>
                  <a:lnTo>
                    <a:pt x="1967" y="286"/>
                  </a:lnTo>
                  <a:lnTo>
                    <a:pt x="1967" y="286"/>
                  </a:lnTo>
                  <a:lnTo>
                    <a:pt x="1973" y="286"/>
                  </a:lnTo>
                  <a:lnTo>
                    <a:pt x="1985" y="286"/>
                  </a:lnTo>
                  <a:lnTo>
                    <a:pt x="2009" y="286"/>
                  </a:lnTo>
                  <a:lnTo>
                    <a:pt x="2040" y="298"/>
                  </a:lnTo>
                  <a:lnTo>
                    <a:pt x="2082" y="322"/>
                  </a:lnTo>
                  <a:lnTo>
                    <a:pt x="2124" y="348"/>
                  </a:lnTo>
                  <a:lnTo>
                    <a:pt x="2199" y="384"/>
                  </a:lnTo>
                  <a:lnTo>
                    <a:pt x="2325" y="426"/>
                  </a:lnTo>
                  <a:lnTo>
                    <a:pt x="2394" y="448"/>
                  </a:lnTo>
                  <a:lnTo>
                    <a:pt x="2523" y="522"/>
                  </a:lnTo>
                  <a:lnTo>
                    <a:pt x="2595" y="516"/>
                  </a:lnTo>
                  <a:lnTo>
                    <a:pt x="2442" y="454"/>
                  </a:lnTo>
                  <a:lnTo>
                    <a:pt x="2388" y="424"/>
                  </a:lnTo>
                  <a:lnTo>
                    <a:pt x="2327" y="388"/>
                  </a:lnTo>
                  <a:lnTo>
                    <a:pt x="2219" y="340"/>
                  </a:lnTo>
                  <a:lnTo>
                    <a:pt x="2106" y="292"/>
                  </a:lnTo>
                  <a:lnTo>
                    <a:pt x="2052" y="280"/>
                  </a:lnTo>
                  <a:lnTo>
                    <a:pt x="2003" y="268"/>
                  </a:lnTo>
                  <a:lnTo>
                    <a:pt x="1955" y="262"/>
                  </a:lnTo>
                  <a:lnTo>
                    <a:pt x="1919" y="268"/>
                  </a:lnTo>
                  <a:lnTo>
                    <a:pt x="1877" y="274"/>
                  </a:lnTo>
                  <a:lnTo>
                    <a:pt x="1812" y="274"/>
                  </a:lnTo>
                  <a:lnTo>
                    <a:pt x="1752" y="274"/>
                  </a:lnTo>
                  <a:lnTo>
                    <a:pt x="1703" y="286"/>
                  </a:lnTo>
                  <a:lnTo>
                    <a:pt x="1661" y="292"/>
                  </a:lnTo>
                  <a:lnTo>
                    <a:pt x="1631" y="304"/>
                  </a:lnTo>
                  <a:lnTo>
                    <a:pt x="1607" y="316"/>
                  </a:lnTo>
                  <a:lnTo>
                    <a:pt x="1595" y="322"/>
                  </a:lnTo>
                  <a:lnTo>
                    <a:pt x="1589" y="322"/>
                  </a:lnTo>
                  <a:lnTo>
                    <a:pt x="1500" y="334"/>
                  </a:lnTo>
                  <a:lnTo>
                    <a:pt x="1409" y="358"/>
                  </a:lnTo>
                  <a:lnTo>
                    <a:pt x="1236" y="418"/>
                  </a:lnTo>
                  <a:lnTo>
                    <a:pt x="1152" y="442"/>
                  </a:lnTo>
                  <a:lnTo>
                    <a:pt x="1061" y="460"/>
                  </a:lnTo>
                  <a:lnTo>
                    <a:pt x="966" y="460"/>
                  </a:lnTo>
                  <a:lnTo>
                    <a:pt x="918" y="454"/>
                  </a:lnTo>
                  <a:lnTo>
                    <a:pt x="870" y="442"/>
                  </a:lnTo>
                  <a:lnTo>
                    <a:pt x="858" y="436"/>
                  </a:lnTo>
                  <a:lnTo>
                    <a:pt x="828" y="430"/>
                  </a:lnTo>
                  <a:lnTo>
                    <a:pt x="791" y="412"/>
                  </a:lnTo>
                  <a:lnTo>
                    <a:pt x="743" y="388"/>
                  </a:lnTo>
                  <a:lnTo>
                    <a:pt x="690" y="364"/>
                  </a:lnTo>
                  <a:lnTo>
                    <a:pt x="636" y="334"/>
                  </a:lnTo>
                  <a:lnTo>
                    <a:pt x="515" y="280"/>
                  </a:lnTo>
                  <a:lnTo>
                    <a:pt x="467" y="256"/>
                  </a:lnTo>
                  <a:lnTo>
                    <a:pt x="443" y="244"/>
                  </a:lnTo>
                  <a:lnTo>
                    <a:pt x="0" y="0"/>
                  </a:lnTo>
                  <a:lnTo>
                    <a:pt x="123" y="120"/>
                  </a:lnTo>
                  <a:lnTo>
                    <a:pt x="585" y="390"/>
                  </a:lnTo>
                  <a:lnTo>
                    <a:pt x="708" y="462"/>
                  </a:lnTo>
                  <a:lnTo>
                    <a:pt x="849" y="543"/>
                  </a:lnTo>
                  <a:lnTo>
                    <a:pt x="882" y="564"/>
                  </a:lnTo>
                  <a:lnTo>
                    <a:pt x="897" y="621"/>
                  </a:lnTo>
                  <a:lnTo>
                    <a:pt x="981" y="675"/>
                  </a:lnTo>
                  <a:close/>
                </a:path>
              </a:pathLst>
            </a:custGeom>
            <a:gradFill rotWithShape="0">
              <a:gsLst>
                <a:gs pos="0">
                  <a:schemeClr val="bg2">
                    <a:gamma/>
                    <a:tint val="81961"/>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18" name="Freeform 17"/>
            <p:cNvSpPr/>
            <p:nvPr userDrawn="1"/>
          </p:nvSpPr>
          <p:spPr>
            <a:xfrm>
              <a:off x="0" y="2994"/>
              <a:ext cx="2723" cy="1091"/>
            </a:xfrm>
            <a:custGeom>
              <a:avLst/>
              <a:gdLst/>
              <a:ahLst/>
              <a:cxnLst>
                <a:cxn ang="0">
                  <a:pos x="2370" y="72"/>
                </a:cxn>
                <a:cxn ang="0">
                  <a:pos x="2597" y="198"/>
                </a:cxn>
                <a:cxn ang="0">
                  <a:pos x="2639" y="276"/>
                </a:cxn>
                <a:cxn ang="0">
                  <a:pos x="2453" y="264"/>
                </a:cxn>
                <a:cxn ang="0">
                  <a:pos x="2297" y="204"/>
                </a:cxn>
                <a:cxn ang="0">
                  <a:pos x="2112" y="66"/>
                </a:cxn>
                <a:cxn ang="0">
                  <a:pos x="2088" y="72"/>
                </a:cxn>
                <a:cxn ang="0">
                  <a:pos x="2106" y="114"/>
                </a:cxn>
                <a:cxn ang="0">
                  <a:pos x="2412" y="552"/>
                </a:cxn>
                <a:cxn ang="0">
                  <a:pos x="2279" y="564"/>
                </a:cxn>
                <a:cxn ang="0">
                  <a:pos x="2189" y="492"/>
                </a:cxn>
                <a:cxn ang="0">
                  <a:pos x="2058" y="330"/>
                </a:cxn>
                <a:cxn ang="0">
                  <a:pos x="1991" y="234"/>
                </a:cxn>
                <a:cxn ang="0">
                  <a:pos x="1949" y="174"/>
                </a:cxn>
                <a:cxn ang="0">
                  <a:pos x="1824" y="132"/>
                </a:cxn>
                <a:cxn ang="0">
                  <a:pos x="1794" y="144"/>
                </a:cxn>
                <a:cxn ang="0">
                  <a:pos x="1895" y="222"/>
                </a:cxn>
                <a:cxn ang="0">
                  <a:pos x="1943" y="366"/>
                </a:cxn>
                <a:cxn ang="0">
                  <a:pos x="2064" y="630"/>
                </a:cxn>
                <a:cxn ang="0">
                  <a:pos x="2052" y="695"/>
                </a:cxn>
                <a:cxn ang="0">
                  <a:pos x="1955" y="683"/>
                </a:cxn>
                <a:cxn ang="0">
                  <a:pos x="1913" y="636"/>
                </a:cxn>
                <a:cxn ang="0">
                  <a:pos x="1703" y="312"/>
                </a:cxn>
                <a:cxn ang="0">
                  <a:pos x="1637" y="276"/>
                </a:cxn>
                <a:cxn ang="0">
                  <a:pos x="1643" y="318"/>
                </a:cxn>
                <a:cxn ang="0">
                  <a:pos x="1673" y="408"/>
                </a:cxn>
                <a:cxn ang="0">
                  <a:pos x="1716" y="779"/>
                </a:cxn>
                <a:cxn ang="0">
                  <a:pos x="1691" y="737"/>
                </a:cxn>
                <a:cxn ang="0">
                  <a:pos x="1613" y="582"/>
                </a:cxn>
                <a:cxn ang="0">
                  <a:pos x="1494" y="480"/>
                </a:cxn>
                <a:cxn ang="0">
                  <a:pos x="1248" y="528"/>
                </a:cxn>
                <a:cxn ang="0">
                  <a:pos x="996" y="630"/>
                </a:cxn>
                <a:cxn ang="0">
                  <a:pos x="714" y="534"/>
                </a:cxn>
                <a:cxn ang="0">
                  <a:pos x="198" y="288"/>
                </a:cxn>
                <a:cxn ang="0">
                  <a:pos x="0" y="460"/>
                </a:cxn>
                <a:cxn ang="0">
                  <a:pos x="288" y="570"/>
                </a:cxn>
                <a:cxn ang="0">
                  <a:pos x="461" y="654"/>
                </a:cxn>
                <a:cxn ang="0">
                  <a:pos x="725" y="755"/>
                </a:cxn>
                <a:cxn ang="0">
                  <a:pos x="966" y="791"/>
                </a:cxn>
                <a:cxn ang="0">
                  <a:pos x="1176" y="779"/>
                </a:cxn>
                <a:cxn ang="0">
                  <a:pos x="1278" y="791"/>
                </a:cxn>
                <a:cxn ang="0">
                  <a:pos x="1404" y="845"/>
                </a:cxn>
                <a:cxn ang="0">
                  <a:pos x="1416" y="887"/>
                </a:cxn>
                <a:cxn ang="0">
                  <a:pos x="1361" y="923"/>
                </a:cxn>
                <a:cxn ang="0">
                  <a:pos x="1385" y="1007"/>
                </a:cxn>
                <a:cxn ang="0">
                  <a:pos x="1494" y="1085"/>
                </a:cxn>
                <a:cxn ang="0">
                  <a:pos x="1697" y="1043"/>
                </a:cxn>
                <a:cxn ang="0">
                  <a:pos x="1812" y="989"/>
                </a:cxn>
                <a:cxn ang="0">
                  <a:pos x="1973" y="917"/>
                </a:cxn>
                <a:cxn ang="0">
                  <a:pos x="2201" y="899"/>
                </a:cxn>
                <a:cxn ang="0">
                  <a:pos x="2364" y="863"/>
                </a:cxn>
                <a:cxn ang="0">
                  <a:pos x="2400" y="743"/>
                </a:cxn>
                <a:cxn ang="0">
                  <a:pos x="2471" y="701"/>
                </a:cxn>
                <a:cxn ang="0">
                  <a:pos x="2621" y="504"/>
                </a:cxn>
                <a:cxn ang="0">
                  <a:pos x="2693" y="374"/>
                </a:cxn>
              </a:cxnLst>
              <a:pathLst>
                <a:path w="2723" h="1091">
                  <a:moveTo>
                    <a:pt x="2723" y="299"/>
                  </a:moveTo>
                  <a:lnTo>
                    <a:pt x="2715" y="240"/>
                  </a:lnTo>
                  <a:lnTo>
                    <a:pt x="2656" y="195"/>
                  </a:lnTo>
                  <a:lnTo>
                    <a:pt x="2370" y="72"/>
                  </a:lnTo>
                  <a:lnTo>
                    <a:pt x="2303" y="54"/>
                  </a:lnTo>
                  <a:lnTo>
                    <a:pt x="2585" y="186"/>
                  </a:lnTo>
                  <a:lnTo>
                    <a:pt x="2591" y="192"/>
                  </a:lnTo>
                  <a:lnTo>
                    <a:pt x="2597" y="198"/>
                  </a:lnTo>
                  <a:lnTo>
                    <a:pt x="2621" y="228"/>
                  </a:lnTo>
                  <a:lnTo>
                    <a:pt x="2639" y="258"/>
                  </a:lnTo>
                  <a:lnTo>
                    <a:pt x="2646" y="270"/>
                  </a:lnTo>
                  <a:lnTo>
                    <a:pt x="2639" y="276"/>
                  </a:lnTo>
                  <a:lnTo>
                    <a:pt x="2603" y="282"/>
                  </a:lnTo>
                  <a:lnTo>
                    <a:pt x="2555" y="282"/>
                  </a:lnTo>
                  <a:lnTo>
                    <a:pt x="2507" y="276"/>
                  </a:lnTo>
                  <a:lnTo>
                    <a:pt x="2453" y="264"/>
                  </a:lnTo>
                  <a:lnTo>
                    <a:pt x="2394" y="246"/>
                  </a:lnTo>
                  <a:lnTo>
                    <a:pt x="2340" y="222"/>
                  </a:lnTo>
                  <a:lnTo>
                    <a:pt x="2321" y="216"/>
                  </a:lnTo>
                  <a:lnTo>
                    <a:pt x="2297" y="204"/>
                  </a:lnTo>
                  <a:lnTo>
                    <a:pt x="2171" y="126"/>
                  </a:lnTo>
                  <a:lnTo>
                    <a:pt x="2165" y="120"/>
                  </a:lnTo>
                  <a:lnTo>
                    <a:pt x="2154" y="102"/>
                  </a:lnTo>
                  <a:lnTo>
                    <a:pt x="2112" y="66"/>
                  </a:lnTo>
                  <a:lnTo>
                    <a:pt x="2064" y="24"/>
                  </a:lnTo>
                  <a:lnTo>
                    <a:pt x="2046" y="6"/>
                  </a:lnTo>
                  <a:lnTo>
                    <a:pt x="2034" y="0"/>
                  </a:lnTo>
                  <a:lnTo>
                    <a:pt x="2088" y="72"/>
                  </a:lnTo>
                  <a:lnTo>
                    <a:pt x="2106" y="108"/>
                  </a:lnTo>
                  <a:lnTo>
                    <a:pt x="2106" y="114"/>
                  </a:lnTo>
                  <a:lnTo>
                    <a:pt x="2112" y="114"/>
                  </a:lnTo>
                  <a:lnTo>
                    <a:pt x="2406" y="516"/>
                  </a:lnTo>
                  <a:lnTo>
                    <a:pt x="2412" y="534"/>
                  </a:lnTo>
                  <a:lnTo>
                    <a:pt x="2412" y="552"/>
                  </a:lnTo>
                  <a:lnTo>
                    <a:pt x="2394" y="576"/>
                  </a:lnTo>
                  <a:lnTo>
                    <a:pt x="2364" y="588"/>
                  </a:lnTo>
                  <a:lnTo>
                    <a:pt x="2321" y="588"/>
                  </a:lnTo>
                  <a:lnTo>
                    <a:pt x="2279" y="564"/>
                  </a:lnTo>
                  <a:lnTo>
                    <a:pt x="2237" y="534"/>
                  </a:lnTo>
                  <a:lnTo>
                    <a:pt x="2201" y="504"/>
                  </a:lnTo>
                  <a:lnTo>
                    <a:pt x="2195" y="498"/>
                  </a:lnTo>
                  <a:lnTo>
                    <a:pt x="2189" y="492"/>
                  </a:lnTo>
                  <a:lnTo>
                    <a:pt x="2171" y="462"/>
                  </a:lnTo>
                  <a:lnTo>
                    <a:pt x="2142" y="420"/>
                  </a:lnTo>
                  <a:lnTo>
                    <a:pt x="2100" y="378"/>
                  </a:lnTo>
                  <a:lnTo>
                    <a:pt x="2058" y="330"/>
                  </a:lnTo>
                  <a:lnTo>
                    <a:pt x="2040" y="318"/>
                  </a:lnTo>
                  <a:lnTo>
                    <a:pt x="2028" y="300"/>
                  </a:lnTo>
                  <a:lnTo>
                    <a:pt x="2009" y="264"/>
                  </a:lnTo>
                  <a:lnTo>
                    <a:pt x="1991" y="234"/>
                  </a:lnTo>
                  <a:lnTo>
                    <a:pt x="1985" y="210"/>
                  </a:lnTo>
                  <a:lnTo>
                    <a:pt x="1973" y="192"/>
                  </a:lnTo>
                  <a:lnTo>
                    <a:pt x="1967" y="180"/>
                  </a:lnTo>
                  <a:lnTo>
                    <a:pt x="1949" y="174"/>
                  </a:lnTo>
                  <a:lnTo>
                    <a:pt x="1907" y="156"/>
                  </a:lnTo>
                  <a:lnTo>
                    <a:pt x="1860" y="138"/>
                  </a:lnTo>
                  <a:lnTo>
                    <a:pt x="1836" y="132"/>
                  </a:lnTo>
                  <a:lnTo>
                    <a:pt x="1824" y="132"/>
                  </a:lnTo>
                  <a:lnTo>
                    <a:pt x="1806" y="132"/>
                  </a:lnTo>
                  <a:lnTo>
                    <a:pt x="1800" y="138"/>
                  </a:lnTo>
                  <a:lnTo>
                    <a:pt x="1794" y="144"/>
                  </a:lnTo>
                  <a:lnTo>
                    <a:pt x="1842" y="156"/>
                  </a:lnTo>
                  <a:lnTo>
                    <a:pt x="1872" y="180"/>
                  </a:lnTo>
                  <a:lnTo>
                    <a:pt x="1889" y="204"/>
                  </a:lnTo>
                  <a:lnTo>
                    <a:pt x="1895" y="222"/>
                  </a:lnTo>
                  <a:lnTo>
                    <a:pt x="1889" y="240"/>
                  </a:lnTo>
                  <a:lnTo>
                    <a:pt x="1901" y="270"/>
                  </a:lnTo>
                  <a:lnTo>
                    <a:pt x="1919" y="318"/>
                  </a:lnTo>
                  <a:lnTo>
                    <a:pt x="1943" y="366"/>
                  </a:lnTo>
                  <a:lnTo>
                    <a:pt x="1991" y="480"/>
                  </a:lnTo>
                  <a:lnTo>
                    <a:pt x="2021" y="534"/>
                  </a:lnTo>
                  <a:lnTo>
                    <a:pt x="2040" y="582"/>
                  </a:lnTo>
                  <a:lnTo>
                    <a:pt x="2064" y="630"/>
                  </a:lnTo>
                  <a:lnTo>
                    <a:pt x="2076" y="666"/>
                  </a:lnTo>
                  <a:lnTo>
                    <a:pt x="2082" y="683"/>
                  </a:lnTo>
                  <a:lnTo>
                    <a:pt x="2070" y="695"/>
                  </a:lnTo>
                  <a:lnTo>
                    <a:pt x="2052" y="695"/>
                  </a:lnTo>
                  <a:lnTo>
                    <a:pt x="2021" y="695"/>
                  </a:lnTo>
                  <a:lnTo>
                    <a:pt x="1997" y="695"/>
                  </a:lnTo>
                  <a:lnTo>
                    <a:pt x="1973" y="689"/>
                  </a:lnTo>
                  <a:lnTo>
                    <a:pt x="1955" y="683"/>
                  </a:lnTo>
                  <a:lnTo>
                    <a:pt x="1949" y="683"/>
                  </a:lnTo>
                  <a:lnTo>
                    <a:pt x="1949" y="677"/>
                  </a:lnTo>
                  <a:lnTo>
                    <a:pt x="1943" y="672"/>
                  </a:lnTo>
                  <a:lnTo>
                    <a:pt x="1913" y="636"/>
                  </a:lnTo>
                  <a:lnTo>
                    <a:pt x="1806" y="324"/>
                  </a:lnTo>
                  <a:lnTo>
                    <a:pt x="1776" y="330"/>
                  </a:lnTo>
                  <a:lnTo>
                    <a:pt x="1746" y="330"/>
                  </a:lnTo>
                  <a:lnTo>
                    <a:pt x="1703" y="312"/>
                  </a:lnTo>
                  <a:lnTo>
                    <a:pt x="1673" y="288"/>
                  </a:lnTo>
                  <a:lnTo>
                    <a:pt x="1667" y="276"/>
                  </a:lnTo>
                  <a:lnTo>
                    <a:pt x="1655" y="270"/>
                  </a:lnTo>
                  <a:lnTo>
                    <a:pt x="1637" y="276"/>
                  </a:lnTo>
                  <a:lnTo>
                    <a:pt x="1631" y="288"/>
                  </a:lnTo>
                  <a:lnTo>
                    <a:pt x="1625" y="306"/>
                  </a:lnTo>
                  <a:lnTo>
                    <a:pt x="1625" y="312"/>
                  </a:lnTo>
                  <a:lnTo>
                    <a:pt x="1643" y="318"/>
                  </a:lnTo>
                  <a:lnTo>
                    <a:pt x="1655" y="336"/>
                  </a:lnTo>
                  <a:lnTo>
                    <a:pt x="1667" y="366"/>
                  </a:lnTo>
                  <a:lnTo>
                    <a:pt x="1673" y="402"/>
                  </a:lnTo>
                  <a:lnTo>
                    <a:pt x="1673" y="408"/>
                  </a:lnTo>
                  <a:lnTo>
                    <a:pt x="1673" y="414"/>
                  </a:lnTo>
                  <a:lnTo>
                    <a:pt x="1716" y="761"/>
                  </a:lnTo>
                  <a:lnTo>
                    <a:pt x="1716" y="773"/>
                  </a:lnTo>
                  <a:lnTo>
                    <a:pt x="1716" y="779"/>
                  </a:lnTo>
                  <a:lnTo>
                    <a:pt x="1709" y="773"/>
                  </a:lnTo>
                  <a:lnTo>
                    <a:pt x="1703" y="755"/>
                  </a:lnTo>
                  <a:lnTo>
                    <a:pt x="1697" y="749"/>
                  </a:lnTo>
                  <a:lnTo>
                    <a:pt x="1691" y="737"/>
                  </a:lnTo>
                  <a:lnTo>
                    <a:pt x="1679" y="713"/>
                  </a:lnTo>
                  <a:lnTo>
                    <a:pt x="1661" y="672"/>
                  </a:lnTo>
                  <a:lnTo>
                    <a:pt x="1643" y="630"/>
                  </a:lnTo>
                  <a:lnTo>
                    <a:pt x="1613" y="582"/>
                  </a:lnTo>
                  <a:lnTo>
                    <a:pt x="1589" y="540"/>
                  </a:lnTo>
                  <a:lnTo>
                    <a:pt x="1560" y="510"/>
                  </a:lnTo>
                  <a:lnTo>
                    <a:pt x="1536" y="492"/>
                  </a:lnTo>
                  <a:lnTo>
                    <a:pt x="1494" y="480"/>
                  </a:lnTo>
                  <a:lnTo>
                    <a:pt x="1446" y="480"/>
                  </a:lnTo>
                  <a:lnTo>
                    <a:pt x="1397" y="486"/>
                  </a:lnTo>
                  <a:lnTo>
                    <a:pt x="1349" y="498"/>
                  </a:lnTo>
                  <a:lnTo>
                    <a:pt x="1248" y="528"/>
                  </a:lnTo>
                  <a:lnTo>
                    <a:pt x="1158" y="570"/>
                  </a:lnTo>
                  <a:lnTo>
                    <a:pt x="1104" y="600"/>
                  </a:lnTo>
                  <a:lnTo>
                    <a:pt x="1037" y="624"/>
                  </a:lnTo>
                  <a:lnTo>
                    <a:pt x="996" y="630"/>
                  </a:lnTo>
                  <a:lnTo>
                    <a:pt x="948" y="630"/>
                  </a:lnTo>
                  <a:lnTo>
                    <a:pt x="900" y="618"/>
                  </a:lnTo>
                  <a:lnTo>
                    <a:pt x="840" y="588"/>
                  </a:lnTo>
                  <a:lnTo>
                    <a:pt x="714" y="534"/>
                  </a:lnTo>
                  <a:lnTo>
                    <a:pt x="582" y="474"/>
                  </a:lnTo>
                  <a:lnTo>
                    <a:pt x="443" y="408"/>
                  </a:lnTo>
                  <a:lnTo>
                    <a:pt x="318" y="348"/>
                  </a:lnTo>
                  <a:lnTo>
                    <a:pt x="198" y="288"/>
                  </a:lnTo>
                  <a:lnTo>
                    <a:pt x="149" y="264"/>
                  </a:lnTo>
                  <a:lnTo>
                    <a:pt x="102" y="240"/>
                  </a:lnTo>
                  <a:lnTo>
                    <a:pt x="0" y="187"/>
                  </a:lnTo>
                  <a:lnTo>
                    <a:pt x="0" y="460"/>
                  </a:lnTo>
                  <a:lnTo>
                    <a:pt x="36" y="474"/>
                  </a:lnTo>
                  <a:lnTo>
                    <a:pt x="149" y="516"/>
                  </a:lnTo>
                  <a:lnTo>
                    <a:pt x="216" y="540"/>
                  </a:lnTo>
                  <a:lnTo>
                    <a:pt x="288" y="570"/>
                  </a:lnTo>
                  <a:lnTo>
                    <a:pt x="348" y="594"/>
                  </a:lnTo>
                  <a:lnTo>
                    <a:pt x="396" y="618"/>
                  </a:lnTo>
                  <a:lnTo>
                    <a:pt x="432" y="636"/>
                  </a:lnTo>
                  <a:lnTo>
                    <a:pt x="461" y="654"/>
                  </a:lnTo>
                  <a:lnTo>
                    <a:pt x="504" y="672"/>
                  </a:lnTo>
                  <a:lnTo>
                    <a:pt x="588" y="707"/>
                  </a:lnTo>
                  <a:lnTo>
                    <a:pt x="684" y="743"/>
                  </a:lnTo>
                  <a:lnTo>
                    <a:pt x="725" y="755"/>
                  </a:lnTo>
                  <a:lnTo>
                    <a:pt x="761" y="767"/>
                  </a:lnTo>
                  <a:lnTo>
                    <a:pt x="828" y="779"/>
                  </a:lnTo>
                  <a:lnTo>
                    <a:pt x="894" y="785"/>
                  </a:lnTo>
                  <a:lnTo>
                    <a:pt x="966" y="791"/>
                  </a:lnTo>
                  <a:lnTo>
                    <a:pt x="1031" y="791"/>
                  </a:lnTo>
                  <a:lnTo>
                    <a:pt x="1092" y="785"/>
                  </a:lnTo>
                  <a:lnTo>
                    <a:pt x="1146" y="785"/>
                  </a:lnTo>
                  <a:lnTo>
                    <a:pt x="1176" y="779"/>
                  </a:lnTo>
                  <a:lnTo>
                    <a:pt x="1188" y="779"/>
                  </a:lnTo>
                  <a:lnTo>
                    <a:pt x="1236" y="785"/>
                  </a:lnTo>
                  <a:lnTo>
                    <a:pt x="1278" y="791"/>
                  </a:lnTo>
                  <a:lnTo>
                    <a:pt x="1307" y="803"/>
                  </a:lnTo>
                  <a:lnTo>
                    <a:pt x="1337" y="809"/>
                  </a:lnTo>
                  <a:lnTo>
                    <a:pt x="1379" y="827"/>
                  </a:lnTo>
                  <a:lnTo>
                    <a:pt x="1404" y="845"/>
                  </a:lnTo>
                  <a:lnTo>
                    <a:pt x="1416" y="863"/>
                  </a:lnTo>
                  <a:lnTo>
                    <a:pt x="1416" y="875"/>
                  </a:lnTo>
                  <a:lnTo>
                    <a:pt x="1416" y="881"/>
                  </a:lnTo>
                  <a:lnTo>
                    <a:pt x="1416" y="887"/>
                  </a:lnTo>
                  <a:lnTo>
                    <a:pt x="1410" y="887"/>
                  </a:lnTo>
                  <a:lnTo>
                    <a:pt x="1397" y="893"/>
                  </a:lnTo>
                  <a:lnTo>
                    <a:pt x="1379" y="905"/>
                  </a:lnTo>
                  <a:lnTo>
                    <a:pt x="1361" y="923"/>
                  </a:lnTo>
                  <a:lnTo>
                    <a:pt x="1355" y="941"/>
                  </a:lnTo>
                  <a:lnTo>
                    <a:pt x="1361" y="971"/>
                  </a:lnTo>
                  <a:lnTo>
                    <a:pt x="1367" y="989"/>
                  </a:lnTo>
                  <a:lnTo>
                    <a:pt x="1385" y="1007"/>
                  </a:lnTo>
                  <a:lnTo>
                    <a:pt x="1404" y="1025"/>
                  </a:lnTo>
                  <a:lnTo>
                    <a:pt x="1434" y="1049"/>
                  </a:lnTo>
                  <a:lnTo>
                    <a:pt x="1464" y="1067"/>
                  </a:lnTo>
                  <a:lnTo>
                    <a:pt x="1494" y="1085"/>
                  </a:lnTo>
                  <a:lnTo>
                    <a:pt x="1554" y="1091"/>
                  </a:lnTo>
                  <a:lnTo>
                    <a:pt x="1607" y="1085"/>
                  </a:lnTo>
                  <a:lnTo>
                    <a:pt x="1661" y="1067"/>
                  </a:lnTo>
                  <a:lnTo>
                    <a:pt x="1697" y="1043"/>
                  </a:lnTo>
                  <a:lnTo>
                    <a:pt x="1734" y="1019"/>
                  </a:lnTo>
                  <a:lnTo>
                    <a:pt x="1752" y="995"/>
                  </a:lnTo>
                  <a:lnTo>
                    <a:pt x="1758" y="989"/>
                  </a:lnTo>
                  <a:lnTo>
                    <a:pt x="1812" y="989"/>
                  </a:lnTo>
                  <a:lnTo>
                    <a:pt x="1860" y="983"/>
                  </a:lnTo>
                  <a:lnTo>
                    <a:pt x="1907" y="965"/>
                  </a:lnTo>
                  <a:lnTo>
                    <a:pt x="1943" y="941"/>
                  </a:lnTo>
                  <a:lnTo>
                    <a:pt x="1973" y="917"/>
                  </a:lnTo>
                  <a:lnTo>
                    <a:pt x="2003" y="899"/>
                  </a:lnTo>
                  <a:lnTo>
                    <a:pt x="2015" y="881"/>
                  </a:lnTo>
                  <a:lnTo>
                    <a:pt x="2021" y="875"/>
                  </a:lnTo>
                  <a:lnTo>
                    <a:pt x="2201" y="899"/>
                  </a:lnTo>
                  <a:lnTo>
                    <a:pt x="2243" y="905"/>
                  </a:lnTo>
                  <a:lnTo>
                    <a:pt x="2273" y="899"/>
                  </a:lnTo>
                  <a:lnTo>
                    <a:pt x="2327" y="887"/>
                  </a:lnTo>
                  <a:lnTo>
                    <a:pt x="2364" y="863"/>
                  </a:lnTo>
                  <a:lnTo>
                    <a:pt x="2388" y="827"/>
                  </a:lnTo>
                  <a:lnTo>
                    <a:pt x="2400" y="797"/>
                  </a:lnTo>
                  <a:lnTo>
                    <a:pt x="2400" y="767"/>
                  </a:lnTo>
                  <a:lnTo>
                    <a:pt x="2400" y="743"/>
                  </a:lnTo>
                  <a:lnTo>
                    <a:pt x="2400" y="737"/>
                  </a:lnTo>
                  <a:lnTo>
                    <a:pt x="2418" y="737"/>
                  </a:lnTo>
                  <a:lnTo>
                    <a:pt x="2436" y="731"/>
                  </a:lnTo>
                  <a:lnTo>
                    <a:pt x="2471" y="701"/>
                  </a:lnTo>
                  <a:lnTo>
                    <a:pt x="2513" y="660"/>
                  </a:lnTo>
                  <a:lnTo>
                    <a:pt x="2555" y="606"/>
                  </a:lnTo>
                  <a:lnTo>
                    <a:pt x="2591" y="552"/>
                  </a:lnTo>
                  <a:lnTo>
                    <a:pt x="2621" y="504"/>
                  </a:lnTo>
                  <a:lnTo>
                    <a:pt x="2639" y="468"/>
                  </a:lnTo>
                  <a:lnTo>
                    <a:pt x="2646" y="462"/>
                  </a:lnTo>
                  <a:lnTo>
                    <a:pt x="2646" y="456"/>
                  </a:lnTo>
                  <a:lnTo>
                    <a:pt x="2693" y="374"/>
                  </a:lnTo>
                  <a:lnTo>
                    <a:pt x="2723" y="299"/>
                  </a:lnTo>
                  <a:close/>
                </a:path>
              </a:pathLst>
            </a:custGeom>
            <a:solidFill>
              <a:schemeClr val="bg1">
                <a:alpha val="100000"/>
              </a:schemeClr>
            </a:solidFill>
            <a:ln w="9525">
              <a:noFill/>
            </a:ln>
          </p:spPr>
          <p:txBody>
            <a:bodyPr/>
            <a:p>
              <a:endParaRPr lang="zh-CN" altLang="en-US"/>
            </a:p>
          </p:txBody>
        </p:sp>
      </p:grpSp>
      <p:sp>
        <p:nvSpPr>
          <p:cNvPr id="119826" name="Rectangle 18"/>
          <p:cNvSpPr>
            <a:spLocks noGrp="1" noChangeArrowheads="1"/>
          </p:cNvSpPr>
          <p:nvPr>
            <p:ph type="ctrTitle" sz="quarter"/>
          </p:nvPr>
        </p:nvSpPr>
        <p:spPr>
          <a:xfrm>
            <a:off x="685800" y="1327150"/>
            <a:ext cx="7772400" cy="1301750"/>
          </a:xfrm>
        </p:spPr>
        <p:txBody>
          <a:bodyPr anchor="b"/>
          <a:lstStyle>
            <a:lvl1pPr>
              <a:defRPr sz="5400"/>
            </a:lvl1pPr>
          </a:lstStyle>
          <a:p>
            <a:r>
              <a:rPr lang="zh-CN" altLang="en-US"/>
              <a:t>单击此处编辑母版标题样式</a:t>
            </a:r>
            <a:endParaRPr lang="zh-CN" altLang="en-US"/>
          </a:p>
        </p:txBody>
      </p:sp>
      <p:sp>
        <p:nvSpPr>
          <p:cNvPr id="119827" name="Rectangle 19"/>
          <p:cNvSpPr>
            <a:spLocks noGrp="1" noChangeArrowheads="1"/>
          </p:cNvSpPr>
          <p:nvPr>
            <p:ph type="subTitle" sz="quarter" idx="1"/>
          </p:nvPr>
        </p:nvSpPr>
        <p:spPr>
          <a:xfrm>
            <a:off x="1371600" y="2914650"/>
            <a:ext cx="6400800" cy="1314450"/>
          </a:xfrm>
        </p:spPr>
        <p:txBody>
          <a:bodyPr/>
          <a:lstStyle>
            <a:lvl1pPr marL="0" indent="0" algn="ctr">
              <a:buFontTx/>
              <a:buNone/>
              <a:defRPr/>
            </a:lvl1pPr>
          </a:lstStyle>
          <a:p>
            <a:r>
              <a:rPr lang="zh-CN" altLang="en-US"/>
              <a:t>单击此处编辑母版副标题样式</a:t>
            </a:r>
            <a:endParaRPr lang="zh-CN" altLang="en-US"/>
          </a:p>
        </p:txBody>
      </p:sp>
      <p:sp>
        <p:nvSpPr>
          <p:cNvPr id="39" name="Rectangle 20"/>
          <p:cNvSpPr>
            <a:spLocks noGrp="1" noChangeArrowheads="1"/>
          </p:cNvSpPr>
          <p:nvPr>
            <p:ph type="dt" sz="quarter" idx="2"/>
          </p:nvPr>
        </p:nvSpPr>
        <p:spPr bwMode="auto">
          <a:xfrm>
            <a:off x="457200" y="4686300"/>
            <a:ext cx="2133600" cy="3429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FEF988A-CE3A-4A20-8F89-D2D0BDEBFE97}"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0" name="Rectangle 21"/>
          <p:cNvSpPr>
            <a:spLocks noGrp="1" noChangeArrowheads="1"/>
          </p:cNvSpPr>
          <p:nvPr>
            <p:ph type="ftr" sz="quarter" idx="3"/>
          </p:nvPr>
        </p:nvSpPr>
        <p:spPr bwMode="auto">
          <a:xfrm>
            <a:off x="3124200" y="4686300"/>
            <a:ext cx="2895600" cy="3429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1" name="Rectangle 22"/>
          <p:cNvSpPr>
            <a:spLocks noGrp="1" noChangeArrowheads="1"/>
          </p:cNvSpPr>
          <p:nvPr>
            <p:ph type="sldNum" sz="quarter" idx="4"/>
          </p:nvPr>
        </p:nvSpPr>
        <p:spPr bwMode="auto">
          <a:xfrm>
            <a:off x="6553200" y="4686300"/>
            <a:ext cx="2133600" cy="342900"/>
          </a:xfrm>
          <a:prstGeom prst="rect">
            <a:avLst/>
          </a:prstGeom>
          <a:ln>
            <a:miter lim="800000"/>
          </a:ln>
        </p:spPr>
        <p:txBody>
          <a:bodyPr vert="horz" wrap="square" lIns="91440" tIns="45720" rIns="91440" bIns="45720" numCol="1" anchor="b" anchorCtr="0" compatLnSpc="1"/>
          <a:p>
            <a:pPr algn="r">
              <a:buNone/>
            </a:pPr>
            <a:fld id="{9A0DB2DC-4C9A-4742-B13C-FB6460FD3503}" type="slidenum">
              <a:rPr lang="zh-CN" altLang="en-US" dirty="0">
                <a:latin typeface="Garamond" panose="02020404030301010803" pitchFamily="18" charset="0"/>
              </a:rPr>
            </a:fld>
            <a:endParaRPr lang="zh-CN" altLang="en-US" dirty="0">
              <a:latin typeface="Garamond" panose="02020404030301010803" pitchFamily="18" charset="0"/>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79638"/>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0"/>
            <a:ext cx="4038600" cy="337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00150"/>
            <a:ext cx="4038600" cy="337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60375"/>
            <a:ext cx="5486400" cy="30861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Tx/>
              <a:buNone/>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656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6375"/>
            <a:ext cx="6019800" cy="43656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2"/>
          <p:cNvGrpSpPr/>
          <p:nvPr/>
        </p:nvGrpSpPr>
        <p:grpSpPr>
          <a:xfrm>
            <a:off x="566738" y="0"/>
            <a:ext cx="7891462" cy="5116513"/>
            <a:chOff x="349" y="23"/>
            <a:chExt cx="4971" cy="4297"/>
          </a:xfrm>
        </p:grpSpPr>
        <p:sp>
          <p:nvSpPr>
            <p:cNvPr id="1132" name="Rectangle 3"/>
            <p:cNvSpPr/>
            <p:nvPr/>
          </p:nvSpPr>
          <p:spPr>
            <a:xfrm>
              <a:off x="384" y="23"/>
              <a:ext cx="21"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33" name="Freeform 4"/>
            <p:cNvSpPr>
              <a:spLocks noEditPoints="1"/>
            </p:cNvSpPr>
            <p:nvPr/>
          </p:nvSpPr>
          <p:spPr>
            <a:xfrm>
              <a:off x="384"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34" name="Freeform 5"/>
            <p:cNvSpPr>
              <a:spLocks noEditPoints="1"/>
            </p:cNvSpPr>
            <p:nvPr/>
          </p:nvSpPr>
          <p:spPr>
            <a:xfrm>
              <a:off x="384"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35" name="Freeform 6"/>
            <p:cNvSpPr>
              <a:spLocks noEditPoints="1"/>
            </p:cNvSpPr>
            <p:nvPr/>
          </p:nvSpPr>
          <p:spPr>
            <a:xfrm>
              <a:off x="384"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36" name="Freeform 7"/>
            <p:cNvSpPr>
              <a:spLocks noEditPoints="1"/>
            </p:cNvSpPr>
            <p:nvPr/>
          </p:nvSpPr>
          <p:spPr>
            <a:xfrm>
              <a:off x="384"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37" name="Freeform 8"/>
            <p:cNvSpPr>
              <a:spLocks noEditPoints="1"/>
            </p:cNvSpPr>
            <p:nvPr/>
          </p:nvSpPr>
          <p:spPr>
            <a:xfrm>
              <a:off x="384"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38" name="Freeform 9"/>
            <p:cNvSpPr>
              <a:spLocks noEditPoints="1"/>
            </p:cNvSpPr>
            <p:nvPr/>
          </p:nvSpPr>
          <p:spPr>
            <a:xfrm>
              <a:off x="384"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39" name="Freeform 10"/>
            <p:cNvSpPr>
              <a:spLocks noEditPoints="1"/>
            </p:cNvSpPr>
            <p:nvPr/>
          </p:nvSpPr>
          <p:spPr>
            <a:xfrm>
              <a:off x="384"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0" name="Freeform 11"/>
            <p:cNvSpPr>
              <a:spLocks noEditPoints="1"/>
            </p:cNvSpPr>
            <p:nvPr/>
          </p:nvSpPr>
          <p:spPr>
            <a:xfrm>
              <a:off x="384"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1" name="Freeform 12"/>
            <p:cNvSpPr>
              <a:spLocks noEditPoints="1"/>
            </p:cNvSpPr>
            <p:nvPr/>
          </p:nvSpPr>
          <p:spPr>
            <a:xfrm>
              <a:off x="384"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2" name="Freeform 13"/>
            <p:cNvSpPr>
              <a:spLocks noEditPoints="1"/>
            </p:cNvSpPr>
            <p:nvPr/>
          </p:nvSpPr>
          <p:spPr>
            <a:xfrm>
              <a:off x="384"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3" name="Rectangle 14"/>
            <p:cNvSpPr/>
            <p:nvPr/>
          </p:nvSpPr>
          <p:spPr>
            <a:xfrm>
              <a:off x="384" y="4269"/>
              <a:ext cx="21"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44" name="Rectangle 15"/>
            <p:cNvSpPr/>
            <p:nvPr/>
          </p:nvSpPr>
          <p:spPr>
            <a:xfrm>
              <a:off x="829" y="23"/>
              <a:ext cx="21"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45" name="Freeform 16"/>
            <p:cNvSpPr>
              <a:spLocks noEditPoints="1"/>
            </p:cNvSpPr>
            <p:nvPr/>
          </p:nvSpPr>
          <p:spPr>
            <a:xfrm>
              <a:off x="829"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6" name="Freeform 17"/>
            <p:cNvSpPr>
              <a:spLocks noEditPoints="1"/>
            </p:cNvSpPr>
            <p:nvPr/>
          </p:nvSpPr>
          <p:spPr>
            <a:xfrm>
              <a:off x="829"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7" name="Freeform 18"/>
            <p:cNvSpPr>
              <a:spLocks noEditPoints="1"/>
            </p:cNvSpPr>
            <p:nvPr/>
          </p:nvSpPr>
          <p:spPr>
            <a:xfrm>
              <a:off x="829"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8" name="Freeform 19"/>
            <p:cNvSpPr>
              <a:spLocks noEditPoints="1"/>
            </p:cNvSpPr>
            <p:nvPr/>
          </p:nvSpPr>
          <p:spPr>
            <a:xfrm>
              <a:off x="829"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49" name="Freeform 20"/>
            <p:cNvSpPr>
              <a:spLocks noEditPoints="1"/>
            </p:cNvSpPr>
            <p:nvPr/>
          </p:nvSpPr>
          <p:spPr>
            <a:xfrm>
              <a:off x="829"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0" name="Freeform 21"/>
            <p:cNvSpPr>
              <a:spLocks noEditPoints="1"/>
            </p:cNvSpPr>
            <p:nvPr/>
          </p:nvSpPr>
          <p:spPr>
            <a:xfrm>
              <a:off x="829"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1" name="Freeform 22"/>
            <p:cNvSpPr>
              <a:spLocks noEditPoints="1"/>
            </p:cNvSpPr>
            <p:nvPr/>
          </p:nvSpPr>
          <p:spPr>
            <a:xfrm>
              <a:off x="829"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2" name="Freeform 23"/>
            <p:cNvSpPr>
              <a:spLocks noEditPoints="1"/>
            </p:cNvSpPr>
            <p:nvPr/>
          </p:nvSpPr>
          <p:spPr>
            <a:xfrm>
              <a:off x="829"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3" name="Freeform 24"/>
            <p:cNvSpPr>
              <a:spLocks noEditPoints="1"/>
            </p:cNvSpPr>
            <p:nvPr/>
          </p:nvSpPr>
          <p:spPr>
            <a:xfrm>
              <a:off x="829"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4" name="Freeform 25"/>
            <p:cNvSpPr>
              <a:spLocks noEditPoints="1"/>
            </p:cNvSpPr>
            <p:nvPr/>
          </p:nvSpPr>
          <p:spPr>
            <a:xfrm>
              <a:off x="829"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5" name="Rectangle 26"/>
            <p:cNvSpPr/>
            <p:nvPr/>
          </p:nvSpPr>
          <p:spPr>
            <a:xfrm>
              <a:off x="829" y="4269"/>
              <a:ext cx="21"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56" name="Rectangle 27"/>
            <p:cNvSpPr/>
            <p:nvPr/>
          </p:nvSpPr>
          <p:spPr>
            <a:xfrm>
              <a:off x="1279" y="23"/>
              <a:ext cx="21"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57" name="Freeform 28"/>
            <p:cNvSpPr>
              <a:spLocks noEditPoints="1"/>
            </p:cNvSpPr>
            <p:nvPr/>
          </p:nvSpPr>
          <p:spPr>
            <a:xfrm>
              <a:off x="1279"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8" name="Freeform 29"/>
            <p:cNvSpPr>
              <a:spLocks noEditPoints="1"/>
            </p:cNvSpPr>
            <p:nvPr/>
          </p:nvSpPr>
          <p:spPr>
            <a:xfrm>
              <a:off x="1279"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59" name="Freeform 30"/>
            <p:cNvSpPr>
              <a:spLocks noEditPoints="1"/>
            </p:cNvSpPr>
            <p:nvPr/>
          </p:nvSpPr>
          <p:spPr>
            <a:xfrm>
              <a:off x="1279"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0" name="Freeform 31"/>
            <p:cNvSpPr>
              <a:spLocks noEditPoints="1"/>
            </p:cNvSpPr>
            <p:nvPr/>
          </p:nvSpPr>
          <p:spPr>
            <a:xfrm>
              <a:off x="1279"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1" name="Freeform 32"/>
            <p:cNvSpPr>
              <a:spLocks noEditPoints="1"/>
            </p:cNvSpPr>
            <p:nvPr/>
          </p:nvSpPr>
          <p:spPr>
            <a:xfrm>
              <a:off x="1279"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2" name="Freeform 33"/>
            <p:cNvSpPr>
              <a:spLocks noEditPoints="1"/>
            </p:cNvSpPr>
            <p:nvPr/>
          </p:nvSpPr>
          <p:spPr>
            <a:xfrm>
              <a:off x="1279"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3" name="Freeform 34"/>
            <p:cNvSpPr>
              <a:spLocks noEditPoints="1"/>
            </p:cNvSpPr>
            <p:nvPr/>
          </p:nvSpPr>
          <p:spPr>
            <a:xfrm>
              <a:off x="1279"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4" name="Freeform 35"/>
            <p:cNvSpPr>
              <a:spLocks noEditPoints="1"/>
            </p:cNvSpPr>
            <p:nvPr/>
          </p:nvSpPr>
          <p:spPr>
            <a:xfrm>
              <a:off x="1279"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5" name="Freeform 36"/>
            <p:cNvSpPr>
              <a:spLocks noEditPoints="1"/>
            </p:cNvSpPr>
            <p:nvPr/>
          </p:nvSpPr>
          <p:spPr>
            <a:xfrm>
              <a:off x="1279"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6" name="Freeform 37"/>
            <p:cNvSpPr>
              <a:spLocks noEditPoints="1"/>
            </p:cNvSpPr>
            <p:nvPr/>
          </p:nvSpPr>
          <p:spPr>
            <a:xfrm>
              <a:off x="1279"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67" name="Rectangle 38"/>
            <p:cNvSpPr/>
            <p:nvPr/>
          </p:nvSpPr>
          <p:spPr>
            <a:xfrm>
              <a:off x="1279" y="4269"/>
              <a:ext cx="21"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68" name="Rectangle 39"/>
            <p:cNvSpPr/>
            <p:nvPr/>
          </p:nvSpPr>
          <p:spPr>
            <a:xfrm>
              <a:off x="1724" y="23"/>
              <a:ext cx="21"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69" name="Freeform 40"/>
            <p:cNvSpPr>
              <a:spLocks noEditPoints="1"/>
            </p:cNvSpPr>
            <p:nvPr/>
          </p:nvSpPr>
          <p:spPr>
            <a:xfrm>
              <a:off x="1724"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0" name="Freeform 41"/>
            <p:cNvSpPr>
              <a:spLocks noEditPoints="1"/>
            </p:cNvSpPr>
            <p:nvPr/>
          </p:nvSpPr>
          <p:spPr>
            <a:xfrm>
              <a:off x="1724"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1" name="Freeform 42"/>
            <p:cNvSpPr>
              <a:spLocks noEditPoints="1"/>
            </p:cNvSpPr>
            <p:nvPr/>
          </p:nvSpPr>
          <p:spPr>
            <a:xfrm>
              <a:off x="1724"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2" name="Freeform 43"/>
            <p:cNvSpPr>
              <a:spLocks noEditPoints="1"/>
            </p:cNvSpPr>
            <p:nvPr/>
          </p:nvSpPr>
          <p:spPr>
            <a:xfrm>
              <a:off x="1724"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3" name="Freeform 44"/>
            <p:cNvSpPr>
              <a:spLocks noEditPoints="1"/>
            </p:cNvSpPr>
            <p:nvPr/>
          </p:nvSpPr>
          <p:spPr>
            <a:xfrm>
              <a:off x="1724"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4" name="Freeform 45"/>
            <p:cNvSpPr>
              <a:spLocks noEditPoints="1"/>
            </p:cNvSpPr>
            <p:nvPr/>
          </p:nvSpPr>
          <p:spPr>
            <a:xfrm>
              <a:off x="1724"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5" name="Freeform 46"/>
            <p:cNvSpPr>
              <a:spLocks noEditPoints="1"/>
            </p:cNvSpPr>
            <p:nvPr/>
          </p:nvSpPr>
          <p:spPr>
            <a:xfrm>
              <a:off x="1724"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6" name="Freeform 47"/>
            <p:cNvSpPr>
              <a:spLocks noEditPoints="1"/>
            </p:cNvSpPr>
            <p:nvPr/>
          </p:nvSpPr>
          <p:spPr>
            <a:xfrm>
              <a:off x="1724"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7" name="Freeform 48"/>
            <p:cNvSpPr>
              <a:spLocks noEditPoints="1"/>
            </p:cNvSpPr>
            <p:nvPr/>
          </p:nvSpPr>
          <p:spPr>
            <a:xfrm>
              <a:off x="1724"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8" name="Freeform 49"/>
            <p:cNvSpPr>
              <a:spLocks noEditPoints="1"/>
            </p:cNvSpPr>
            <p:nvPr/>
          </p:nvSpPr>
          <p:spPr>
            <a:xfrm>
              <a:off x="1724"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79" name="Rectangle 50"/>
            <p:cNvSpPr/>
            <p:nvPr/>
          </p:nvSpPr>
          <p:spPr>
            <a:xfrm>
              <a:off x="1724" y="4269"/>
              <a:ext cx="21"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80" name="Rectangle 51"/>
            <p:cNvSpPr/>
            <p:nvPr/>
          </p:nvSpPr>
          <p:spPr>
            <a:xfrm>
              <a:off x="2169" y="23"/>
              <a:ext cx="21"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81" name="Freeform 52"/>
            <p:cNvSpPr>
              <a:spLocks noEditPoints="1"/>
            </p:cNvSpPr>
            <p:nvPr/>
          </p:nvSpPr>
          <p:spPr>
            <a:xfrm>
              <a:off x="2169" y="226"/>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2" name="Freeform 53"/>
            <p:cNvSpPr>
              <a:spLocks noEditPoints="1"/>
            </p:cNvSpPr>
            <p:nvPr/>
          </p:nvSpPr>
          <p:spPr>
            <a:xfrm>
              <a:off x="2169" y="630"/>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3" name="Freeform 54"/>
            <p:cNvSpPr>
              <a:spLocks noEditPoints="1"/>
            </p:cNvSpPr>
            <p:nvPr/>
          </p:nvSpPr>
          <p:spPr>
            <a:xfrm>
              <a:off x="2169" y="1034"/>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4" name="Freeform 55"/>
            <p:cNvSpPr>
              <a:spLocks noEditPoints="1"/>
            </p:cNvSpPr>
            <p:nvPr/>
          </p:nvSpPr>
          <p:spPr>
            <a:xfrm>
              <a:off x="2169" y="1438"/>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5" name="Freeform 56"/>
            <p:cNvSpPr>
              <a:spLocks noEditPoints="1"/>
            </p:cNvSpPr>
            <p:nvPr/>
          </p:nvSpPr>
          <p:spPr>
            <a:xfrm>
              <a:off x="2169" y="1843"/>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6" name="Freeform 57"/>
            <p:cNvSpPr>
              <a:spLocks noEditPoints="1"/>
            </p:cNvSpPr>
            <p:nvPr/>
          </p:nvSpPr>
          <p:spPr>
            <a:xfrm>
              <a:off x="2169" y="2247"/>
              <a:ext cx="21" cy="304"/>
            </a:xfrm>
            <a:custGeom>
              <a:avLst/>
              <a:gdLst/>
              <a:ahLst/>
              <a:cxnLst>
                <a:cxn ang="0">
                  <a:pos x="0" y="0"/>
                </a:cxn>
                <a:cxn ang="0">
                  <a:pos x="0" y="101"/>
                </a:cxn>
                <a:cxn ang="0">
                  <a:pos x="21" y="101"/>
                </a:cxn>
                <a:cxn ang="0">
                  <a:pos x="21" y="0"/>
                </a:cxn>
                <a:cxn ang="0">
                  <a:pos x="0" y="0"/>
                </a:cxn>
                <a:cxn ang="0">
                  <a:pos x="0" y="203"/>
                </a:cxn>
                <a:cxn ang="0">
                  <a:pos x="0" y="304"/>
                </a:cxn>
                <a:cxn ang="0">
                  <a:pos x="21" y="304"/>
                </a:cxn>
                <a:cxn ang="0">
                  <a:pos x="21"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7" name="Freeform 58"/>
            <p:cNvSpPr>
              <a:spLocks noEditPoints="1"/>
            </p:cNvSpPr>
            <p:nvPr/>
          </p:nvSpPr>
          <p:spPr>
            <a:xfrm>
              <a:off x="2169" y="2652"/>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8" name="Freeform 59"/>
            <p:cNvSpPr>
              <a:spLocks noEditPoints="1"/>
            </p:cNvSpPr>
            <p:nvPr/>
          </p:nvSpPr>
          <p:spPr>
            <a:xfrm>
              <a:off x="2169" y="3056"/>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89" name="Freeform 60"/>
            <p:cNvSpPr>
              <a:spLocks noEditPoints="1"/>
            </p:cNvSpPr>
            <p:nvPr/>
          </p:nvSpPr>
          <p:spPr>
            <a:xfrm>
              <a:off x="2169" y="3461"/>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0" name="Freeform 61"/>
            <p:cNvSpPr>
              <a:spLocks noEditPoints="1"/>
            </p:cNvSpPr>
            <p:nvPr/>
          </p:nvSpPr>
          <p:spPr>
            <a:xfrm>
              <a:off x="2169" y="3865"/>
              <a:ext cx="21" cy="303"/>
            </a:xfrm>
            <a:custGeom>
              <a:avLst/>
              <a:gdLst/>
              <a:ahLst/>
              <a:cxnLst>
                <a:cxn ang="0">
                  <a:pos x="0" y="0"/>
                </a:cxn>
                <a:cxn ang="0">
                  <a:pos x="0" y="101"/>
                </a:cxn>
                <a:cxn ang="0">
                  <a:pos x="21" y="101"/>
                </a:cxn>
                <a:cxn ang="0">
                  <a:pos x="21" y="0"/>
                </a:cxn>
                <a:cxn ang="0">
                  <a:pos x="0" y="0"/>
                </a:cxn>
                <a:cxn ang="0">
                  <a:pos x="0" y="202"/>
                </a:cxn>
                <a:cxn ang="0">
                  <a:pos x="0" y="303"/>
                </a:cxn>
                <a:cxn ang="0">
                  <a:pos x="21" y="303"/>
                </a:cxn>
                <a:cxn ang="0">
                  <a:pos x="21"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1" name="Rectangle 62"/>
            <p:cNvSpPr/>
            <p:nvPr/>
          </p:nvSpPr>
          <p:spPr>
            <a:xfrm>
              <a:off x="2169" y="4269"/>
              <a:ext cx="21"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92" name="Rectangle 63"/>
            <p:cNvSpPr/>
            <p:nvPr/>
          </p:nvSpPr>
          <p:spPr>
            <a:xfrm>
              <a:off x="2620" y="23"/>
              <a:ext cx="20"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193" name="Freeform 64"/>
            <p:cNvSpPr>
              <a:spLocks noEditPoints="1"/>
            </p:cNvSpPr>
            <p:nvPr/>
          </p:nvSpPr>
          <p:spPr>
            <a:xfrm>
              <a:off x="262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4" name="Freeform 65"/>
            <p:cNvSpPr>
              <a:spLocks noEditPoints="1"/>
            </p:cNvSpPr>
            <p:nvPr/>
          </p:nvSpPr>
          <p:spPr>
            <a:xfrm>
              <a:off x="262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5" name="Freeform 66"/>
            <p:cNvSpPr>
              <a:spLocks noEditPoints="1"/>
            </p:cNvSpPr>
            <p:nvPr/>
          </p:nvSpPr>
          <p:spPr>
            <a:xfrm>
              <a:off x="262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6" name="Freeform 67"/>
            <p:cNvSpPr>
              <a:spLocks noEditPoints="1"/>
            </p:cNvSpPr>
            <p:nvPr/>
          </p:nvSpPr>
          <p:spPr>
            <a:xfrm>
              <a:off x="262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7" name="Freeform 68"/>
            <p:cNvSpPr>
              <a:spLocks noEditPoints="1"/>
            </p:cNvSpPr>
            <p:nvPr/>
          </p:nvSpPr>
          <p:spPr>
            <a:xfrm>
              <a:off x="262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8" name="Freeform 69"/>
            <p:cNvSpPr>
              <a:spLocks noEditPoints="1"/>
            </p:cNvSpPr>
            <p:nvPr/>
          </p:nvSpPr>
          <p:spPr>
            <a:xfrm>
              <a:off x="262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199" name="Freeform 70"/>
            <p:cNvSpPr>
              <a:spLocks noEditPoints="1"/>
            </p:cNvSpPr>
            <p:nvPr/>
          </p:nvSpPr>
          <p:spPr>
            <a:xfrm>
              <a:off x="262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0" name="Freeform 71"/>
            <p:cNvSpPr>
              <a:spLocks noEditPoints="1"/>
            </p:cNvSpPr>
            <p:nvPr/>
          </p:nvSpPr>
          <p:spPr>
            <a:xfrm>
              <a:off x="262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1" name="Freeform 72"/>
            <p:cNvSpPr>
              <a:spLocks noEditPoints="1"/>
            </p:cNvSpPr>
            <p:nvPr/>
          </p:nvSpPr>
          <p:spPr>
            <a:xfrm>
              <a:off x="262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2" name="Freeform 73"/>
            <p:cNvSpPr>
              <a:spLocks noEditPoints="1"/>
            </p:cNvSpPr>
            <p:nvPr/>
          </p:nvSpPr>
          <p:spPr>
            <a:xfrm>
              <a:off x="262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3" name="Rectangle 74"/>
            <p:cNvSpPr/>
            <p:nvPr/>
          </p:nvSpPr>
          <p:spPr>
            <a:xfrm>
              <a:off x="2620" y="4269"/>
              <a:ext cx="20"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04" name="Rectangle 75"/>
            <p:cNvSpPr/>
            <p:nvPr/>
          </p:nvSpPr>
          <p:spPr>
            <a:xfrm>
              <a:off x="3065" y="23"/>
              <a:ext cx="20"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05" name="Freeform 76"/>
            <p:cNvSpPr>
              <a:spLocks noEditPoints="1"/>
            </p:cNvSpPr>
            <p:nvPr/>
          </p:nvSpPr>
          <p:spPr>
            <a:xfrm>
              <a:off x="3065"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6" name="Freeform 77"/>
            <p:cNvSpPr>
              <a:spLocks noEditPoints="1"/>
            </p:cNvSpPr>
            <p:nvPr/>
          </p:nvSpPr>
          <p:spPr>
            <a:xfrm>
              <a:off x="3065"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7" name="Freeform 78"/>
            <p:cNvSpPr>
              <a:spLocks noEditPoints="1"/>
            </p:cNvSpPr>
            <p:nvPr/>
          </p:nvSpPr>
          <p:spPr>
            <a:xfrm>
              <a:off x="3065"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8" name="Freeform 79"/>
            <p:cNvSpPr>
              <a:spLocks noEditPoints="1"/>
            </p:cNvSpPr>
            <p:nvPr/>
          </p:nvSpPr>
          <p:spPr>
            <a:xfrm>
              <a:off x="3065"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09" name="Freeform 80"/>
            <p:cNvSpPr>
              <a:spLocks noEditPoints="1"/>
            </p:cNvSpPr>
            <p:nvPr/>
          </p:nvSpPr>
          <p:spPr>
            <a:xfrm>
              <a:off x="3065"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0" name="Freeform 81"/>
            <p:cNvSpPr>
              <a:spLocks noEditPoints="1"/>
            </p:cNvSpPr>
            <p:nvPr/>
          </p:nvSpPr>
          <p:spPr>
            <a:xfrm>
              <a:off x="3065"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1" name="Freeform 82"/>
            <p:cNvSpPr>
              <a:spLocks noEditPoints="1"/>
            </p:cNvSpPr>
            <p:nvPr/>
          </p:nvSpPr>
          <p:spPr>
            <a:xfrm>
              <a:off x="3065"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2" name="Freeform 83"/>
            <p:cNvSpPr>
              <a:spLocks noEditPoints="1"/>
            </p:cNvSpPr>
            <p:nvPr/>
          </p:nvSpPr>
          <p:spPr>
            <a:xfrm>
              <a:off x="3065"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3" name="Freeform 84"/>
            <p:cNvSpPr>
              <a:spLocks noEditPoints="1"/>
            </p:cNvSpPr>
            <p:nvPr/>
          </p:nvSpPr>
          <p:spPr>
            <a:xfrm>
              <a:off x="3065"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4" name="Freeform 85"/>
            <p:cNvSpPr>
              <a:spLocks noEditPoints="1"/>
            </p:cNvSpPr>
            <p:nvPr/>
          </p:nvSpPr>
          <p:spPr>
            <a:xfrm>
              <a:off x="3065"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5" name="Rectangle 86"/>
            <p:cNvSpPr/>
            <p:nvPr/>
          </p:nvSpPr>
          <p:spPr>
            <a:xfrm>
              <a:off x="3065" y="4269"/>
              <a:ext cx="20"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16" name="Rectangle 87"/>
            <p:cNvSpPr/>
            <p:nvPr/>
          </p:nvSpPr>
          <p:spPr>
            <a:xfrm>
              <a:off x="3510" y="23"/>
              <a:ext cx="20"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17" name="Freeform 88"/>
            <p:cNvSpPr>
              <a:spLocks noEditPoints="1"/>
            </p:cNvSpPr>
            <p:nvPr/>
          </p:nvSpPr>
          <p:spPr>
            <a:xfrm>
              <a:off x="351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8" name="Freeform 89"/>
            <p:cNvSpPr>
              <a:spLocks noEditPoints="1"/>
            </p:cNvSpPr>
            <p:nvPr/>
          </p:nvSpPr>
          <p:spPr>
            <a:xfrm>
              <a:off x="351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19" name="Freeform 90"/>
            <p:cNvSpPr>
              <a:spLocks noEditPoints="1"/>
            </p:cNvSpPr>
            <p:nvPr/>
          </p:nvSpPr>
          <p:spPr>
            <a:xfrm>
              <a:off x="351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0" name="Freeform 91"/>
            <p:cNvSpPr>
              <a:spLocks noEditPoints="1"/>
            </p:cNvSpPr>
            <p:nvPr/>
          </p:nvSpPr>
          <p:spPr>
            <a:xfrm>
              <a:off x="351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1" name="Freeform 92"/>
            <p:cNvSpPr>
              <a:spLocks noEditPoints="1"/>
            </p:cNvSpPr>
            <p:nvPr/>
          </p:nvSpPr>
          <p:spPr>
            <a:xfrm>
              <a:off x="351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2" name="Freeform 93"/>
            <p:cNvSpPr>
              <a:spLocks noEditPoints="1"/>
            </p:cNvSpPr>
            <p:nvPr/>
          </p:nvSpPr>
          <p:spPr>
            <a:xfrm>
              <a:off x="351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3" name="Freeform 94"/>
            <p:cNvSpPr>
              <a:spLocks noEditPoints="1"/>
            </p:cNvSpPr>
            <p:nvPr/>
          </p:nvSpPr>
          <p:spPr>
            <a:xfrm>
              <a:off x="351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4" name="Freeform 95"/>
            <p:cNvSpPr>
              <a:spLocks noEditPoints="1"/>
            </p:cNvSpPr>
            <p:nvPr/>
          </p:nvSpPr>
          <p:spPr>
            <a:xfrm>
              <a:off x="351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5" name="Freeform 96"/>
            <p:cNvSpPr>
              <a:spLocks noEditPoints="1"/>
            </p:cNvSpPr>
            <p:nvPr/>
          </p:nvSpPr>
          <p:spPr>
            <a:xfrm>
              <a:off x="351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6" name="Freeform 97"/>
            <p:cNvSpPr>
              <a:spLocks noEditPoints="1"/>
            </p:cNvSpPr>
            <p:nvPr/>
          </p:nvSpPr>
          <p:spPr>
            <a:xfrm>
              <a:off x="351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27" name="Rectangle 98"/>
            <p:cNvSpPr/>
            <p:nvPr/>
          </p:nvSpPr>
          <p:spPr>
            <a:xfrm>
              <a:off x="3510" y="4269"/>
              <a:ext cx="20"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28" name="Rectangle 99"/>
            <p:cNvSpPr/>
            <p:nvPr/>
          </p:nvSpPr>
          <p:spPr>
            <a:xfrm>
              <a:off x="3960" y="23"/>
              <a:ext cx="20"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29" name="Freeform 100"/>
            <p:cNvSpPr>
              <a:spLocks noEditPoints="1"/>
            </p:cNvSpPr>
            <p:nvPr/>
          </p:nvSpPr>
          <p:spPr>
            <a:xfrm>
              <a:off x="396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0" name="Freeform 101"/>
            <p:cNvSpPr>
              <a:spLocks noEditPoints="1"/>
            </p:cNvSpPr>
            <p:nvPr/>
          </p:nvSpPr>
          <p:spPr>
            <a:xfrm>
              <a:off x="396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1" name="Freeform 102"/>
            <p:cNvSpPr>
              <a:spLocks noEditPoints="1"/>
            </p:cNvSpPr>
            <p:nvPr/>
          </p:nvSpPr>
          <p:spPr>
            <a:xfrm>
              <a:off x="396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2" name="Freeform 103"/>
            <p:cNvSpPr>
              <a:spLocks noEditPoints="1"/>
            </p:cNvSpPr>
            <p:nvPr/>
          </p:nvSpPr>
          <p:spPr>
            <a:xfrm>
              <a:off x="396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3" name="Freeform 104"/>
            <p:cNvSpPr>
              <a:spLocks noEditPoints="1"/>
            </p:cNvSpPr>
            <p:nvPr/>
          </p:nvSpPr>
          <p:spPr>
            <a:xfrm>
              <a:off x="396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4" name="Freeform 105"/>
            <p:cNvSpPr>
              <a:spLocks noEditPoints="1"/>
            </p:cNvSpPr>
            <p:nvPr/>
          </p:nvSpPr>
          <p:spPr>
            <a:xfrm>
              <a:off x="396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5" name="Freeform 106"/>
            <p:cNvSpPr>
              <a:spLocks noEditPoints="1"/>
            </p:cNvSpPr>
            <p:nvPr/>
          </p:nvSpPr>
          <p:spPr>
            <a:xfrm>
              <a:off x="396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6" name="Freeform 107"/>
            <p:cNvSpPr>
              <a:spLocks noEditPoints="1"/>
            </p:cNvSpPr>
            <p:nvPr/>
          </p:nvSpPr>
          <p:spPr>
            <a:xfrm>
              <a:off x="396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7" name="Freeform 108"/>
            <p:cNvSpPr>
              <a:spLocks noEditPoints="1"/>
            </p:cNvSpPr>
            <p:nvPr/>
          </p:nvSpPr>
          <p:spPr>
            <a:xfrm>
              <a:off x="396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8" name="Freeform 109"/>
            <p:cNvSpPr>
              <a:spLocks noEditPoints="1"/>
            </p:cNvSpPr>
            <p:nvPr/>
          </p:nvSpPr>
          <p:spPr>
            <a:xfrm>
              <a:off x="396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39" name="Rectangle 110"/>
            <p:cNvSpPr/>
            <p:nvPr/>
          </p:nvSpPr>
          <p:spPr>
            <a:xfrm>
              <a:off x="3960" y="4269"/>
              <a:ext cx="20"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40" name="Rectangle 111"/>
            <p:cNvSpPr/>
            <p:nvPr/>
          </p:nvSpPr>
          <p:spPr>
            <a:xfrm>
              <a:off x="4405" y="23"/>
              <a:ext cx="20"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41" name="Freeform 112"/>
            <p:cNvSpPr>
              <a:spLocks noEditPoints="1"/>
            </p:cNvSpPr>
            <p:nvPr/>
          </p:nvSpPr>
          <p:spPr>
            <a:xfrm>
              <a:off x="4405"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2" name="Freeform 113"/>
            <p:cNvSpPr>
              <a:spLocks noEditPoints="1"/>
            </p:cNvSpPr>
            <p:nvPr/>
          </p:nvSpPr>
          <p:spPr>
            <a:xfrm>
              <a:off x="4405"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3" name="Freeform 114"/>
            <p:cNvSpPr>
              <a:spLocks noEditPoints="1"/>
            </p:cNvSpPr>
            <p:nvPr/>
          </p:nvSpPr>
          <p:spPr>
            <a:xfrm>
              <a:off x="4405"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4" name="Freeform 115"/>
            <p:cNvSpPr>
              <a:spLocks noEditPoints="1"/>
            </p:cNvSpPr>
            <p:nvPr/>
          </p:nvSpPr>
          <p:spPr>
            <a:xfrm>
              <a:off x="4405"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5" name="Freeform 116"/>
            <p:cNvSpPr>
              <a:spLocks noEditPoints="1"/>
            </p:cNvSpPr>
            <p:nvPr/>
          </p:nvSpPr>
          <p:spPr>
            <a:xfrm>
              <a:off x="4405"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6" name="Freeform 117"/>
            <p:cNvSpPr>
              <a:spLocks noEditPoints="1"/>
            </p:cNvSpPr>
            <p:nvPr/>
          </p:nvSpPr>
          <p:spPr>
            <a:xfrm>
              <a:off x="4405"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7" name="Freeform 118"/>
            <p:cNvSpPr>
              <a:spLocks noEditPoints="1"/>
            </p:cNvSpPr>
            <p:nvPr/>
          </p:nvSpPr>
          <p:spPr>
            <a:xfrm>
              <a:off x="4405"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8" name="Freeform 119"/>
            <p:cNvSpPr>
              <a:spLocks noEditPoints="1"/>
            </p:cNvSpPr>
            <p:nvPr/>
          </p:nvSpPr>
          <p:spPr>
            <a:xfrm>
              <a:off x="4405"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49" name="Freeform 120"/>
            <p:cNvSpPr>
              <a:spLocks noEditPoints="1"/>
            </p:cNvSpPr>
            <p:nvPr/>
          </p:nvSpPr>
          <p:spPr>
            <a:xfrm>
              <a:off x="4405"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0" name="Freeform 121"/>
            <p:cNvSpPr>
              <a:spLocks noEditPoints="1"/>
            </p:cNvSpPr>
            <p:nvPr/>
          </p:nvSpPr>
          <p:spPr>
            <a:xfrm>
              <a:off x="4405"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1" name="Rectangle 122"/>
            <p:cNvSpPr/>
            <p:nvPr/>
          </p:nvSpPr>
          <p:spPr>
            <a:xfrm>
              <a:off x="4405" y="4269"/>
              <a:ext cx="20"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52" name="Rectangle 123"/>
            <p:cNvSpPr/>
            <p:nvPr/>
          </p:nvSpPr>
          <p:spPr>
            <a:xfrm>
              <a:off x="4850" y="23"/>
              <a:ext cx="20"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53" name="Freeform 124"/>
            <p:cNvSpPr>
              <a:spLocks noEditPoints="1"/>
            </p:cNvSpPr>
            <p:nvPr/>
          </p:nvSpPr>
          <p:spPr>
            <a:xfrm>
              <a:off x="485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4" name="Freeform 125"/>
            <p:cNvSpPr>
              <a:spLocks noEditPoints="1"/>
            </p:cNvSpPr>
            <p:nvPr/>
          </p:nvSpPr>
          <p:spPr>
            <a:xfrm>
              <a:off x="485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5" name="Freeform 126"/>
            <p:cNvSpPr>
              <a:spLocks noEditPoints="1"/>
            </p:cNvSpPr>
            <p:nvPr/>
          </p:nvSpPr>
          <p:spPr>
            <a:xfrm>
              <a:off x="485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6" name="Freeform 127"/>
            <p:cNvSpPr>
              <a:spLocks noEditPoints="1"/>
            </p:cNvSpPr>
            <p:nvPr/>
          </p:nvSpPr>
          <p:spPr>
            <a:xfrm>
              <a:off x="485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7" name="Freeform 128"/>
            <p:cNvSpPr>
              <a:spLocks noEditPoints="1"/>
            </p:cNvSpPr>
            <p:nvPr/>
          </p:nvSpPr>
          <p:spPr>
            <a:xfrm>
              <a:off x="485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8" name="Freeform 129"/>
            <p:cNvSpPr>
              <a:spLocks noEditPoints="1"/>
            </p:cNvSpPr>
            <p:nvPr/>
          </p:nvSpPr>
          <p:spPr>
            <a:xfrm>
              <a:off x="485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59" name="Freeform 130"/>
            <p:cNvSpPr>
              <a:spLocks noEditPoints="1"/>
            </p:cNvSpPr>
            <p:nvPr/>
          </p:nvSpPr>
          <p:spPr>
            <a:xfrm>
              <a:off x="485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0" name="Freeform 131"/>
            <p:cNvSpPr>
              <a:spLocks noEditPoints="1"/>
            </p:cNvSpPr>
            <p:nvPr/>
          </p:nvSpPr>
          <p:spPr>
            <a:xfrm>
              <a:off x="485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1" name="Freeform 132"/>
            <p:cNvSpPr>
              <a:spLocks noEditPoints="1"/>
            </p:cNvSpPr>
            <p:nvPr/>
          </p:nvSpPr>
          <p:spPr>
            <a:xfrm>
              <a:off x="485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2" name="Freeform 133"/>
            <p:cNvSpPr>
              <a:spLocks noEditPoints="1"/>
            </p:cNvSpPr>
            <p:nvPr/>
          </p:nvSpPr>
          <p:spPr>
            <a:xfrm>
              <a:off x="485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3" name="Rectangle 134"/>
            <p:cNvSpPr/>
            <p:nvPr/>
          </p:nvSpPr>
          <p:spPr>
            <a:xfrm>
              <a:off x="4850" y="4269"/>
              <a:ext cx="20"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64" name="Rectangle 135"/>
            <p:cNvSpPr/>
            <p:nvPr/>
          </p:nvSpPr>
          <p:spPr>
            <a:xfrm>
              <a:off x="5300" y="23"/>
              <a:ext cx="20" cy="10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65" name="Freeform 136"/>
            <p:cNvSpPr>
              <a:spLocks noEditPoints="1"/>
            </p:cNvSpPr>
            <p:nvPr/>
          </p:nvSpPr>
          <p:spPr>
            <a:xfrm>
              <a:off x="5300" y="226"/>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6" name="Freeform 137"/>
            <p:cNvSpPr>
              <a:spLocks noEditPoints="1"/>
            </p:cNvSpPr>
            <p:nvPr/>
          </p:nvSpPr>
          <p:spPr>
            <a:xfrm>
              <a:off x="5300" y="630"/>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7" name="Freeform 138"/>
            <p:cNvSpPr>
              <a:spLocks noEditPoints="1"/>
            </p:cNvSpPr>
            <p:nvPr/>
          </p:nvSpPr>
          <p:spPr>
            <a:xfrm>
              <a:off x="5300" y="1034"/>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8" name="Freeform 139"/>
            <p:cNvSpPr>
              <a:spLocks noEditPoints="1"/>
            </p:cNvSpPr>
            <p:nvPr/>
          </p:nvSpPr>
          <p:spPr>
            <a:xfrm>
              <a:off x="5300" y="1438"/>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69" name="Freeform 140"/>
            <p:cNvSpPr>
              <a:spLocks noEditPoints="1"/>
            </p:cNvSpPr>
            <p:nvPr/>
          </p:nvSpPr>
          <p:spPr>
            <a:xfrm>
              <a:off x="5300" y="1843"/>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70" name="Freeform 141"/>
            <p:cNvSpPr>
              <a:spLocks noEditPoints="1"/>
            </p:cNvSpPr>
            <p:nvPr/>
          </p:nvSpPr>
          <p:spPr>
            <a:xfrm>
              <a:off x="5300" y="2247"/>
              <a:ext cx="20" cy="304"/>
            </a:xfrm>
            <a:custGeom>
              <a:avLst/>
              <a:gdLst/>
              <a:ahLst/>
              <a:cxnLst>
                <a:cxn ang="0">
                  <a:pos x="0" y="0"/>
                </a:cxn>
                <a:cxn ang="0">
                  <a:pos x="0" y="101"/>
                </a:cxn>
                <a:cxn ang="0">
                  <a:pos x="20" y="101"/>
                </a:cxn>
                <a:cxn ang="0">
                  <a:pos x="20" y="0"/>
                </a:cxn>
                <a:cxn ang="0">
                  <a:pos x="0" y="0"/>
                </a:cxn>
                <a:cxn ang="0">
                  <a:pos x="0" y="203"/>
                </a:cxn>
                <a:cxn ang="0">
                  <a:pos x="0" y="304"/>
                </a:cxn>
                <a:cxn ang="0">
                  <a:pos x="20" y="304"/>
                </a:cxn>
                <a:cxn ang="0">
                  <a:pos x="20" y="203"/>
                </a:cxn>
                <a:cxn ang="0">
                  <a:pos x="0" y="203"/>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71" name="Freeform 142"/>
            <p:cNvSpPr>
              <a:spLocks noEditPoints="1"/>
            </p:cNvSpPr>
            <p:nvPr/>
          </p:nvSpPr>
          <p:spPr>
            <a:xfrm>
              <a:off x="5300" y="2652"/>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72" name="Freeform 143"/>
            <p:cNvSpPr>
              <a:spLocks noEditPoints="1"/>
            </p:cNvSpPr>
            <p:nvPr/>
          </p:nvSpPr>
          <p:spPr>
            <a:xfrm>
              <a:off x="5300" y="3056"/>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73" name="Freeform 144"/>
            <p:cNvSpPr>
              <a:spLocks noEditPoints="1"/>
            </p:cNvSpPr>
            <p:nvPr/>
          </p:nvSpPr>
          <p:spPr>
            <a:xfrm>
              <a:off x="5300" y="3461"/>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74" name="Freeform 145"/>
            <p:cNvSpPr>
              <a:spLocks noEditPoints="1"/>
            </p:cNvSpPr>
            <p:nvPr/>
          </p:nvSpPr>
          <p:spPr>
            <a:xfrm>
              <a:off x="5300" y="3865"/>
              <a:ext cx="20" cy="303"/>
            </a:xfrm>
            <a:custGeom>
              <a:avLst/>
              <a:gdLst/>
              <a:ahLst/>
              <a:cxnLst>
                <a:cxn ang="0">
                  <a:pos x="0" y="0"/>
                </a:cxn>
                <a:cxn ang="0">
                  <a:pos x="0" y="101"/>
                </a:cxn>
                <a:cxn ang="0">
                  <a:pos x="20" y="101"/>
                </a:cxn>
                <a:cxn ang="0">
                  <a:pos x="20" y="0"/>
                </a:cxn>
                <a:cxn ang="0">
                  <a:pos x="0" y="0"/>
                </a:cxn>
                <a:cxn ang="0">
                  <a:pos x="0" y="202"/>
                </a:cxn>
                <a:cxn ang="0">
                  <a:pos x="0" y="303"/>
                </a:cxn>
                <a:cxn ang="0">
                  <a:pos x="20" y="303"/>
                </a:cxn>
                <a:cxn ang="0">
                  <a:pos x="20" y="202"/>
                </a:cxn>
                <a:cxn ang="0">
                  <a:pos x="0" y="202"/>
                </a:cxn>
              </a:cxnLst>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9999"/>
              </a:schemeClr>
            </a:solidFill>
            <a:ln w="0">
              <a:noFill/>
            </a:ln>
          </p:spPr>
          <p:txBody>
            <a:bodyPr/>
            <a:p>
              <a:endParaRPr lang="zh-CN" altLang="en-US"/>
            </a:p>
          </p:txBody>
        </p:sp>
        <p:sp>
          <p:nvSpPr>
            <p:cNvPr id="1275" name="Rectangle 146"/>
            <p:cNvSpPr/>
            <p:nvPr/>
          </p:nvSpPr>
          <p:spPr>
            <a:xfrm>
              <a:off x="5300" y="4269"/>
              <a:ext cx="20" cy="51"/>
            </a:xfrm>
            <a:prstGeom prst="rect">
              <a:avLst/>
            </a:prstGeom>
            <a:solidFill>
              <a:schemeClr val="bg2">
                <a:alpha val="59999"/>
              </a:schemeClr>
            </a:solidFill>
            <a:ln w="0">
              <a:noFill/>
            </a:ln>
          </p:spPr>
          <p:txBody>
            <a:bodyPr/>
            <a:p>
              <a:pPr lvl="0" eaLnBrk="1" hangingPunct="1"/>
              <a:endParaRPr lang="zh-CN" altLang="en-US" dirty="0">
                <a:latin typeface="Arial" panose="020B0604020202020204" pitchFamily="34" charset="0"/>
              </a:endParaRPr>
            </a:p>
          </p:txBody>
        </p:sp>
        <p:sp>
          <p:nvSpPr>
            <p:cNvPr id="1276" name="Freeform 147"/>
            <p:cNvSpPr/>
            <p:nvPr/>
          </p:nvSpPr>
          <p:spPr>
            <a:xfrm>
              <a:off x="349" y="3304"/>
              <a:ext cx="20" cy="9"/>
            </a:xfrm>
            <a:custGeom>
              <a:avLst/>
              <a:gdLst/>
              <a:ahLst/>
              <a:cxnLst>
                <a:cxn ang="0">
                  <a:pos x="0" y="5"/>
                </a:cxn>
                <a:cxn ang="0">
                  <a:pos x="0" y="5"/>
                </a:cxn>
              </a:cxnLst>
              <a:pathLst>
                <a:path w="4" h="2">
                  <a:moveTo>
                    <a:pt x="0" y="1"/>
                  </a:moveTo>
                  <a:cubicBezTo>
                    <a:pt x="1" y="2"/>
                    <a:pt x="4" y="0"/>
                    <a:pt x="0" y="1"/>
                  </a:cubicBezTo>
                  <a:close/>
                </a:path>
              </a:pathLst>
            </a:custGeom>
            <a:solidFill>
              <a:schemeClr val="bg2">
                <a:alpha val="59999"/>
              </a:schemeClr>
            </a:solidFill>
            <a:ln w="0">
              <a:noFill/>
            </a:ln>
          </p:spPr>
          <p:txBody>
            <a:bodyPr/>
            <a:p>
              <a:endParaRPr lang="zh-CN" altLang="en-US"/>
            </a:p>
          </p:txBody>
        </p:sp>
      </p:grpSp>
      <p:grpSp>
        <p:nvGrpSpPr>
          <p:cNvPr id="1027" name="Group 148"/>
          <p:cNvGrpSpPr/>
          <p:nvPr/>
        </p:nvGrpSpPr>
        <p:grpSpPr>
          <a:xfrm>
            <a:off x="1066800" y="2584450"/>
            <a:ext cx="533400" cy="368300"/>
            <a:chOff x="96" y="2784"/>
            <a:chExt cx="1062" cy="981"/>
          </a:xfrm>
        </p:grpSpPr>
        <p:sp>
          <p:nvSpPr>
            <p:cNvPr id="1119" name="Freeform 149"/>
            <p:cNvSpPr/>
            <p:nvPr userDrawn="1"/>
          </p:nvSpPr>
          <p:spPr>
            <a:xfrm>
              <a:off x="121" y="2784"/>
              <a:ext cx="205" cy="80"/>
            </a:xfrm>
            <a:custGeom>
              <a:avLst/>
              <a:gdLst/>
              <a:ahLst/>
              <a:cxnLst>
                <a:cxn ang="0">
                  <a:pos x="150" y="60"/>
                </a:cxn>
                <a:cxn ang="0">
                  <a:pos x="185" y="50"/>
                </a:cxn>
                <a:cxn ang="0">
                  <a:pos x="190" y="45"/>
                </a:cxn>
                <a:cxn ang="0">
                  <a:pos x="155" y="5"/>
                </a:cxn>
                <a:cxn ang="0">
                  <a:pos x="40" y="55"/>
                </a:cxn>
                <a:cxn ang="0">
                  <a:pos x="150" y="60"/>
                </a:cxn>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alpha val="100000"/>
              </a:schemeClr>
            </a:solidFill>
            <a:ln w="0">
              <a:noFill/>
            </a:ln>
          </p:spPr>
          <p:txBody>
            <a:bodyPr/>
            <a:p>
              <a:endParaRPr lang="zh-CN" altLang="en-US"/>
            </a:p>
          </p:txBody>
        </p:sp>
        <p:sp>
          <p:nvSpPr>
            <p:cNvPr id="1120" name="Freeform 150"/>
            <p:cNvSpPr>
              <a:spLocks noEditPoints="1"/>
            </p:cNvSpPr>
            <p:nvPr userDrawn="1"/>
          </p:nvSpPr>
          <p:spPr>
            <a:xfrm>
              <a:off x="96" y="2788"/>
              <a:ext cx="1062" cy="977"/>
            </a:xfrm>
            <a:custGeom>
              <a:avLst/>
              <a:gdLst/>
              <a:ahLst/>
              <a:cxnLst>
                <a:cxn ang="0">
                  <a:pos x="824" y="785"/>
                </a:cxn>
                <a:cxn ang="0">
                  <a:pos x="769" y="633"/>
                </a:cxn>
                <a:cxn ang="0">
                  <a:pos x="718" y="501"/>
                </a:cxn>
                <a:cxn ang="0">
                  <a:pos x="834" y="471"/>
                </a:cxn>
                <a:cxn ang="0">
                  <a:pos x="738" y="415"/>
                </a:cxn>
                <a:cxn ang="0">
                  <a:pos x="794" y="420"/>
                </a:cxn>
                <a:cxn ang="0">
                  <a:pos x="794" y="390"/>
                </a:cxn>
                <a:cxn ang="0">
                  <a:pos x="683" y="395"/>
                </a:cxn>
                <a:cxn ang="0">
                  <a:pos x="647" y="633"/>
                </a:cxn>
                <a:cxn ang="0">
                  <a:pos x="627" y="425"/>
                </a:cxn>
                <a:cxn ang="0">
                  <a:pos x="597" y="339"/>
                </a:cxn>
                <a:cxn ang="0">
                  <a:pos x="627" y="258"/>
                </a:cxn>
                <a:cxn ang="0">
                  <a:pos x="612" y="187"/>
                </a:cxn>
                <a:cxn ang="0">
                  <a:pos x="602" y="121"/>
                </a:cxn>
                <a:cxn ang="0">
                  <a:pos x="668" y="197"/>
                </a:cxn>
                <a:cxn ang="0">
                  <a:pos x="754" y="91"/>
                </a:cxn>
                <a:cxn ang="0">
                  <a:pos x="743" y="182"/>
                </a:cxn>
                <a:cxn ang="0">
                  <a:pos x="723" y="243"/>
                </a:cxn>
                <a:cxn ang="0">
                  <a:pos x="728" y="339"/>
                </a:cxn>
                <a:cxn ang="0">
                  <a:pos x="1006" y="147"/>
                </a:cxn>
                <a:cxn ang="0">
                  <a:pos x="455" y="5"/>
                </a:cxn>
                <a:cxn ang="0">
                  <a:pos x="283" y="40"/>
                </a:cxn>
                <a:cxn ang="0">
                  <a:pos x="430" y="61"/>
                </a:cxn>
                <a:cxn ang="0">
                  <a:pos x="303" y="111"/>
                </a:cxn>
                <a:cxn ang="0">
                  <a:pos x="293" y="147"/>
                </a:cxn>
                <a:cxn ang="0">
                  <a:pos x="192" y="86"/>
                </a:cxn>
                <a:cxn ang="0">
                  <a:pos x="66" y="582"/>
                </a:cxn>
                <a:cxn ang="0">
                  <a:pos x="308" y="739"/>
                </a:cxn>
                <a:cxn ang="0">
                  <a:pos x="228" y="673"/>
                </a:cxn>
                <a:cxn ang="0">
                  <a:pos x="177" y="734"/>
                </a:cxn>
                <a:cxn ang="0">
                  <a:pos x="162" y="648"/>
                </a:cxn>
                <a:cxn ang="0">
                  <a:pos x="233" y="435"/>
                </a:cxn>
                <a:cxn ang="0">
                  <a:pos x="339" y="420"/>
                </a:cxn>
                <a:cxn ang="0">
                  <a:pos x="359" y="481"/>
                </a:cxn>
                <a:cxn ang="0">
                  <a:pos x="308" y="613"/>
                </a:cxn>
                <a:cxn ang="0">
                  <a:pos x="460" y="911"/>
                </a:cxn>
                <a:cxn ang="0">
                  <a:pos x="941" y="840"/>
                </a:cxn>
                <a:cxn ang="0">
                  <a:pos x="920" y="334"/>
                </a:cxn>
                <a:cxn ang="0">
                  <a:pos x="834" y="304"/>
                </a:cxn>
                <a:cxn ang="0">
                  <a:pos x="571" y="309"/>
                </a:cxn>
                <a:cxn ang="0">
                  <a:pos x="546" y="440"/>
                </a:cxn>
                <a:cxn ang="0">
                  <a:pos x="577" y="253"/>
                </a:cxn>
                <a:cxn ang="0">
                  <a:pos x="450" y="132"/>
                </a:cxn>
                <a:cxn ang="0">
                  <a:pos x="531" y="177"/>
                </a:cxn>
                <a:cxn ang="0">
                  <a:pos x="308" y="364"/>
                </a:cxn>
                <a:cxn ang="0">
                  <a:pos x="121" y="187"/>
                </a:cxn>
                <a:cxn ang="0">
                  <a:pos x="344" y="202"/>
                </a:cxn>
                <a:cxn ang="0">
                  <a:pos x="400" y="202"/>
                </a:cxn>
                <a:cxn ang="0">
                  <a:pos x="546" y="228"/>
                </a:cxn>
                <a:cxn ang="0">
                  <a:pos x="501" y="471"/>
                </a:cxn>
                <a:cxn ang="0">
                  <a:pos x="470" y="258"/>
                </a:cxn>
                <a:cxn ang="0">
                  <a:pos x="308" y="364"/>
                </a:cxn>
                <a:cxn ang="0">
                  <a:pos x="405" y="415"/>
                </a:cxn>
                <a:cxn ang="0">
                  <a:pos x="445" y="294"/>
                </a:cxn>
                <a:cxn ang="0">
                  <a:pos x="516" y="734"/>
                </a:cxn>
                <a:cxn ang="0">
                  <a:pos x="415" y="486"/>
                </a:cxn>
                <a:cxn ang="0">
                  <a:pos x="592" y="537"/>
                </a:cxn>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alpha val="100000"/>
              </a:schemeClr>
            </a:solidFill>
            <a:ln w="0">
              <a:noFill/>
            </a:ln>
          </p:spPr>
          <p:txBody>
            <a:bodyPr/>
            <a:p>
              <a:endParaRPr lang="zh-CN" altLang="en-US"/>
            </a:p>
          </p:txBody>
        </p:sp>
        <p:sp>
          <p:nvSpPr>
            <p:cNvPr id="1121" name="Freeform 151"/>
            <p:cNvSpPr/>
            <p:nvPr userDrawn="1"/>
          </p:nvSpPr>
          <p:spPr>
            <a:xfrm>
              <a:off x="349" y="3253"/>
              <a:ext cx="85" cy="101"/>
            </a:xfrm>
            <a:custGeom>
              <a:avLst/>
              <a:gdLst/>
              <a:ahLst/>
              <a:cxnLst>
                <a:cxn ang="0">
                  <a:pos x="70" y="25"/>
                </a:cxn>
                <a:cxn ang="0">
                  <a:pos x="45" y="101"/>
                </a:cxn>
                <a:cxn ang="0">
                  <a:pos x="70" y="25"/>
                </a:cxn>
              </a:cxnLst>
              <a:pathLst>
                <a:path w="17" h="20">
                  <a:moveTo>
                    <a:pt x="14" y="5"/>
                  </a:moveTo>
                  <a:cubicBezTo>
                    <a:pt x="13" y="0"/>
                    <a:pt x="0" y="8"/>
                    <a:pt x="9" y="20"/>
                  </a:cubicBezTo>
                  <a:cubicBezTo>
                    <a:pt x="9" y="20"/>
                    <a:pt x="17" y="17"/>
                    <a:pt x="14" y="5"/>
                  </a:cubicBezTo>
                  <a:close/>
                </a:path>
              </a:pathLst>
            </a:custGeom>
            <a:solidFill>
              <a:schemeClr val="accent2">
                <a:alpha val="100000"/>
              </a:schemeClr>
            </a:solidFill>
            <a:ln w="0">
              <a:noFill/>
            </a:ln>
          </p:spPr>
          <p:txBody>
            <a:bodyPr/>
            <a:p>
              <a:endParaRPr lang="zh-CN" altLang="en-US"/>
            </a:p>
          </p:txBody>
        </p:sp>
        <p:sp>
          <p:nvSpPr>
            <p:cNvPr id="1122" name="Freeform 152"/>
            <p:cNvSpPr/>
            <p:nvPr userDrawn="1"/>
          </p:nvSpPr>
          <p:spPr>
            <a:xfrm>
              <a:off x="267" y="3296"/>
              <a:ext cx="76" cy="135"/>
            </a:xfrm>
            <a:custGeom>
              <a:avLst/>
              <a:gdLst/>
              <a:ahLst/>
              <a:cxnLst>
                <a:cxn ang="0">
                  <a:pos x="35" y="50"/>
                </a:cxn>
                <a:cxn ang="0">
                  <a:pos x="20" y="125"/>
                </a:cxn>
                <a:cxn ang="0">
                  <a:pos x="76" y="80"/>
                </a:cxn>
                <a:cxn ang="0">
                  <a:pos x="66" y="40"/>
                </a:cxn>
                <a:cxn ang="0">
                  <a:pos x="35" y="50"/>
                </a:cxn>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alpha val="100000"/>
              </a:schemeClr>
            </a:solidFill>
            <a:ln w="0">
              <a:noFill/>
            </a:ln>
          </p:spPr>
          <p:txBody>
            <a:bodyPr/>
            <a:p>
              <a:endParaRPr lang="zh-CN" altLang="en-US"/>
            </a:p>
          </p:txBody>
        </p:sp>
        <p:sp>
          <p:nvSpPr>
            <p:cNvPr id="1123" name="Freeform 153"/>
            <p:cNvSpPr/>
            <p:nvPr userDrawn="1"/>
          </p:nvSpPr>
          <p:spPr>
            <a:xfrm>
              <a:off x="222" y="3021"/>
              <a:ext cx="243" cy="118"/>
            </a:xfrm>
            <a:custGeom>
              <a:avLst/>
              <a:gdLst/>
              <a:ahLst/>
              <a:cxnLst>
                <a:cxn ang="0">
                  <a:pos x="203" y="10"/>
                </a:cxn>
                <a:cxn ang="0">
                  <a:pos x="46" y="5"/>
                </a:cxn>
                <a:cxn ang="0">
                  <a:pos x="5" y="46"/>
                </a:cxn>
                <a:cxn ang="0">
                  <a:pos x="111" y="108"/>
                </a:cxn>
                <a:cxn ang="0">
                  <a:pos x="172" y="103"/>
                </a:cxn>
                <a:cxn ang="0">
                  <a:pos x="203" y="97"/>
                </a:cxn>
                <a:cxn ang="0">
                  <a:pos x="203" y="10"/>
                </a:cxn>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alpha val="100000"/>
              </a:schemeClr>
            </a:solidFill>
            <a:ln w="0">
              <a:noFill/>
            </a:ln>
          </p:spPr>
          <p:txBody>
            <a:bodyPr/>
            <a:p>
              <a:endParaRPr lang="zh-CN" altLang="en-US"/>
            </a:p>
          </p:txBody>
        </p:sp>
        <p:sp>
          <p:nvSpPr>
            <p:cNvPr id="1124" name="Freeform 154"/>
            <p:cNvSpPr/>
            <p:nvPr userDrawn="1"/>
          </p:nvSpPr>
          <p:spPr>
            <a:xfrm>
              <a:off x="501" y="3346"/>
              <a:ext cx="177" cy="186"/>
            </a:xfrm>
            <a:custGeom>
              <a:avLst/>
              <a:gdLst/>
              <a:ahLst/>
              <a:cxnLst>
                <a:cxn ang="0">
                  <a:pos x="121" y="10"/>
                </a:cxn>
                <a:cxn ang="0">
                  <a:pos x="56" y="10"/>
                </a:cxn>
                <a:cxn ang="0">
                  <a:pos x="20" y="101"/>
                </a:cxn>
                <a:cxn ang="0">
                  <a:pos x="142" y="111"/>
                </a:cxn>
                <a:cxn ang="0">
                  <a:pos x="121" y="10"/>
                </a:cxn>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alpha val="100000"/>
              </a:schemeClr>
            </a:solidFill>
            <a:ln w="0">
              <a:noFill/>
            </a:ln>
          </p:spPr>
          <p:txBody>
            <a:bodyPr/>
            <a:p>
              <a:endParaRPr lang="zh-CN" altLang="en-US"/>
            </a:p>
          </p:txBody>
        </p:sp>
        <p:sp>
          <p:nvSpPr>
            <p:cNvPr id="1125" name="Freeform 155"/>
            <p:cNvSpPr/>
            <p:nvPr userDrawn="1"/>
          </p:nvSpPr>
          <p:spPr>
            <a:xfrm>
              <a:off x="905" y="3156"/>
              <a:ext cx="177" cy="38"/>
            </a:xfrm>
            <a:custGeom>
              <a:avLst/>
              <a:gdLst/>
              <a:ahLst/>
              <a:cxnLst>
                <a:cxn ang="0">
                  <a:pos x="25" y="0"/>
                </a:cxn>
                <a:cxn ang="0">
                  <a:pos x="71" y="27"/>
                </a:cxn>
                <a:cxn ang="0">
                  <a:pos x="25" y="0"/>
                </a:cxn>
              </a:cxnLst>
              <a:pathLst>
                <a:path w="35" h="7">
                  <a:moveTo>
                    <a:pt x="5" y="0"/>
                  </a:moveTo>
                  <a:cubicBezTo>
                    <a:pt x="0" y="0"/>
                    <a:pt x="7" y="7"/>
                    <a:pt x="14" y="5"/>
                  </a:cubicBezTo>
                  <a:cubicBezTo>
                    <a:pt x="35" y="1"/>
                    <a:pt x="5" y="0"/>
                    <a:pt x="5" y="0"/>
                  </a:cubicBezTo>
                  <a:close/>
                </a:path>
              </a:pathLst>
            </a:custGeom>
            <a:solidFill>
              <a:schemeClr val="accent2">
                <a:alpha val="100000"/>
              </a:schemeClr>
            </a:solidFill>
            <a:ln w="0">
              <a:noFill/>
            </a:ln>
          </p:spPr>
          <p:txBody>
            <a:bodyPr/>
            <a:p>
              <a:endParaRPr lang="zh-CN" altLang="en-US"/>
            </a:p>
          </p:txBody>
        </p:sp>
        <p:sp>
          <p:nvSpPr>
            <p:cNvPr id="1126" name="Freeform 156"/>
            <p:cNvSpPr/>
            <p:nvPr userDrawn="1"/>
          </p:nvSpPr>
          <p:spPr>
            <a:xfrm>
              <a:off x="965" y="3152"/>
              <a:ext cx="136" cy="80"/>
            </a:xfrm>
            <a:custGeom>
              <a:avLst/>
              <a:gdLst/>
              <a:ahLst/>
              <a:cxnLst>
                <a:cxn ang="0">
                  <a:pos x="35" y="65"/>
                </a:cxn>
                <a:cxn ang="0">
                  <a:pos x="126" y="30"/>
                </a:cxn>
                <a:cxn ang="0">
                  <a:pos x="86" y="5"/>
                </a:cxn>
                <a:cxn ang="0">
                  <a:pos x="35" y="55"/>
                </a:cxn>
                <a:cxn ang="0">
                  <a:pos x="35" y="65"/>
                </a:cxn>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alpha val="100000"/>
              </a:schemeClr>
            </a:solidFill>
            <a:ln w="0">
              <a:noFill/>
            </a:ln>
          </p:spPr>
          <p:txBody>
            <a:bodyPr/>
            <a:p>
              <a:endParaRPr lang="zh-CN" altLang="en-US"/>
            </a:p>
          </p:txBody>
        </p:sp>
        <p:sp>
          <p:nvSpPr>
            <p:cNvPr id="1127" name="Freeform 157"/>
            <p:cNvSpPr/>
            <p:nvPr userDrawn="1"/>
          </p:nvSpPr>
          <p:spPr>
            <a:xfrm>
              <a:off x="959" y="3203"/>
              <a:ext cx="177" cy="89"/>
            </a:xfrm>
            <a:custGeom>
              <a:avLst/>
              <a:gdLst/>
              <a:ahLst/>
              <a:cxnLst>
                <a:cxn ang="0">
                  <a:pos x="126" y="31"/>
                </a:cxn>
                <a:cxn ang="0">
                  <a:pos x="40" y="52"/>
                </a:cxn>
                <a:cxn ang="0">
                  <a:pos x="30" y="68"/>
                </a:cxn>
                <a:cxn ang="0">
                  <a:pos x="137" y="63"/>
                </a:cxn>
                <a:cxn ang="0">
                  <a:pos x="126" y="31"/>
                </a:cxn>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alpha val="100000"/>
              </a:schemeClr>
            </a:solidFill>
            <a:ln w="0">
              <a:noFill/>
            </a:ln>
          </p:spPr>
          <p:txBody>
            <a:bodyPr/>
            <a:p>
              <a:endParaRPr lang="zh-CN" altLang="en-US"/>
            </a:p>
          </p:txBody>
        </p:sp>
        <p:sp>
          <p:nvSpPr>
            <p:cNvPr id="1128" name="Freeform 158"/>
            <p:cNvSpPr/>
            <p:nvPr userDrawn="1"/>
          </p:nvSpPr>
          <p:spPr>
            <a:xfrm>
              <a:off x="845" y="3283"/>
              <a:ext cx="247" cy="63"/>
            </a:xfrm>
            <a:custGeom>
              <a:avLst/>
              <a:gdLst/>
              <a:ahLst/>
              <a:cxnLst>
                <a:cxn ang="0">
                  <a:pos x="202" y="16"/>
                </a:cxn>
                <a:cxn ang="0">
                  <a:pos x="146" y="5"/>
                </a:cxn>
                <a:cxn ang="0">
                  <a:pos x="35" y="0"/>
                </a:cxn>
                <a:cxn ang="0">
                  <a:pos x="10" y="26"/>
                </a:cxn>
                <a:cxn ang="0">
                  <a:pos x="101" y="42"/>
                </a:cxn>
                <a:cxn ang="0">
                  <a:pos x="207" y="42"/>
                </a:cxn>
                <a:cxn ang="0">
                  <a:pos x="202" y="16"/>
                </a:cxn>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alpha val="100000"/>
              </a:schemeClr>
            </a:solidFill>
            <a:ln w="0">
              <a:noFill/>
            </a:ln>
          </p:spPr>
          <p:txBody>
            <a:bodyPr/>
            <a:p>
              <a:endParaRPr lang="zh-CN" altLang="en-US"/>
            </a:p>
          </p:txBody>
        </p:sp>
        <p:sp>
          <p:nvSpPr>
            <p:cNvPr id="1129" name="Freeform 159"/>
            <p:cNvSpPr/>
            <p:nvPr userDrawn="1"/>
          </p:nvSpPr>
          <p:spPr>
            <a:xfrm>
              <a:off x="870" y="3338"/>
              <a:ext cx="202" cy="59"/>
            </a:xfrm>
            <a:custGeom>
              <a:avLst/>
              <a:gdLst/>
              <a:ahLst/>
              <a:cxnLst>
                <a:cxn ang="0">
                  <a:pos x="187" y="11"/>
                </a:cxn>
                <a:cxn ang="0">
                  <a:pos x="131" y="21"/>
                </a:cxn>
                <a:cxn ang="0">
                  <a:pos x="66" y="16"/>
                </a:cxn>
                <a:cxn ang="0">
                  <a:pos x="5" y="11"/>
                </a:cxn>
                <a:cxn ang="0">
                  <a:pos x="177" y="43"/>
                </a:cxn>
                <a:cxn ang="0">
                  <a:pos x="187" y="11"/>
                </a:cxn>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alpha val="100000"/>
              </a:schemeClr>
            </a:solidFill>
            <a:ln w="0">
              <a:noFill/>
            </a:ln>
          </p:spPr>
          <p:txBody>
            <a:bodyPr/>
            <a:p>
              <a:endParaRPr lang="zh-CN" altLang="en-US"/>
            </a:p>
          </p:txBody>
        </p:sp>
        <p:sp>
          <p:nvSpPr>
            <p:cNvPr id="1130" name="Freeform 160"/>
            <p:cNvSpPr/>
            <p:nvPr userDrawn="1"/>
          </p:nvSpPr>
          <p:spPr>
            <a:xfrm>
              <a:off x="858" y="3384"/>
              <a:ext cx="209" cy="173"/>
            </a:xfrm>
            <a:custGeom>
              <a:avLst/>
              <a:gdLst/>
              <a:ahLst/>
              <a:cxnLst>
                <a:cxn ang="0">
                  <a:pos x="143" y="46"/>
                </a:cxn>
                <a:cxn ang="0">
                  <a:pos x="66" y="31"/>
                </a:cxn>
                <a:cxn ang="0">
                  <a:pos x="20" y="76"/>
                </a:cxn>
                <a:cxn ang="0">
                  <a:pos x="5" y="97"/>
                </a:cxn>
                <a:cxn ang="0">
                  <a:pos x="46" y="97"/>
                </a:cxn>
                <a:cxn ang="0">
                  <a:pos x="87" y="137"/>
                </a:cxn>
                <a:cxn ang="0">
                  <a:pos x="107" y="153"/>
                </a:cxn>
                <a:cxn ang="0">
                  <a:pos x="148" y="97"/>
                </a:cxn>
                <a:cxn ang="0">
                  <a:pos x="199" y="97"/>
                </a:cxn>
                <a:cxn ang="0">
                  <a:pos x="143" y="46"/>
                </a:cxn>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alpha val="100000"/>
              </a:schemeClr>
            </a:solidFill>
            <a:ln w="0">
              <a:noFill/>
            </a:ln>
          </p:spPr>
          <p:txBody>
            <a:bodyPr/>
            <a:p>
              <a:endParaRPr lang="zh-CN" altLang="en-US"/>
            </a:p>
          </p:txBody>
        </p:sp>
        <p:sp>
          <p:nvSpPr>
            <p:cNvPr id="1131" name="Freeform 161"/>
            <p:cNvSpPr/>
            <p:nvPr userDrawn="1"/>
          </p:nvSpPr>
          <p:spPr>
            <a:xfrm>
              <a:off x="997" y="3304"/>
              <a:ext cx="126" cy="317"/>
            </a:xfrm>
            <a:custGeom>
              <a:avLst/>
              <a:gdLst/>
              <a:ahLst/>
              <a:cxnLst>
                <a:cxn ang="0">
                  <a:pos x="111" y="10"/>
                </a:cxn>
                <a:cxn ang="0">
                  <a:pos x="91" y="86"/>
                </a:cxn>
                <a:cxn ang="0">
                  <a:pos x="35" y="101"/>
                </a:cxn>
                <a:cxn ang="0">
                  <a:pos x="35" y="116"/>
                </a:cxn>
                <a:cxn ang="0">
                  <a:pos x="86" y="171"/>
                </a:cxn>
                <a:cxn ang="0">
                  <a:pos x="60" y="226"/>
                </a:cxn>
                <a:cxn ang="0">
                  <a:pos x="0" y="277"/>
                </a:cxn>
                <a:cxn ang="0">
                  <a:pos x="25" y="292"/>
                </a:cxn>
                <a:cxn ang="0">
                  <a:pos x="81" y="312"/>
                </a:cxn>
                <a:cxn ang="0">
                  <a:pos x="116" y="287"/>
                </a:cxn>
                <a:cxn ang="0">
                  <a:pos x="126" y="70"/>
                </a:cxn>
                <a:cxn ang="0">
                  <a:pos x="126" y="10"/>
                </a:cxn>
                <a:cxn ang="0">
                  <a:pos x="111" y="10"/>
                </a:cxn>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alpha val="100000"/>
              </a:schemeClr>
            </a:solidFill>
            <a:ln w="0">
              <a:noFill/>
            </a:ln>
          </p:spPr>
          <p:txBody>
            <a:bodyPr/>
            <a:p>
              <a:endParaRPr lang="zh-CN" altLang="en-US"/>
            </a:p>
          </p:txBody>
        </p:sp>
      </p:grpSp>
      <p:grpSp>
        <p:nvGrpSpPr>
          <p:cNvPr id="1028" name="Group 162"/>
          <p:cNvGrpSpPr/>
          <p:nvPr/>
        </p:nvGrpSpPr>
        <p:grpSpPr>
          <a:xfrm>
            <a:off x="1066800" y="3414713"/>
            <a:ext cx="533400" cy="369887"/>
            <a:chOff x="96" y="2784"/>
            <a:chExt cx="1062" cy="981"/>
          </a:xfrm>
        </p:grpSpPr>
        <p:sp>
          <p:nvSpPr>
            <p:cNvPr id="1106" name="Freeform 163"/>
            <p:cNvSpPr/>
            <p:nvPr userDrawn="1"/>
          </p:nvSpPr>
          <p:spPr>
            <a:xfrm>
              <a:off x="121" y="2784"/>
              <a:ext cx="205" cy="80"/>
            </a:xfrm>
            <a:custGeom>
              <a:avLst/>
              <a:gdLst/>
              <a:ahLst/>
              <a:cxnLst>
                <a:cxn ang="0">
                  <a:pos x="150" y="60"/>
                </a:cxn>
                <a:cxn ang="0">
                  <a:pos x="185" y="50"/>
                </a:cxn>
                <a:cxn ang="0">
                  <a:pos x="190" y="45"/>
                </a:cxn>
                <a:cxn ang="0">
                  <a:pos x="155" y="5"/>
                </a:cxn>
                <a:cxn ang="0">
                  <a:pos x="40" y="55"/>
                </a:cxn>
                <a:cxn ang="0">
                  <a:pos x="150" y="60"/>
                </a:cxn>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alpha val="100000"/>
              </a:schemeClr>
            </a:solidFill>
            <a:ln w="0">
              <a:noFill/>
            </a:ln>
          </p:spPr>
          <p:txBody>
            <a:bodyPr/>
            <a:p>
              <a:endParaRPr lang="zh-CN" altLang="en-US"/>
            </a:p>
          </p:txBody>
        </p:sp>
        <p:sp>
          <p:nvSpPr>
            <p:cNvPr id="1107" name="Freeform 164"/>
            <p:cNvSpPr>
              <a:spLocks noEditPoints="1"/>
            </p:cNvSpPr>
            <p:nvPr userDrawn="1"/>
          </p:nvSpPr>
          <p:spPr>
            <a:xfrm>
              <a:off x="96" y="2788"/>
              <a:ext cx="1062" cy="977"/>
            </a:xfrm>
            <a:custGeom>
              <a:avLst/>
              <a:gdLst/>
              <a:ahLst/>
              <a:cxnLst>
                <a:cxn ang="0">
                  <a:pos x="824" y="785"/>
                </a:cxn>
                <a:cxn ang="0">
                  <a:pos x="769" y="633"/>
                </a:cxn>
                <a:cxn ang="0">
                  <a:pos x="718" y="501"/>
                </a:cxn>
                <a:cxn ang="0">
                  <a:pos x="834" y="471"/>
                </a:cxn>
                <a:cxn ang="0">
                  <a:pos x="738" y="415"/>
                </a:cxn>
                <a:cxn ang="0">
                  <a:pos x="794" y="420"/>
                </a:cxn>
                <a:cxn ang="0">
                  <a:pos x="794" y="390"/>
                </a:cxn>
                <a:cxn ang="0">
                  <a:pos x="683" y="395"/>
                </a:cxn>
                <a:cxn ang="0">
                  <a:pos x="647" y="633"/>
                </a:cxn>
                <a:cxn ang="0">
                  <a:pos x="627" y="425"/>
                </a:cxn>
                <a:cxn ang="0">
                  <a:pos x="597" y="339"/>
                </a:cxn>
                <a:cxn ang="0">
                  <a:pos x="627" y="258"/>
                </a:cxn>
                <a:cxn ang="0">
                  <a:pos x="612" y="187"/>
                </a:cxn>
                <a:cxn ang="0">
                  <a:pos x="602" y="121"/>
                </a:cxn>
                <a:cxn ang="0">
                  <a:pos x="668" y="197"/>
                </a:cxn>
                <a:cxn ang="0">
                  <a:pos x="754" y="91"/>
                </a:cxn>
                <a:cxn ang="0">
                  <a:pos x="743" y="182"/>
                </a:cxn>
                <a:cxn ang="0">
                  <a:pos x="723" y="243"/>
                </a:cxn>
                <a:cxn ang="0">
                  <a:pos x="728" y="339"/>
                </a:cxn>
                <a:cxn ang="0">
                  <a:pos x="1006" y="147"/>
                </a:cxn>
                <a:cxn ang="0">
                  <a:pos x="455" y="5"/>
                </a:cxn>
                <a:cxn ang="0">
                  <a:pos x="283" y="40"/>
                </a:cxn>
                <a:cxn ang="0">
                  <a:pos x="430" y="61"/>
                </a:cxn>
                <a:cxn ang="0">
                  <a:pos x="303" y="111"/>
                </a:cxn>
                <a:cxn ang="0">
                  <a:pos x="293" y="147"/>
                </a:cxn>
                <a:cxn ang="0">
                  <a:pos x="192" y="86"/>
                </a:cxn>
                <a:cxn ang="0">
                  <a:pos x="66" y="582"/>
                </a:cxn>
                <a:cxn ang="0">
                  <a:pos x="308" y="739"/>
                </a:cxn>
                <a:cxn ang="0">
                  <a:pos x="228" y="673"/>
                </a:cxn>
                <a:cxn ang="0">
                  <a:pos x="177" y="734"/>
                </a:cxn>
                <a:cxn ang="0">
                  <a:pos x="162" y="648"/>
                </a:cxn>
                <a:cxn ang="0">
                  <a:pos x="233" y="435"/>
                </a:cxn>
                <a:cxn ang="0">
                  <a:pos x="339" y="420"/>
                </a:cxn>
                <a:cxn ang="0">
                  <a:pos x="359" y="481"/>
                </a:cxn>
                <a:cxn ang="0">
                  <a:pos x="308" y="613"/>
                </a:cxn>
                <a:cxn ang="0">
                  <a:pos x="460" y="911"/>
                </a:cxn>
                <a:cxn ang="0">
                  <a:pos x="941" y="840"/>
                </a:cxn>
                <a:cxn ang="0">
                  <a:pos x="920" y="334"/>
                </a:cxn>
                <a:cxn ang="0">
                  <a:pos x="834" y="304"/>
                </a:cxn>
                <a:cxn ang="0">
                  <a:pos x="571" y="309"/>
                </a:cxn>
                <a:cxn ang="0">
                  <a:pos x="546" y="440"/>
                </a:cxn>
                <a:cxn ang="0">
                  <a:pos x="577" y="253"/>
                </a:cxn>
                <a:cxn ang="0">
                  <a:pos x="450" y="132"/>
                </a:cxn>
                <a:cxn ang="0">
                  <a:pos x="531" y="177"/>
                </a:cxn>
                <a:cxn ang="0">
                  <a:pos x="308" y="364"/>
                </a:cxn>
                <a:cxn ang="0">
                  <a:pos x="121" y="187"/>
                </a:cxn>
                <a:cxn ang="0">
                  <a:pos x="344" y="202"/>
                </a:cxn>
                <a:cxn ang="0">
                  <a:pos x="400" y="202"/>
                </a:cxn>
                <a:cxn ang="0">
                  <a:pos x="546" y="228"/>
                </a:cxn>
                <a:cxn ang="0">
                  <a:pos x="501" y="471"/>
                </a:cxn>
                <a:cxn ang="0">
                  <a:pos x="470" y="258"/>
                </a:cxn>
                <a:cxn ang="0">
                  <a:pos x="308" y="364"/>
                </a:cxn>
                <a:cxn ang="0">
                  <a:pos x="405" y="415"/>
                </a:cxn>
                <a:cxn ang="0">
                  <a:pos x="445" y="294"/>
                </a:cxn>
                <a:cxn ang="0">
                  <a:pos x="516" y="734"/>
                </a:cxn>
                <a:cxn ang="0">
                  <a:pos x="415" y="486"/>
                </a:cxn>
                <a:cxn ang="0">
                  <a:pos x="592" y="537"/>
                </a:cxn>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alpha val="100000"/>
              </a:schemeClr>
            </a:solidFill>
            <a:ln w="0">
              <a:noFill/>
            </a:ln>
          </p:spPr>
          <p:txBody>
            <a:bodyPr/>
            <a:p>
              <a:endParaRPr lang="zh-CN" altLang="en-US"/>
            </a:p>
          </p:txBody>
        </p:sp>
        <p:sp>
          <p:nvSpPr>
            <p:cNvPr id="1108" name="Freeform 165"/>
            <p:cNvSpPr/>
            <p:nvPr userDrawn="1"/>
          </p:nvSpPr>
          <p:spPr>
            <a:xfrm>
              <a:off x="349" y="3256"/>
              <a:ext cx="85" cy="101"/>
            </a:xfrm>
            <a:custGeom>
              <a:avLst/>
              <a:gdLst/>
              <a:ahLst/>
              <a:cxnLst>
                <a:cxn ang="0">
                  <a:pos x="70" y="25"/>
                </a:cxn>
                <a:cxn ang="0">
                  <a:pos x="45" y="101"/>
                </a:cxn>
                <a:cxn ang="0">
                  <a:pos x="70" y="25"/>
                </a:cxn>
              </a:cxnLst>
              <a:pathLst>
                <a:path w="17" h="20">
                  <a:moveTo>
                    <a:pt x="14" y="5"/>
                  </a:moveTo>
                  <a:cubicBezTo>
                    <a:pt x="13" y="0"/>
                    <a:pt x="0" y="8"/>
                    <a:pt x="9" y="20"/>
                  </a:cubicBezTo>
                  <a:cubicBezTo>
                    <a:pt x="9" y="20"/>
                    <a:pt x="17" y="17"/>
                    <a:pt x="14" y="5"/>
                  </a:cubicBezTo>
                  <a:close/>
                </a:path>
              </a:pathLst>
            </a:custGeom>
            <a:solidFill>
              <a:schemeClr val="accent2">
                <a:alpha val="100000"/>
              </a:schemeClr>
            </a:solidFill>
            <a:ln w="0">
              <a:noFill/>
            </a:ln>
          </p:spPr>
          <p:txBody>
            <a:bodyPr/>
            <a:p>
              <a:endParaRPr lang="zh-CN" altLang="en-US"/>
            </a:p>
          </p:txBody>
        </p:sp>
        <p:sp>
          <p:nvSpPr>
            <p:cNvPr id="1109" name="Freeform 166"/>
            <p:cNvSpPr/>
            <p:nvPr userDrawn="1"/>
          </p:nvSpPr>
          <p:spPr>
            <a:xfrm>
              <a:off x="267" y="3293"/>
              <a:ext cx="76" cy="139"/>
            </a:xfrm>
            <a:custGeom>
              <a:avLst/>
              <a:gdLst/>
              <a:ahLst/>
              <a:cxnLst>
                <a:cxn ang="0">
                  <a:pos x="35" y="51"/>
                </a:cxn>
                <a:cxn ang="0">
                  <a:pos x="20" y="129"/>
                </a:cxn>
                <a:cxn ang="0">
                  <a:pos x="76" y="82"/>
                </a:cxn>
                <a:cxn ang="0">
                  <a:pos x="66" y="41"/>
                </a:cxn>
                <a:cxn ang="0">
                  <a:pos x="35" y="51"/>
                </a:cxn>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alpha val="100000"/>
              </a:schemeClr>
            </a:solidFill>
            <a:ln w="0">
              <a:noFill/>
            </a:ln>
          </p:spPr>
          <p:txBody>
            <a:bodyPr/>
            <a:p>
              <a:endParaRPr lang="zh-CN" altLang="en-US"/>
            </a:p>
          </p:txBody>
        </p:sp>
        <p:sp>
          <p:nvSpPr>
            <p:cNvPr id="1110" name="Freeform 167"/>
            <p:cNvSpPr/>
            <p:nvPr userDrawn="1"/>
          </p:nvSpPr>
          <p:spPr>
            <a:xfrm>
              <a:off x="222" y="3024"/>
              <a:ext cx="243" cy="114"/>
            </a:xfrm>
            <a:custGeom>
              <a:avLst/>
              <a:gdLst/>
              <a:ahLst/>
              <a:cxnLst>
                <a:cxn ang="0">
                  <a:pos x="203" y="10"/>
                </a:cxn>
                <a:cxn ang="0">
                  <a:pos x="46" y="5"/>
                </a:cxn>
                <a:cxn ang="0">
                  <a:pos x="5" y="45"/>
                </a:cxn>
                <a:cxn ang="0">
                  <a:pos x="111" y="104"/>
                </a:cxn>
                <a:cxn ang="0">
                  <a:pos x="172" y="99"/>
                </a:cxn>
                <a:cxn ang="0">
                  <a:pos x="203" y="94"/>
                </a:cxn>
                <a:cxn ang="0">
                  <a:pos x="203" y="10"/>
                </a:cxn>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alpha val="100000"/>
              </a:schemeClr>
            </a:solidFill>
            <a:ln w="0">
              <a:noFill/>
            </a:ln>
          </p:spPr>
          <p:txBody>
            <a:bodyPr/>
            <a:p>
              <a:endParaRPr lang="zh-CN" altLang="en-US"/>
            </a:p>
          </p:txBody>
        </p:sp>
        <p:sp>
          <p:nvSpPr>
            <p:cNvPr id="1111" name="Freeform 168"/>
            <p:cNvSpPr/>
            <p:nvPr userDrawn="1"/>
          </p:nvSpPr>
          <p:spPr>
            <a:xfrm>
              <a:off x="501" y="3344"/>
              <a:ext cx="177" cy="189"/>
            </a:xfrm>
            <a:custGeom>
              <a:avLst/>
              <a:gdLst/>
              <a:ahLst/>
              <a:cxnLst>
                <a:cxn ang="0">
                  <a:pos x="121" y="10"/>
                </a:cxn>
                <a:cxn ang="0">
                  <a:pos x="56" y="10"/>
                </a:cxn>
                <a:cxn ang="0">
                  <a:pos x="20" y="102"/>
                </a:cxn>
                <a:cxn ang="0">
                  <a:pos x="142" y="112"/>
                </a:cxn>
                <a:cxn ang="0">
                  <a:pos x="121" y="10"/>
                </a:cxn>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alpha val="100000"/>
              </a:schemeClr>
            </a:solidFill>
            <a:ln w="0">
              <a:noFill/>
            </a:ln>
          </p:spPr>
          <p:txBody>
            <a:bodyPr/>
            <a:p>
              <a:endParaRPr lang="zh-CN" altLang="en-US"/>
            </a:p>
          </p:txBody>
        </p:sp>
        <p:sp>
          <p:nvSpPr>
            <p:cNvPr id="1112" name="Freeform 169"/>
            <p:cNvSpPr/>
            <p:nvPr userDrawn="1"/>
          </p:nvSpPr>
          <p:spPr>
            <a:xfrm>
              <a:off x="905" y="3159"/>
              <a:ext cx="177" cy="34"/>
            </a:xfrm>
            <a:custGeom>
              <a:avLst/>
              <a:gdLst/>
              <a:ahLst/>
              <a:cxnLst>
                <a:cxn ang="0">
                  <a:pos x="25" y="0"/>
                </a:cxn>
                <a:cxn ang="0">
                  <a:pos x="71" y="24"/>
                </a:cxn>
                <a:cxn ang="0">
                  <a:pos x="25" y="0"/>
                </a:cxn>
              </a:cxnLst>
              <a:pathLst>
                <a:path w="35" h="7">
                  <a:moveTo>
                    <a:pt x="5" y="0"/>
                  </a:moveTo>
                  <a:cubicBezTo>
                    <a:pt x="0" y="0"/>
                    <a:pt x="7" y="7"/>
                    <a:pt x="14" y="5"/>
                  </a:cubicBezTo>
                  <a:cubicBezTo>
                    <a:pt x="35" y="1"/>
                    <a:pt x="5" y="0"/>
                    <a:pt x="5" y="0"/>
                  </a:cubicBezTo>
                  <a:close/>
                </a:path>
              </a:pathLst>
            </a:custGeom>
            <a:solidFill>
              <a:schemeClr val="accent2">
                <a:alpha val="100000"/>
              </a:schemeClr>
            </a:solidFill>
            <a:ln w="0">
              <a:noFill/>
            </a:ln>
          </p:spPr>
          <p:txBody>
            <a:bodyPr/>
            <a:p>
              <a:endParaRPr lang="zh-CN" altLang="en-US"/>
            </a:p>
          </p:txBody>
        </p:sp>
        <p:sp>
          <p:nvSpPr>
            <p:cNvPr id="1113" name="Freeform 170"/>
            <p:cNvSpPr/>
            <p:nvPr userDrawn="1"/>
          </p:nvSpPr>
          <p:spPr>
            <a:xfrm>
              <a:off x="965" y="3155"/>
              <a:ext cx="136" cy="80"/>
            </a:xfrm>
            <a:custGeom>
              <a:avLst/>
              <a:gdLst/>
              <a:ahLst/>
              <a:cxnLst>
                <a:cxn ang="0">
                  <a:pos x="35" y="65"/>
                </a:cxn>
                <a:cxn ang="0">
                  <a:pos x="126" y="30"/>
                </a:cxn>
                <a:cxn ang="0">
                  <a:pos x="86" y="5"/>
                </a:cxn>
                <a:cxn ang="0">
                  <a:pos x="35" y="55"/>
                </a:cxn>
                <a:cxn ang="0">
                  <a:pos x="35" y="65"/>
                </a:cxn>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alpha val="100000"/>
              </a:schemeClr>
            </a:solidFill>
            <a:ln w="0">
              <a:noFill/>
            </a:ln>
          </p:spPr>
          <p:txBody>
            <a:bodyPr/>
            <a:p>
              <a:endParaRPr lang="zh-CN" altLang="en-US"/>
            </a:p>
          </p:txBody>
        </p:sp>
        <p:sp>
          <p:nvSpPr>
            <p:cNvPr id="1114" name="Freeform 171"/>
            <p:cNvSpPr/>
            <p:nvPr userDrawn="1"/>
          </p:nvSpPr>
          <p:spPr>
            <a:xfrm>
              <a:off x="959" y="3205"/>
              <a:ext cx="177" cy="84"/>
            </a:xfrm>
            <a:custGeom>
              <a:avLst/>
              <a:gdLst/>
              <a:ahLst/>
              <a:cxnLst>
                <a:cxn ang="0">
                  <a:pos x="126" y="30"/>
                </a:cxn>
                <a:cxn ang="0">
                  <a:pos x="40" y="49"/>
                </a:cxn>
                <a:cxn ang="0">
                  <a:pos x="30" y="64"/>
                </a:cxn>
                <a:cxn ang="0">
                  <a:pos x="137" y="59"/>
                </a:cxn>
                <a:cxn ang="0">
                  <a:pos x="126" y="30"/>
                </a:cxn>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alpha val="100000"/>
              </a:schemeClr>
            </a:solidFill>
            <a:ln w="0">
              <a:noFill/>
            </a:ln>
          </p:spPr>
          <p:txBody>
            <a:bodyPr/>
            <a:p>
              <a:endParaRPr lang="zh-CN" altLang="en-US"/>
            </a:p>
          </p:txBody>
        </p:sp>
        <p:sp>
          <p:nvSpPr>
            <p:cNvPr id="1115" name="Freeform 172"/>
            <p:cNvSpPr/>
            <p:nvPr userDrawn="1"/>
          </p:nvSpPr>
          <p:spPr>
            <a:xfrm>
              <a:off x="845" y="3285"/>
              <a:ext cx="247" cy="59"/>
            </a:xfrm>
            <a:custGeom>
              <a:avLst/>
              <a:gdLst/>
              <a:ahLst/>
              <a:cxnLst>
                <a:cxn ang="0">
                  <a:pos x="202" y="15"/>
                </a:cxn>
                <a:cxn ang="0">
                  <a:pos x="146" y="5"/>
                </a:cxn>
                <a:cxn ang="0">
                  <a:pos x="35" y="0"/>
                </a:cxn>
                <a:cxn ang="0">
                  <a:pos x="10" y="25"/>
                </a:cxn>
                <a:cxn ang="0">
                  <a:pos x="101" y="39"/>
                </a:cxn>
                <a:cxn ang="0">
                  <a:pos x="207" y="39"/>
                </a:cxn>
                <a:cxn ang="0">
                  <a:pos x="202" y="15"/>
                </a:cxn>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alpha val="100000"/>
              </a:schemeClr>
            </a:solidFill>
            <a:ln w="0">
              <a:noFill/>
            </a:ln>
          </p:spPr>
          <p:txBody>
            <a:bodyPr/>
            <a:p>
              <a:endParaRPr lang="zh-CN" altLang="en-US"/>
            </a:p>
          </p:txBody>
        </p:sp>
        <p:sp>
          <p:nvSpPr>
            <p:cNvPr id="1116" name="Freeform 173"/>
            <p:cNvSpPr/>
            <p:nvPr userDrawn="1"/>
          </p:nvSpPr>
          <p:spPr>
            <a:xfrm>
              <a:off x="870" y="3340"/>
              <a:ext cx="202" cy="55"/>
            </a:xfrm>
            <a:custGeom>
              <a:avLst/>
              <a:gdLst/>
              <a:ahLst/>
              <a:cxnLst>
                <a:cxn ang="0">
                  <a:pos x="187" y="10"/>
                </a:cxn>
                <a:cxn ang="0">
                  <a:pos x="131" y="20"/>
                </a:cxn>
                <a:cxn ang="0">
                  <a:pos x="66" y="15"/>
                </a:cxn>
                <a:cxn ang="0">
                  <a:pos x="5" y="10"/>
                </a:cxn>
                <a:cxn ang="0">
                  <a:pos x="177" y="40"/>
                </a:cxn>
                <a:cxn ang="0">
                  <a:pos x="187" y="10"/>
                </a:cxn>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alpha val="100000"/>
              </a:schemeClr>
            </a:solidFill>
            <a:ln w="0">
              <a:noFill/>
            </a:ln>
          </p:spPr>
          <p:txBody>
            <a:bodyPr/>
            <a:p>
              <a:endParaRPr lang="zh-CN" altLang="en-US"/>
            </a:p>
          </p:txBody>
        </p:sp>
        <p:sp>
          <p:nvSpPr>
            <p:cNvPr id="1117" name="Freeform 174"/>
            <p:cNvSpPr/>
            <p:nvPr userDrawn="1"/>
          </p:nvSpPr>
          <p:spPr>
            <a:xfrm>
              <a:off x="858" y="3386"/>
              <a:ext cx="209" cy="173"/>
            </a:xfrm>
            <a:custGeom>
              <a:avLst/>
              <a:gdLst/>
              <a:ahLst/>
              <a:cxnLst>
                <a:cxn ang="0">
                  <a:pos x="143" y="46"/>
                </a:cxn>
                <a:cxn ang="0">
                  <a:pos x="66" y="31"/>
                </a:cxn>
                <a:cxn ang="0">
                  <a:pos x="20" y="76"/>
                </a:cxn>
                <a:cxn ang="0">
                  <a:pos x="5" y="97"/>
                </a:cxn>
                <a:cxn ang="0">
                  <a:pos x="46" y="97"/>
                </a:cxn>
                <a:cxn ang="0">
                  <a:pos x="87" y="137"/>
                </a:cxn>
                <a:cxn ang="0">
                  <a:pos x="107" y="153"/>
                </a:cxn>
                <a:cxn ang="0">
                  <a:pos x="148" y="97"/>
                </a:cxn>
                <a:cxn ang="0">
                  <a:pos x="199" y="97"/>
                </a:cxn>
                <a:cxn ang="0">
                  <a:pos x="143" y="46"/>
                </a:cxn>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alpha val="100000"/>
              </a:schemeClr>
            </a:solidFill>
            <a:ln w="0">
              <a:noFill/>
            </a:ln>
          </p:spPr>
          <p:txBody>
            <a:bodyPr/>
            <a:p>
              <a:endParaRPr lang="zh-CN" altLang="en-US"/>
            </a:p>
          </p:txBody>
        </p:sp>
        <p:sp>
          <p:nvSpPr>
            <p:cNvPr id="1118" name="Freeform 175"/>
            <p:cNvSpPr/>
            <p:nvPr userDrawn="1"/>
          </p:nvSpPr>
          <p:spPr>
            <a:xfrm>
              <a:off x="997" y="3306"/>
              <a:ext cx="126" cy="316"/>
            </a:xfrm>
            <a:custGeom>
              <a:avLst/>
              <a:gdLst/>
              <a:ahLst/>
              <a:cxnLst>
                <a:cxn ang="0">
                  <a:pos x="111" y="10"/>
                </a:cxn>
                <a:cxn ang="0">
                  <a:pos x="91" y="85"/>
                </a:cxn>
                <a:cxn ang="0">
                  <a:pos x="35" y="100"/>
                </a:cxn>
                <a:cxn ang="0">
                  <a:pos x="35" y="115"/>
                </a:cxn>
                <a:cxn ang="0">
                  <a:pos x="86" y="171"/>
                </a:cxn>
                <a:cxn ang="0">
                  <a:pos x="60" y="226"/>
                </a:cxn>
                <a:cxn ang="0">
                  <a:pos x="0" y="276"/>
                </a:cxn>
                <a:cxn ang="0">
                  <a:pos x="25" y="291"/>
                </a:cxn>
                <a:cxn ang="0">
                  <a:pos x="81" y="311"/>
                </a:cxn>
                <a:cxn ang="0">
                  <a:pos x="116" y="286"/>
                </a:cxn>
                <a:cxn ang="0">
                  <a:pos x="126" y="70"/>
                </a:cxn>
                <a:cxn ang="0">
                  <a:pos x="126" y="10"/>
                </a:cxn>
                <a:cxn ang="0">
                  <a:pos x="111" y="10"/>
                </a:cxn>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alpha val="100000"/>
              </a:schemeClr>
            </a:solidFill>
            <a:ln w="0">
              <a:noFill/>
            </a:ln>
          </p:spPr>
          <p:txBody>
            <a:bodyPr/>
            <a:p>
              <a:endParaRPr lang="zh-CN" altLang="en-US"/>
            </a:p>
          </p:txBody>
        </p:sp>
      </p:grpSp>
      <p:grpSp>
        <p:nvGrpSpPr>
          <p:cNvPr id="1029" name="Group 176"/>
          <p:cNvGrpSpPr/>
          <p:nvPr/>
        </p:nvGrpSpPr>
        <p:grpSpPr>
          <a:xfrm>
            <a:off x="1066800" y="4171950"/>
            <a:ext cx="533400" cy="369888"/>
            <a:chOff x="96" y="2784"/>
            <a:chExt cx="1062" cy="981"/>
          </a:xfrm>
        </p:grpSpPr>
        <p:sp>
          <p:nvSpPr>
            <p:cNvPr id="1093" name="Freeform 177"/>
            <p:cNvSpPr/>
            <p:nvPr userDrawn="1"/>
          </p:nvSpPr>
          <p:spPr>
            <a:xfrm>
              <a:off x="121" y="2784"/>
              <a:ext cx="205" cy="80"/>
            </a:xfrm>
            <a:custGeom>
              <a:avLst/>
              <a:gdLst/>
              <a:ahLst/>
              <a:cxnLst>
                <a:cxn ang="0">
                  <a:pos x="150" y="60"/>
                </a:cxn>
                <a:cxn ang="0">
                  <a:pos x="185" y="50"/>
                </a:cxn>
                <a:cxn ang="0">
                  <a:pos x="190" y="45"/>
                </a:cxn>
                <a:cxn ang="0">
                  <a:pos x="155" y="5"/>
                </a:cxn>
                <a:cxn ang="0">
                  <a:pos x="40" y="55"/>
                </a:cxn>
                <a:cxn ang="0">
                  <a:pos x="150" y="60"/>
                </a:cxn>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alpha val="100000"/>
              </a:schemeClr>
            </a:solidFill>
            <a:ln w="0">
              <a:noFill/>
            </a:ln>
          </p:spPr>
          <p:txBody>
            <a:bodyPr/>
            <a:p>
              <a:endParaRPr lang="zh-CN" altLang="en-US"/>
            </a:p>
          </p:txBody>
        </p:sp>
        <p:sp>
          <p:nvSpPr>
            <p:cNvPr id="1094" name="Freeform 178"/>
            <p:cNvSpPr>
              <a:spLocks noEditPoints="1"/>
            </p:cNvSpPr>
            <p:nvPr userDrawn="1"/>
          </p:nvSpPr>
          <p:spPr>
            <a:xfrm>
              <a:off x="96" y="2788"/>
              <a:ext cx="1062" cy="977"/>
            </a:xfrm>
            <a:custGeom>
              <a:avLst/>
              <a:gdLst/>
              <a:ahLst/>
              <a:cxnLst>
                <a:cxn ang="0">
                  <a:pos x="824" y="785"/>
                </a:cxn>
                <a:cxn ang="0">
                  <a:pos x="769" y="633"/>
                </a:cxn>
                <a:cxn ang="0">
                  <a:pos x="718" y="501"/>
                </a:cxn>
                <a:cxn ang="0">
                  <a:pos x="834" y="471"/>
                </a:cxn>
                <a:cxn ang="0">
                  <a:pos x="738" y="415"/>
                </a:cxn>
                <a:cxn ang="0">
                  <a:pos x="794" y="420"/>
                </a:cxn>
                <a:cxn ang="0">
                  <a:pos x="794" y="390"/>
                </a:cxn>
                <a:cxn ang="0">
                  <a:pos x="683" y="395"/>
                </a:cxn>
                <a:cxn ang="0">
                  <a:pos x="647" y="633"/>
                </a:cxn>
                <a:cxn ang="0">
                  <a:pos x="627" y="425"/>
                </a:cxn>
                <a:cxn ang="0">
                  <a:pos x="597" y="339"/>
                </a:cxn>
                <a:cxn ang="0">
                  <a:pos x="627" y="258"/>
                </a:cxn>
                <a:cxn ang="0">
                  <a:pos x="612" y="187"/>
                </a:cxn>
                <a:cxn ang="0">
                  <a:pos x="602" y="121"/>
                </a:cxn>
                <a:cxn ang="0">
                  <a:pos x="668" y="197"/>
                </a:cxn>
                <a:cxn ang="0">
                  <a:pos x="754" y="91"/>
                </a:cxn>
                <a:cxn ang="0">
                  <a:pos x="743" y="182"/>
                </a:cxn>
                <a:cxn ang="0">
                  <a:pos x="723" y="243"/>
                </a:cxn>
                <a:cxn ang="0">
                  <a:pos x="728" y="339"/>
                </a:cxn>
                <a:cxn ang="0">
                  <a:pos x="1006" y="147"/>
                </a:cxn>
                <a:cxn ang="0">
                  <a:pos x="455" y="5"/>
                </a:cxn>
                <a:cxn ang="0">
                  <a:pos x="283" y="40"/>
                </a:cxn>
                <a:cxn ang="0">
                  <a:pos x="430" y="61"/>
                </a:cxn>
                <a:cxn ang="0">
                  <a:pos x="303" y="111"/>
                </a:cxn>
                <a:cxn ang="0">
                  <a:pos x="293" y="147"/>
                </a:cxn>
                <a:cxn ang="0">
                  <a:pos x="192" y="86"/>
                </a:cxn>
                <a:cxn ang="0">
                  <a:pos x="66" y="582"/>
                </a:cxn>
                <a:cxn ang="0">
                  <a:pos x="308" y="739"/>
                </a:cxn>
                <a:cxn ang="0">
                  <a:pos x="228" y="673"/>
                </a:cxn>
                <a:cxn ang="0">
                  <a:pos x="177" y="734"/>
                </a:cxn>
                <a:cxn ang="0">
                  <a:pos x="162" y="648"/>
                </a:cxn>
                <a:cxn ang="0">
                  <a:pos x="233" y="435"/>
                </a:cxn>
                <a:cxn ang="0">
                  <a:pos x="339" y="420"/>
                </a:cxn>
                <a:cxn ang="0">
                  <a:pos x="359" y="481"/>
                </a:cxn>
                <a:cxn ang="0">
                  <a:pos x="308" y="613"/>
                </a:cxn>
                <a:cxn ang="0">
                  <a:pos x="460" y="911"/>
                </a:cxn>
                <a:cxn ang="0">
                  <a:pos x="941" y="840"/>
                </a:cxn>
                <a:cxn ang="0">
                  <a:pos x="920" y="334"/>
                </a:cxn>
                <a:cxn ang="0">
                  <a:pos x="834" y="304"/>
                </a:cxn>
                <a:cxn ang="0">
                  <a:pos x="571" y="309"/>
                </a:cxn>
                <a:cxn ang="0">
                  <a:pos x="546" y="440"/>
                </a:cxn>
                <a:cxn ang="0">
                  <a:pos x="577" y="253"/>
                </a:cxn>
                <a:cxn ang="0">
                  <a:pos x="450" y="132"/>
                </a:cxn>
                <a:cxn ang="0">
                  <a:pos x="531" y="177"/>
                </a:cxn>
                <a:cxn ang="0">
                  <a:pos x="308" y="364"/>
                </a:cxn>
                <a:cxn ang="0">
                  <a:pos x="121" y="187"/>
                </a:cxn>
                <a:cxn ang="0">
                  <a:pos x="344" y="202"/>
                </a:cxn>
                <a:cxn ang="0">
                  <a:pos x="400" y="202"/>
                </a:cxn>
                <a:cxn ang="0">
                  <a:pos x="546" y="228"/>
                </a:cxn>
                <a:cxn ang="0">
                  <a:pos x="501" y="471"/>
                </a:cxn>
                <a:cxn ang="0">
                  <a:pos x="470" y="258"/>
                </a:cxn>
                <a:cxn ang="0">
                  <a:pos x="308" y="364"/>
                </a:cxn>
                <a:cxn ang="0">
                  <a:pos x="405" y="415"/>
                </a:cxn>
                <a:cxn ang="0">
                  <a:pos x="445" y="294"/>
                </a:cxn>
                <a:cxn ang="0">
                  <a:pos x="516" y="734"/>
                </a:cxn>
                <a:cxn ang="0">
                  <a:pos x="415" y="486"/>
                </a:cxn>
                <a:cxn ang="0">
                  <a:pos x="592" y="537"/>
                </a:cxn>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alpha val="100000"/>
              </a:schemeClr>
            </a:solidFill>
            <a:ln w="0">
              <a:noFill/>
            </a:ln>
          </p:spPr>
          <p:txBody>
            <a:bodyPr/>
            <a:p>
              <a:endParaRPr lang="zh-CN" altLang="en-US"/>
            </a:p>
          </p:txBody>
        </p:sp>
        <p:sp>
          <p:nvSpPr>
            <p:cNvPr id="1095" name="Freeform 179"/>
            <p:cNvSpPr/>
            <p:nvPr userDrawn="1"/>
          </p:nvSpPr>
          <p:spPr>
            <a:xfrm>
              <a:off x="349" y="3256"/>
              <a:ext cx="85" cy="101"/>
            </a:xfrm>
            <a:custGeom>
              <a:avLst/>
              <a:gdLst/>
              <a:ahLst/>
              <a:cxnLst>
                <a:cxn ang="0">
                  <a:pos x="70" y="25"/>
                </a:cxn>
                <a:cxn ang="0">
                  <a:pos x="45" y="101"/>
                </a:cxn>
                <a:cxn ang="0">
                  <a:pos x="70" y="25"/>
                </a:cxn>
              </a:cxnLst>
              <a:pathLst>
                <a:path w="17" h="20">
                  <a:moveTo>
                    <a:pt x="14" y="5"/>
                  </a:moveTo>
                  <a:cubicBezTo>
                    <a:pt x="13" y="0"/>
                    <a:pt x="0" y="8"/>
                    <a:pt x="9" y="20"/>
                  </a:cubicBezTo>
                  <a:cubicBezTo>
                    <a:pt x="9" y="20"/>
                    <a:pt x="17" y="17"/>
                    <a:pt x="14" y="5"/>
                  </a:cubicBezTo>
                  <a:close/>
                </a:path>
              </a:pathLst>
            </a:custGeom>
            <a:solidFill>
              <a:schemeClr val="accent2">
                <a:alpha val="100000"/>
              </a:schemeClr>
            </a:solidFill>
            <a:ln w="0">
              <a:noFill/>
            </a:ln>
          </p:spPr>
          <p:txBody>
            <a:bodyPr/>
            <a:p>
              <a:endParaRPr lang="zh-CN" altLang="en-US"/>
            </a:p>
          </p:txBody>
        </p:sp>
        <p:sp>
          <p:nvSpPr>
            <p:cNvPr id="1096" name="Freeform 180"/>
            <p:cNvSpPr/>
            <p:nvPr userDrawn="1"/>
          </p:nvSpPr>
          <p:spPr>
            <a:xfrm>
              <a:off x="267" y="3293"/>
              <a:ext cx="76" cy="139"/>
            </a:xfrm>
            <a:custGeom>
              <a:avLst/>
              <a:gdLst/>
              <a:ahLst/>
              <a:cxnLst>
                <a:cxn ang="0">
                  <a:pos x="35" y="51"/>
                </a:cxn>
                <a:cxn ang="0">
                  <a:pos x="20" y="129"/>
                </a:cxn>
                <a:cxn ang="0">
                  <a:pos x="76" y="82"/>
                </a:cxn>
                <a:cxn ang="0">
                  <a:pos x="66" y="41"/>
                </a:cxn>
                <a:cxn ang="0">
                  <a:pos x="35" y="51"/>
                </a:cxn>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alpha val="100000"/>
              </a:schemeClr>
            </a:solidFill>
            <a:ln w="0">
              <a:noFill/>
            </a:ln>
          </p:spPr>
          <p:txBody>
            <a:bodyPr/>
            <a:p>
              <a:endParaRPr lang="zh-CN" altLang="en-US"/>
            </a:p>
          </p:txBody>
        </p:sp>
        <p:sp>
          <p:nvSpPr>
            <p:cNvPr id="1097" name="Freeform 181"/>
            <p:cNvSpPr/>
            <p:nvPr userDrawn="1"/>
          </p:nvSpPr>
          <p:spPr>
            <a:xfrm>
              <a:off x="222" y="3024"/>
              <a:ext cx="243" cy="114"/>
            </a:xfrm>
            <a:custGeom>
              <a:avLst/>
              <a:gdLst/>
              <a:ahLst/>
              <a:cxnLst>
                <a:cxn ang="0">
                  <a:pos x="203" y="10"/>
                </a:cxn>
                <a:cxn ang="0">
                  <a:pos x="46" y="5"/>
                </a:cxn>
                <a:cxn ang="0">
                  <a:pos x="5" y="45"/>
                </a:cxn>
                <a:cxn ang="0">
                  <a:pos x="111" y="104"/>
                </a:cxn>
                <a:cxn ang="0">
                  <a:pos x="172" y="99"/>
                </a:cxn>
                <a:cxn ang="0">
                  <a:pos x="203" y="94"/>
                </a:cxn>
                <a:cxn ang="0">
                  <a:pos x="203" y="10"/>
                </a:cxn>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alpha val="100000"/>
              </a:schemeClr>
            </a:solidFill>
            <a:ln w="0">
              <a:noFill/>
            </a:ln>
          </p:spPr>
          <p:txBody>
            <a:bodyPr/>
            <a:p>
              <a:endParaRPr lang="zh-CN" altLang="en-US"/>
            </a:p>
          </p:txBody>
        </p:sp>
        <p:sp>
          <p:nvSpPr>
            <p:cNvPr id="1098" name="Freeform 182"/>
            <p:cNvSpPr/>
            <p:nvPr userDrawn="1"/>
          </p:nvSpPr>
          <p:spPr>
            <a:xfrm>
              <a:off x="501" y="3344"/>
              <a:ext cx="177" cy="189"/>
            </a:xfrm>
            <a:custGeom>
              <a:avLst/>
              <a:gdLst/>
              <a:ahLst/>
              <a:cxnLst>
                <a:cxn ang="0">
                  <a:pos x="121" y="10"/>
                </a:cxn>
                <a:cxn ang="0">
                  <a:pos x="56" y="10"/>
                </a:cxn>
                <a:cxn ang="0">
                  <a:pos x="20" y="102"/>
                </a:cxn>
                <a:cxn ang="0">
                  <a:pos x="142" y="112"/>
                </a:cxn>
                <a:cxn ang="0">
                  <a:pos x="121" y="10"/>
                </a:cxn>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alpha val="100000"/>
              </a:schemeClr>
            </a:solidFill>
            <a:ln w="0">
              <a:noFill/>
            </a:ln>
          </p:spPr>
          <p:txBody>
            <a:bodyPr/>
            <a:p>
              <a:endParaRPr lang="zh-CN" altLang="en-US"/>
            </a:p>
          </p:txBody>
        </p:sp>
        <p:sp>
          <p:nvSpPr>
            <p:cNvPr id="1099" name="Freeform 183"/>
            <p:cNvSpPr/>
            <p:nvPr userDrawn="1"/>
          </p:nvSpPr>
          <p:spPr>
            <a:xfrm>
              <a:off x="905" y="3159"/>
              <a:ext cx="177" cy="34"/>
            </a:xfrm>
            <a:custGeom>
              <a:avLst/>
              <a:gdLst/>
              <a:ahLst/>
              <a:cxnLst>
                <a:cxn ang="0">
                  <a:pos x="25" y="0"/>
                </a:cxn>
                <a:cxn ang="0">
                  <a:pos x="71" y="24"/>
                </a:cxn>
                <a:cxn ang="0">
                  <a:pos x="25" y="0"/>
                </a:cxn>
              </a:cxnLst>
              <a:pathLst>
                <a:path w="35" h="7">
                  <a:moveTo>
                    <a:pt x="5" y="0"/>
                  </a:moveTo>
                  <a:cubicBezTo>
                    <a:pt x="0" y="0"/>
                    <a:pt x="7" y="7"/>
                    <a:pt x="14" y="5"/>
                  </a:cubicBezTo>
                  <a:cubicBezTo>
                    <a:pt x="35" y="1"/>
                    <a:pt x="5" y="0"/>
                    <a:pt x="5" y="0"/>
                  </a:cubicBezTo>
                  <a:close/>
                </a:path>
              </a:pathLst>
            </a:custGeom>
            <a:solidFill>
              <a:schemeClr val="accent2">
                <a:alpha val="100000"/>
              </a:schemeClr>
            </a:solidFill>
            <a:ln w="0">
              <a:noFill/>
            </a:ln>
          </p:spPr>
          <p:txBody>
            <a:bodyPr/>
            <a:p>
              <a:endParaRPr lang="zh-CN" altLang="en-US"/>
            </a:p>
          </p:txBody>
        </p:sp>
        <p:sp>
          <p:nvSpPr>
            <p:cNvPr id="1100" name="Freeform 184"/>
            <p:cNvSpPr/>
            <p:nvPr userDrawn="1"/>
          </p:nvSpPr>
          <p:spPr>
            <a:xfrm>
              <a:off x="965" y="3155"/>
              <a:ext cx="136" cy="80"/>
            </a:xfrm>
            <a:custGeom>
              <a:avLst/>
              <a:gdLst/>
              <a:ahLst/>
              <a:cxnLst>
                <a:cxn ang="0">
                  <a:pos x="35" y="65"/>
                </a:cxn>
                <a:cxn ang="0">
                  <a:pos x="126" y="30"/>
                </a:cxn>
                <a:cxn ang="0">
                  <a:pos x="86" y="5"/>
                </a:cxn>
                <a:cxn ang="0">
                  <a:pos x="35" y="55"/>
                </a:cxn>
                <a:cxn ang="0">
                  <a:pos x="35" y="65"/>
                </a:cxn>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alpha val="100000"/>
              </a:schemeClr>
            </a:solidFill>
            <a:ln w="0">
              <a:noFill/>
            </a:ln>
          </p:spPr>
          <p:txBody>
            <a:bodyPr/>
            <a:p>
              <a:endParaRPr lang="zh-CN" altLang="en-US"/>
            </a:p>
          </p:txBody>
        </p:sp>
        <p:sp>
          <p:nvSpPr>
            <p:cNvPr id="1101" name="Freeform 185"/>
            <p:cNvSpPr/>
            <p:nvPr userDrawn="1"/>
          </p:nvSpPr>
          <p:spPr>
            <a:xfrm>
              <a:off x="959" y="3205"/>
              <a:ext cx="177" cy="84"/>
            </a:xfrm>
            <a:custGeom>
              <a:avLst/>
              <a:gdLst/>
              <a:ahLst/>
              <a:cxnLst>
                <a:cxn ang="0">
                  <a:pos x="126" y="30"/>
                </a:cxn>
                <a:cxn ang="0">
                  <a:pos x="40" y="49"/>
                </a:cxn>
                <a:cxn ang="0">
                  <a:pos x="30" y="64"/>
                </a:cxn>
                <a:cxn ang="0">
                  <a:pos x="137" y="59"/>
                </a:cxn>
                <a:cxn ang="0">
                  <a:pos x="126" y="30"/>
                </a:cxn>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alpha val="100000"/>
              </a:schemeClr>
            </a:solidFill>
            <a:ln w="0">
              <a:noFill/>
            </a:ln>
          </p:spPr>
          <p:txBody>
            <a:bodyPr/>
            <a:p>
              <a:endParaRPr lang="zh-CN" altLang="en-US"/>
            </a:p>
          </p:txBody>
        </p:sp>
        <p:sp>
          <p:nvSpPr>
            <p:cNvPr id="1102" name="Freeform 186"/>
            <p:cNvSpPr/>
            <p:nvPr userDrawn="1"/>
          </p:nvSpPr>
          <p:spPr>
            <a:xfrm>
              <a:off x="845" y="3285"/>
              <a:ext cx="247" cy="59"/>
            </a:xfrm>
            <a:custGeom>
              <a:avLst/>
              <a:gdLst/>
              <a:ahLst/>
              <a:cxnLst>
                <a:cxn ang="0">
                  <a:pos x="202" y="15"/>
                </a:cxn>
                <a:cxn ang="0">
                  <a:pos x="146" y="5"/>
                </a:cxn>
                <a:cxn ang="0">
                  <a:pos x="35" y="0"/>
                </a:cxn>
                <a:cxn ang="0">
                  <a:pos x="10" y="25"/>
                </a:cxn>
                <a:cxn ang="0">
                  <a:pos x="101" y="39"/>
                </a:cxn>
                <a:cxn ang="0">
                  <a:pos x="207" y="39"/>
                </a:cxn>
                <a:cxn ang="0">
                  <a:pos x="202" y="15"/>
                </a:cxn>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alpha val="100000"/>
              </a:schemeClr>
            </a:solidFill>
            <a:ln w="0">
              <a:noFill/>
            </a:ln>
          </p:spPr>
          <p:txBody>
            <a:bodyPr/>
            <a:p>
              <a:endParaRPr lang="zh-CN" altLang="en-US"/>
            </a:p>
          </p:txBody>
        </p:sp>
        <p:sp>
          <p:nvSpPr>
            <p:cNvPr id="1103" name="Freeform 187"/>
            <p:cNvSpPr/>
            <p:nvPr userDrawn="1"/>
          </p:nvSpPr>
          <p:spPr>
            <a:xfrm>
              <a:off x="870" y="3340"/>
              <a:ext cx="202" cy="55"/>
            </a:xfrm>
            <a:custGeom>
              <a:avLst/>
              <a:gdLst/>
              <a:ahLst/>
              <a:cxnLst>
                <a:cxn ang="0">
                  <a:pos x="187" y="10"/>
                </a:cxn>
                <a:cxn ang="0">
                  <a:pos x="131" y="20"/>
                </a:cxn>
                <a:cxn ang="0">
                  <a:pos x="66" y="15"/>
                </a:cxn>
                <a:cxn ang="0">
                  <a:pos x="5" y="10"/>
                </a:cxn>
                <a:cxn ang="0">
                  <a:pos x="177" y="40"/>
                </a:cxn>
                <a:cxn ang="0">
                  <a:pos x="187" y="10"/>
                </a:cxn>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alpha val="100000"/>
              </a:schemeClr>
            </a:solidFill>
            <a:ln w="0">
              <a:noFill/>
            </a:ln>
          </p:spPr>
          <p:txBody>
            <a:bodyPr/>
            <a:p>
              <a:endParaRPr lang="zh-CN" altLang="en-US"/>
            </a:p>
          </p:txBody>
        </p:sp>
        <p:sp>
          <p:nvSpPr>
            <p:cNvPr id="1104" name="Freeform 188"/>
            <p:cNvSpPr/>
            <p:nvPr userDrawn="1"/>
          </p:nvSpPr>
          <p:spPr>
            <a:xfrm>
              <a:off x="858" y="3386"/>
              <a:ext cx="209" cy="173"/>
            </a:xfrm>
            <a:custGeom>
              <a:avLst/>
              <a:gdLst/>
              <a:ahLst/>
              <a:cxnLst>
                <a:cxn ang="0">
                  <a:pos x="143" y="46"/>
                </a:cxn>
                <a:cxn ang="0">
                  <a:pos x="66" y="31"/>
                </a:cxn>
                <a:cxn ang="0">
                  <a:pos x="20" y="76"/>
                </a:cxn>
                <a:cxn ang="0">
                  <a:pos x="5" y="97"/>
                </a:cxn>
                <a:cxn ang="0">
                  <a:pos x="46" y="97"/>
                </a:cxn>
                <a:cxn ang="0">
                  <a:pos x="87" y="137"/>
                </a:cxn>
                <a:cxn ang="0">
                  <a:pos x="107" y="153"/>
                </a:cxn>
                <a:cxn ang="0">
                  <a:pos x="148" y="97"/>
                </a:cxn>
                <a:cxn ang="0">
                  <a:pos x="199" y="97"/>
                </a:cxn>
                <a:cxn ang="0">
                  <a:pos x="143" y="46"/>
                </a:cxn>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alpha val="100000"/>
              </a:schemeClr>
            </a:solidFill>
            <a:ln w="0">
              <a:noFill/>
            </a:ln>
          </p:spPr>
          <p:txBody>
            <a:bodyPr/>
            <a:p>
              <a:endParaRPr lang="zh-CN" altLang="en-US"/>
            </a:p>
          </p:txBody>
        </p:sp>
        <p:sp>
          <p:nvSpPr>
            <p:cNvPr id="1105" name="Freeform 189"/>
            <p:cNvSpPr/>
            <p:nvPr userDrawn="1"/>
          </p:nvSpPr>
          <p:spPr>
            <a:xfrm>
              <a:off x="997" y="3306"/>
              <a:ext cx="126" cy="316"/>
            </a:xfrm>
            <a:custGeom>
              <a:avLst/>
              <a:gdLst/>
              <a:ahLst/>
              <a:cxnLst>
                <a:cxn ang="0">
                  <a:pos x="111" y="10"/>
                </a:cxn>
                <a:cxn ang="0">
                  <a:pos x="91" y="85"/>
                </a:cxn>
                <a:cxn ang="0">
                  <a:pos x="35" y="100"/>
                </a:cxn>
                <a:cxn ang="0">
                  <a:pos x="35" y="115"/>
                </a:cxn>
                <a:cxn ang="0">
                  <a:pos x="86" y="171"/>
                </a:cxn>
                <a:cxn ang="0">
                  <a:pos x="60" y="226"/>
                </a:cxn>
                <a:cxn ang="0">
                  <a:pos x="0" y="276"/>
                </a:cxn>
                <a:cxn ang="0">
                  <a:pos x="25" y="291"/>
                </a:cxn>
                <a:cxn ang="0">
                  <a:pos x="81" y="311"/>
                </a:cxn>
                <a:cxn ang="0">
                  <a:pos x="116" y="286"/>
                </a:cxn>
                <a:cxn ang="0">
                  <a:pos x="126" y="70"/>
                </a:cxn>
                <a:cxn ang="0">
                  <a:pos x="126" y="10"/>
                </a:cxn>
                <a:cxn ang="0">
                  <a:pos x="111" y="10"/>
                </a:cxn>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alpha val="100000"/>
              </a:schemeClr>
            </a:solidFill>
            <a:ln w="0">
              <a:noFill/>
            </a:ln>
          </p:spPr>
          <p:txBody>
            <a:bodyPr/>
            <a:p>
              <a:endParaRPr lang="zh-CN" altLang="en-US"/>
            </a:p>
          </p:txBody>
        </p:sp>
      </p:grpSp>
      <p:grpSp>
        <p:nvGrpSpPr>
          <p:cNvPr id="1030" name="Group 190"/>
          <p:cNvGrpSpPr/>
          <p:nvPr/>
        </p:nvGrpSpPr>
        <p:grpSpPr>
          <a:xfrm>
            <a:off x="381000" y="2971800"/>
            <a:ext cx="533400" cy="369888"/>
            <a:chOff x="96" y="2784"/>
            <a:chExt cx="1062" cy="981"/>
          </a:xfrm>
        </p:grpSpPr>
        <p:sp>
          <p:nvSpPr>
            <p:cNvPr id="1080" name="Freeform 191"/>
            <p:cNvSpPr/>
            <p:nvPr userDrawn="1"/>
          </p:nvSpPr>
          <p:spPr>
            <a:xfrm>
              <a:off x="121" y="2784"/>
              <a:ext cx="205" cy="80"/>
            </a:xfrm>
            <a:custGeom>
              <a:avLst/>
              <a:gdLst/>
              <a:ahLst/>
              <a:cxnLst>
                <a:cxn ang="0">
                  <a:pos x="150" y="60"/>
                </a:cxn>
                <a:cxn ang="0">
                  <a:pos x="185" y="50"/>
                </a:cxn>
                <a:cxn ang="0">
                  <a:pos x="190" y="45"/>
                </a:cxn>
                <a:cxn ang="0">
                  <a:pos x="155" y="5"/>
                </a:cxn>
                <a:cxn ang="0">
                  <a:pos x="40" y="55"/>
                </a:cxn>
                <a:cxn ang="0">
                  <a:pos x="150" y="60"/>
                </a:cxn>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alpha val="100000"/>
              </a:schemeClr>
            </a:solidFill>
            <a:ln w="0">
              <a:noFill/>
            </a:ln>
          </p:spPr>
          <p:txBody>
            <a:bodyPr/>
            <a:p>
              <a:endParaRPr lang="zh-CN" altLang="en-US"/>
            </a:p>
          </p:txBody>
        </p:sp>
        <p:sp>
          <p:nvSpPr>
            <p:cNvPr id="1081" name="Freeform 192"/>
            <p:cNvSpPr>
              <a:spLocks noEditPoints="1"/>
            </p:cNvSpPr>
            <p:nvPr userDrawn="1"/>
          </p:nvSpPr>
          <p:spPr>
            <a:xfrm>
              <a:off x="96" y="2788"/>
              <a:ext cx="1062" cy="977"/>
            </a:xfrm>
            <a:custGeom>
              <a:avLst/>
              <a:gdLst/>
              <a:ahLst/>
              <a:cxnLst>
                <a:cxn ang="0">
                  <a:pos x="824" y="785"/>
                </a:cxn>
                <a:cxn ang="0">
                  <a:pos x="769" y="633"/>
                </a:cxn>
                <a:cxn ang="0">
                  <a:pos x="718" y="501"/>
                </a:cxn>
                <a:cxn ang="0">
                  <a:pos x="834" y="471"/>
                </a:cxn>
                <a:cxn ang="0">
                  <a:pos x="738" y="415"/>
                </a:cxn>
                <a:cxn ang="0">
                  <a:pos x="794" y="420"/>
                </a:cxn>
                <a:cxn ang="0">
                  <a:pos x="794" y="390"/>
                </a:cxn>
                <a:cxn ang="0">
                  <a:pos x="683" y="395"/>
                </a:cxn>
                <a:cxn ang="0">
                  <a:pos x="647" y="633"/>
                </a:cxn>
                <a:cxn ang="0">
                  <a:pos x="627" y="425"/>
                </a:cxn>
                <a:cxn ang="0">
                  <a:pos x="597" y="339"/>
                </a:cxn>
                <a:cxn ang="0">
                  <a:pos x="627" y="258"/>
                </a:cxn>
                <a:cxn ang="0">
                  <a:pos x="612" y="187"/>
                </a:cxn>
                <a:cxn ang="0">
                  <a:pos x="602" y="121"/>
                </a:cxn>
                <a:cxn ang="0">
                  <a:pos x="668" y="197"/>
                </a:cxn>
                <a:cxn ang="0">
                  <a:pos x="754" y="91"/>
                </a:cxn>
                <a:cxn ang="0">
                  <a:pos x="743" y="182"/>
                </a:cxn>
                <a:cxn ang="0">
                  <a:pos x="723" y="243"/>
                </a:cxn>
                <a:cxn ang="0">
                  <a:pos x="728" y="339"/>
                </a:cxn>
                <a:cxn ang="0">
                  <a:pos x="1006" y="147"/>
                </a:cxn>
                <a:cxn ang="0">
                  <a:pos x="455" y="5"/>
                </a:cxn>
                <a:cxn ang="0">
                  <a:pos x="283" y="40"/>
                </a:cxn>
                <a:cxn ang="0">
                  <a:pos x="430" y="61"/>
                </a:cxn>
                <a:cxn ang="0">
                  <a:pos x="303" y="111"/>
                </a:cxn>
                <a:cxn ang="0">
                  <a:pos x="293" y="147"/>
                </a:cxn>
                <a:cxn ang="0">
                  <a:pos x="192" y="86"/>
                </a:cxn>
                <a:cxn ang="0">
                  <a:pos x="66" y="582"/>
                </a:cxn>
                <a:cxn ang="0">
                  <a:pos x="308" y="739"/>
                </a:cxn>
                <a:cxn ang="0">
                  <a:pos x="228" y="673"/>
                </a:cxn>
                <a:cxn ang="0">
                  <a:pos x="177" y="734"/>
                </a:cxn>
                <a:cxn ang="0">
                  <a:pos x="162" y="648"/>
                </a:cxn>
                <a:cxn ang="0">
                  <a:pos x="233" y="435"/>
                </a:cxn>
                <a:cxn ang="0">
                  <a:pos x="339" y="420"/>
                </a:cxn>
                <a:cxn ang="0">
                  <a:pos x="359" y="481"/>
                </a:cxn>
                <a:cxn ang="0">
                  <a:pos x="308" y="613"/>
                </a:cxn>
                <a:cxn ang="0">
                  <a:pos x="460" y="911"/>
                </a:cxn>
                <a:cxn ang="0">
                  <a:pos x="941" y="840"/>
                </a:cxn>
                <a:cxn ang="0">
                  <a:pos x="920" y="334"/>
                </a:cxn>
                <a:cxn ang="0">
                  <a:pos x="834" y="304"/>
                </a:cxn>
                <a:cxn ang="0">
                  <a:pos x="571" y="309"/>
                </a:cxn>
                <a:cxn ang="0">
                  <a:pos x="546" y="440"/>
                </a:cxn>
                <a:cxn ang="0">
                  <a:pos x="577" y="253"/>
                </a:cxn>
                <a:cxn ang="0">
                  <a:pos x="450" y="132"/>
                </a:cxn>
                <a:cxn ang="0">
                  <a:pos x="531" y="177"/>
                </a:cxn>
                <a:cxn ang="0">
                  <a:pos x="308" y="364"/>
                </a:cxn>
                <a:cxn ang="0">
                  <a:pos x="121" y="187"/>
                </a:cxn>
                <a:cxn ang="0">
                  <a:pos x="344" y="202"/>
                </a:cxn>
                <a:cxn ang="0">
                  <a:pos x="400" y="202"/>
                </a:cxn>
                <a:cxn ang="0">
                  <a:pos x="546" y="228"/>
                </a:cxn>
                <a:cxn ang="0">
                  <a:pos x="501" y="471"/>
                </a:cxn>
                <a:cxn ang="0">
                  <a:pos x="470" y="258"/>
                </a:cxn>
                <a:cxn ang="0">
                  <a:pos x="308" y="364"/>
                </a:cxn>
                <a:cxn ang="0">
                  <a:pos x="405" y="415"/>
                </a:cxn>
                <a:cxn ang="0">
                  <a:pos x="445" y="294"/>
                </a:cxn>
                <a:cxn ang="0">
                  <a:pos x="516" y="734"/>
                </a:cxn>
                <a:cxn ang="0">
                  <a:pos x="415" y="486"/>
                </a:cxn>
                <a:cxn ang="0">
                  <a:pos x="592" y="537"/>
                </a:cxn>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alpha val="100000"/>
              </a:schemeClr>
            </a:solidFill>
            <a:ln w="0">
              <a:noFill/>
            </a:ln>
          </p:spPr>
          <p:txBody>
            <a:bodyPr/>
            <a:p>
              <a:endParaRPr lang="zh-CN" altLang="en-US"/>
            </a:p>
          </p:txBody>
        </p:sp>
        <p:sp>
          <p:nvSpPr>
            <p:cNvPr id="1082" name="Freeform 193"/>
            <p:cNvSpPr/>
            <p:nvPr userDrawn="1"/>
          </p:nvSpPr>
          <p:spPr>
            <a:xfrm>
              <a:off x="349" y="3256"/>
              <a:ext cx="85" cy="101"/>
            </a:xfrm>
            <a:custGeom>
              <a:avLst/>
              <a:gdLst/>
              <a:ahLst/>
              <a:cxnLst>
                <a:cxn ang="0">
                  <a:pos x="70" y="25"/>
                </a:cxn>
                <a:cxn ang="0">
                  <a:pos x="45" y="101"/>
                </a:cxn>
                <a:cxn ang="0">
                  <a:pos x="70" y="25"/>
                </a:cxn>
              </a:cxnLst>
              <a:pathLst>
                <a:path w="17" h="20">
                  <a:moveTo>
                    <a:pt x="14" y="5"/>
                  </a:moveTo>
                  <a:cubicBezTo>
                    <a:pt x="13" y="0"/>
                    <a:pt x="0" y="8"/>
                    <a:pt x="9" y="20"/>
                  </a:cubicBezTo>
                  <a:cubicBezTo>
                    <a:pt x="9" y="20"/>
                    <a:pt x="17" y="17"/>
                    <a:pt x="14" y="5"/>
                  </a:cubicBezTo>
                  <a:close/>
                </a:path>
              </a:pathLst>
            </a:custGeom>
            <a:solidFill>
              <a:schemeClr val="accent2">
                <a:alpha val="100000"/>
              </a:schemeClr>
            </a:solidFill>
            <a:ln w="0">
              <a:noFill/>
            </a:ln>
          </p:spPr>
          <p:txBody>
            <a:bodyPr/>
            <a:p>
              <a:endParaRPr lang="zh-CN" altLang="en-US"/>
            </a:p>
          </p:txBody>
        </p:sp>
        <p:sp>
          <p:nvSpPr>
            <p:cNvPr id="1083" name="Freeform 194"/>
            <p:cNvSpPr/>
            <p:nvPr userDrawn="1"/>
          </p:nvSpPr>
          <p:spPr>
            <a:xfrm>
              <a:off x="267" y="3293"/>
              <a:ext cx="76" cy="139"/>
            </a:xfrm>
            <a:custGeom>
              <a:avLst/>
              <a:gdLst/>
              <a:ahLst/>
              <a:cxnLst>
                <a:cxn ang="0">
                  <a:pos x="35" y="51"/>
                </a:cxn>
                <a:cxn ang="0">
                  <a:pos x="20" y="129"/>
                </a:cxn>
                <a:cxn ang="0">
                  <a:pos x="76" y="82"/>
                </a:cxn>
                <a:cxn ang="0">
                  <a:pos x="66" y="41"/>
                </a:cxn>
                <a:cxn ang="0">
                  <a:pos x="35" y="51"/>
                </a:cxn>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alpha val="100000"/>
              </a:schemeClr>
            </a:solidFill>
            <a:ln w="0">
              <a:noFill/>
            </a:ln>
          </p:spPr>
          <p:txBody>
            <a:bodyPr/>
            <a:p>
              <a:endParaRPr lang="zh-CN" altLang="en-US"/>
            </a:p>
          </p:txBody>
        </p:sp>
        <p:sp>
          <p:nvSpPr>
            <p:cNvPr id="1084" name="Freeform 195"/>
            <p:cNvSpPr/>
            <p:nvPr userDrawn="1"/>
          </p:nvSpPr>
          <p:spPr>
            <a:xfrm>
              <a:off x="222" y="3024"/>
              <a:ext cx="243" cy="114"/>
            </a:xfrm>
            <a:custGeom>
              <a:avLst/>
              <a:gdLst/>
              <a:ahLst/>
              <a:cxnLst>
                <a:cxn ang="0">
                  <a:pos x="203" y="10"/>
                </a:cxn>
                <a:cxn ang="0">
                  <a:pos x="46" y="5"/>
                </a:cxn>
                <a:cxn ang="0">
                  <a:pos x="5" y="45"/>
                </a:cxn>
                <a:cxn ang="0">
                  <a:pos x="111" y="104"/>
                </a:cxn>
                <a:cxn ang="0">
                  <a:pos x="172" y="99"/>
                </a:cxn>
                <a:cxn ang="0">
                  <a:pos x="203" y="94"/>
                </a:cxn>
                <a:cxn ang="0">
                  <a:pos x="203" y="10"/>
                </a:cxn>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alpha val="100000"/>
              </a:schemeClr>
            </a:solidFill>
            <a:ln w="0">
              <a:noFill/>
            </a:ln>
          </p:spPr>
          <p:txBody>
            <a:bodyPr/>
            <a:p>
              <a:endParaRPr lang="zh-CN" altLang="en-US"/>
            </a:p>
          </p:txBody>
        </p:sp>
        <p:sp>
          <p:nvSpPr>
            <p:cNvPr id="1085" name="Freeform 196"/>
            <p:cNvSpPr/>
            <p:nvPr userDrawn="1"/>
          </p:nvSpPr>
          <p:spPr>
            <a:xfrm>
              <a:off x="501" y="3344"/>
              <a:ext cx="177" cy="189"/>
            </a:xfrm>
            <a:custGeom>
              <a:avLst/>
              <a:gdLst/>
              <a:ahLst/>
              <a:cxnLst>
                <a:cxn ang="0">
                  <a:pos x="121" y="10"/>
                </a:cxn>
                <a:cxn ang="0">
                  <a:pos x="56" y="10"/>
                </a:cxn>
                <a:cxn ang="0">
                  <a:pos x="20" y="102"/>
                </a:cxn>
                <a:cxn ang="0">
                  <a:pos x="142" y="112"/>
                </a:cxn>
                <a:cxn ang="0">
                  <a:pos x="121" y="10"/>
                </a:cxn>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alpha val="100000"/>
              </a:schemeClr>
            </a:solidFill>
            <a:ln w="0">
              <a:noFill/>
            </a:ln>
          </p:spPr>
          <p:txBody>
            <a:bodyPr/>
            <a:p>
              <a:endParaRPr lang="zh-CN" altLang="en-US"/>
            </a:p>
          </p:txBody>
        </p:sp>
        <p:sp>
          <p:nvSpPr>
            <p:cNvPr id="1086" name="Freeform 197"/>
            <p:cNvSpPr/>
            <p:nvPr userDrawn="1"/>
          </p:nvSpPr>
          <p:spPr>
            <a:xfrm>
              <a:off x="905" y="3159"/>
              <a:ext cx="177" cy="34"/>
            </a:xfrm>
            <a:custGeom>
              <a:avLst/>
              <a:gdLst/>
              <a:ahLst/>
              <a:cxnLst>
                <a:cxn ang="0">
                  <a:pos x="25" y="0"/>
                </a:cxn>
                <a:cxn ang="0">
                  <a:pos x="71" y="24"/>
                </a:cxn>
                <a:cxn ang="0">
                  <a:pos x="25" y="0"/>
                </a:cxn>
              </a:cxnLst>
              <a:pathLst>
                <a:path w="35" h="7">
                  <a:moveTo>
                    <a:pt x="5" y="0"/>
                  </a:moveTo>
                  <a:cubicBezTo>
                    <a:pt x="0" y="0"/>
                    <a:pt x="7" y="7"/>
                    <a:pt x="14" y="5"/>
                  </a:cubicBezTo>
                  <a:cubicBezTo>
                    <a:pt x="35" y="1"/>
                    <a:pt x="5" y="0"/>
                    <a:pt x="5" y="0"/>
                  </a:cubicBezTo>
                  <a:close/>
                </a:path>
              </a:pathLst>
            </a:custGeom>
            <a:solidFill>
              <a:schemeClr val="accent2">
                <a:alpha val="100000"/>
              </a:schemeClr>
            </a:solidFill>
            <a:ln w="0">
              <a:noFill/>
            </a:ln>
          </p:spPr>
          <p:txBody>
            <a:bodyPr/>
            <a:p>
              <a:endParaRPr lang="zh-CN" altLang="en-US"/>
            </a:p>
          </p:txBody>
        </p:sp>
        <p:sp>
          <p:nvSpPr>
            <p:cNvPr id="1087" name="Freeform 198"/>
            <p:cNvSpPr/>
            <p:nvPr userDrawn="1"/>
          </p:nvSpPr>
          <p:spPr>
            <a:xfrm>
              <a:off x="965" y="3155"/>
              <a:ext cx="136" cy="80"/>
            </a:xfrm>
            <a:custGeom>
              <a:avLst/>
              <a:gdLst/>
              <a:ahLst/>
              <a:cxnLst>
                <a:cxn ang="0">
                  <a:pos x="35" y="65"/>
                </a:cxn>
                <a:cxn ang="0">
                  <a:pos x="126" y="30"/>
                </a:cxn>
                <a:cxn ang="0">
                  <a:pos x="86" y="5"/>
                </a:cxn>
                <a:cxn ang="0">
                  <a:pos x="35" y="55"/>
                </a:cxn>
                <a:cxn ang="0">
                  <a:pos x="35" y="65"/>
                </a:cxn>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alpha val="100000"/>
              </a:schemeClr>
            </a:solidFill>
            <a:ln w="0">
              <a:noFill/>
            </a:ln>
          </p:spPr>
          <p:txBody>
            <a:bodyPr/>
            <a:p>
              <a:endParaRPr lang="zh-CN" altLang="en-US"/>
            </a:p>
          </p:txBody>
        </p:sp>
        <p:sp>
          <p:nvSpPr>
            <p:cNvPr id="1088" name="Freeform 199"/>
            <p:cNvSpPr/>
            <p:nvPr userDrawn="1"/>
          </p:nvSpPr>
          <p:spPr>
            <a:xfrm>
              <a:off x="959" y="3205"/>
              <a:ext cx="177" cy="84"/>
            </a:xfrm>
            <a:custGeom>
              <a:avLst/>
              <a:gdLst/>
              <a:ahLst/>
              <a:cxnLst>
                <a:cxn ang="0">
                  <a:pos x="126" y="30"/>
                </a:cxn>
                <a:cxn ang="0">
                  <a:pos x="40" y="49"/>
                </a:cxn>
                <a:cxn ang="0">
                  <a:pos x="30" y="64"/>
                </a:cxn>
                <a:cxn ang="0">
                  <a:pos x="137" y="59"/>
                </a:cxn>
                <a:cxn ang="0">
                  <a:pos x="126" y="30"/>
                </a:cxn>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alpha val="100000"/>
              </a:schemeClr>
            </a:solidFill>
            <a:ln w="0">
              <a:noFill/>
            </a:ln>
          </p:spPr>
          <p:txBody>
            <a:bodyPr/>
            <a:p>
              <a:endParaRPr lang="zh-CN" altLang="en-US"/>
            </a:p>
          </p:txBody>
        </p:sp>
        <p:sp>
          <p:nvSpPr>
            <p:cNvPr id="1089" name="Freeform 200"/>
            <p:cNvSpPr/>
            <p:nvPr userDrawn="1"/>
          </p:nvSpPr>
          <p:spPr>
            <a:xfrm>
              <a:off x="845" y="3285"/>
              <a:ext cx="247" cy="59"/>
            </a:xfrm>
            <a:custGeom>
              <a:avLst/>
              <a:gdLst/>
              <a:ahLst/>
              <a:cxnLst>
                <a:cxn ang="0">
                  <a:pos x="202" y="15"/>
                </a:cxn>
                <a:cxn ang="0">
                  <a:pos x="146" y="5"/>
                </a:cxn>
                <a:cxn ang="0">
                  <a:pos x="35" y="0"/>
                </a:cxn>
                <a:cxn ang="0">
                  <a:pos x="10" y="25"/>
                </a:cxn>
                <a:cxn ang="0">
                  <a:pos x="101" y="39"/>
                </a:cxn>
                <a:cxn ang="0">
                  <a:pos x="207" y="39"/>
                </a:cxn>
                <a:cxn ang="0">
                  <a:pos x="202" y="15"/>
                </a:cxn>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alpha val="100000"/>
              </a:schemeClr>
            </a:solidFill>
            <a:ln w="0">
              <a:noFill/>
            </a:ln>
          </p:spPr>
          <p:txBody>
            <a:bodyPr/>
            <a:p>
              <a:endParaRPr lang="zh-CN" altLang="en-US"/>
            </a:p>
          </p:txBody>
        </p:sp>
        <p:sp>
          <p:nvSpPr>
            <p:cNvPr id="1090" name="Freeform 201"/>
            <p:cNvSpPr/>
            <p:nvPr userDrawn="1"/>
          </p:nvSpPr>
          <p:spPr>
            <a:xfrm>
              <a:off x="870" y="3340"/>
              <a:ext cx="202" cy="55"/>
            </a:xfrm>
            <a:custGeom>
              <a:avLst/>
              <a:gdLst/>
              <a:ahLst/>
              <a:cxnLst>
                <a:cxn ang="0">
                  <a:pos x="187" y="10"/>
                </a:cxn>
                <a:cxn ang="0">
                  <a:pos x="131" y="20"/>
                </a:cxn>
                <a:cxn ang="0">
                  <a:pos x="66" y="15"/>
                </a:cxn>
                <a:cxn ang="0">
                  <a:pos x="5" y="10"/>
                </a:cxn>
                <a:cxn ang="0">
                  <a:pos x="177" y="40"/>
                </a:cxn>
                <a:cxn ang="0">
                  <a:pos x="187" y="10"/>
                </a:cxn>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alpha val="100000"/>
              </a:schemeClr>
            </a:solidFill>
            <a:ln w="0">
              <a:noFill/>
            </a:ln>
          </p:spPr>
          <p:txBody>
            <a:bodyPr/>
            <a:p>
              <a:endParaRPr lang="zh-CN" altLang="en-US"/>
            </a:p>
          </p:txBody>
        </p:sp>
        <p:sp>
          <p:nvSpPr>
            <p:cNvPr id="1091" name="Freeform 202"/>
            <p:cNvSpPr/>
            <p:nvPr userDrawn="1"/>
          </p:nvSpPr>
          <p:spPr>
            <a:xfrm>
              <a:off x="858" y="3386"/>
              <a:ext cx="209" cy="173"/>
            </a:xfrm>
            <a:custGeom>
              <a:avLst/>
              <a:gdLst/>
              <a:ahLst/>
              <a:cxnLst>
                <a:cxn ang="0">
                  <a:pos x="143" y="46"/>
                </a:cxn>
                <a:cxn ang="0">
                  <a:pos x="66" y="31"/>
                </a:cxn>
                <a:cxn ang="0">
                  <a:pos x="20" y="76"/>
                </a:cxn>
                <a:cxn ang="0">
                  <a:pos x="5" y="97"/>
                </a:cxn>
                <a:cxn ang="0">
                  <a:pos x="46" y="97"/>
                </a:cxn>
                <a:cxn ang="0">
                  <a:pos x="87" y="137"/>
                </a:cxn>
                <a:cxn ang="0">
                  <a:pos x="107" y="153"/>
                </a:cxn>
                <a:cxn ang="0">
                  <a:pos x="148" y="97"/>
                </a:cxn>
                <a:cxn ang="0">
                  <a:pos x="199" y="97"/>
                </a:cxn>
                <a:cxn ang="0">
                  <a:pos x="143" y="46"/>
                </a:cxn>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alpha val="100000"/>
              </a:schemeClr>
            </a:solidFill>
            <a:ln w="0">
              <a:noFill/>
            </a:ln>
          </p:spPr>
          <p:txBody>
            <a:bodyPr/>
            <a:p>
              <a:endParaRPr lang="zh-CN" altLang="en-US"/>
            </a:p>
          </p:txBody>
        </p:sp>
        <p:sp>
          <p:nvSpPr>
            <p:cNvPr id="1092" name="Freeform 203"/>
            <p:cNvSpPr/>
            <p:nvPr userDrawn="1"/>
          </p:nvSpPr>
          <p:spPr>
            <a:xfrm>
              <a:off x="997" y="3306"/>
              <a:ext cx="126" cy="316"/>
            </a:xfrm>
            <a:custGeom>
              <a:avLst/>
              <a:gdLst/>
              <a:ahLst/>
              <a:cxnLst>
                <a:cxn ang="0">
                  <a:pos x="111" y="10"/>
                </a:cxn>
                <a:cxn ang="0">
                  <a:pos x="91" y="85"/>
                </a:cxn>
                <a:cxn ang="0">
                  <a:pos x="35" y="100"/>
                </a:cxn>
                <a:cxn ang="0">
                  <a:pos x="35" y="115"/>
                </a:cxn>
                <a:cxn ang="0">
                  <a:pos x="86" y="171"/>
                </a:cxn>
                <a:cxn ang="0">
                  <a:pos x="60" y="226"/>
                </a:cxn>
                <a:cxn ang="0">
                  <a:pos x="0" y="276"/>
                </a:cxn>
                <a:cxn ang="0">
                  <a:pos x="25" y="291"/>
                </a:cxn>
                <a:cxn ang="0">
                  <a:pos x="81" y="311"/>
                </a:cxn>
                <a:cxn ang="0">
                  <a:pos x="116" y="286"/>
                </a:cxn>
                <a:cxn ang="0">
                  <a:pos x="126" y="70"/>
                </a:cxn>
                <a:cxn ang="0">
                  <a:pos x="126" y="10"/>
                </a:cxn>
                <a:cxn ang="0">
                  <a:pos x="111" y="10"/>
                </a:cxn>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alpha val="100000"/>
              </a:schemeClr>
            </a:solidFill>
            <a:ln w="0">
              <a:noFill/>
            </a:ln>
          </p:spPr>
          <p:txBody>
            <a:bodyPr/>
            <a:p>
              <a:endParaRPr lang="zh-CN" altLang="en-US"/>
            </a:p>
          </p:txBody>
        </p:sp>
      </p:grpSp>
      <p:grpSp>
        <p:nvGrpSpPr>
          <p:cNvPr id="1031" name="Group 204"/>
          <p:cNvGrpSpPr/>
          <p:nvPr/>
        </p:nvGrpSpPr>
        <p:grpSpPr>
          <a:xfrm>
            <a:off x="381000" y="3803650"/>
            <a:ext cx="533400" cy="368300"/>
            <a:chOff x="96" y="2784"/>
            <a:chExt cx="1062" cy="981"/>
          </a:xfrm>
        </p:grpSpPr>
        <p:sp>
          <p:nvSpPr>
            <p:cNvPr id="1067" name="Freeform 205"/>
            <p:cNvSpPr/>
            <p:nvPr userDrawn="1"/>
          </p:nvSpPr>
          <p:spPr>
            <a:xfrm>
              <a:off x="121" y="2784"/>
              <a:ext cx="205" cy="80"/>
            </a:xfrm>
            <a:custGeom>
              <a:avLst/>
              <a:gdLst/>
              <a:ahLst/>
              <a:cxnLst>
                <a:cxn ang="0">
                  <a:pos x="150" y="60"/>
                </a:cxn>
                <a:cxn ang="0">
                  <a:pos x="185" y="50"/>
                </a:cxn>
                <a:cxn ang="0">
                  <a:pos x="190" y="45"/>
                </a:cxn>
                <a:cxn ang="0">
                  <a:pos x="155" y="5"/>
                </a:cxn>
                <a:cxn ang="0">
                  <a:pos x="40" y="55"/>
                </a:cxn>
                <a:cxn ang="0">
                  <a:pos x="150" y="60"/>
                </a:cxn>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alpha val="100000"/>
              </a:schemeClr>
            </a:solidFill>
            <a:ln w="0">
              <a:noFill/>
            </a:ln>
          </p:spPr>
          <p:txBody>
            <a:bodyPr/>
            <a:p>
              <a:endParaRPr lang="zh-CN" altLang="en-US"/>
            </a:p>
          </p:txBody>
        </p:sp>
        <p:sp>
          <p:nvSpPr>
            <p:cNvPr id="1068" name="Freeform 206"/>
            <p:cNvSpPr>
              <a:spLocks noEditPoints="1"/>
            </p:cNvSpPr>
            <p:nvPr userDrawn="1"/>
          </p:nvSpPr>
          <p:spPr>
            <a:xfrm>
              <a:off x="96" y="2788"/>
              <a:ext cx="1062" cy="977"/>
            </a:xfrm>
            <a:custGeom>
              <a:avLst/>
              <a:gdLst/>
              <a:ahLst/>
              <a:cxnLst>
                <a:cxn ang="0">
                  <a:pos x="824" y="785"/>
                </a:cxn>
                <a:cxn ang="0">
                  <a:pos x="769" y="633"/>
                </a:cxn>
                <a:cxn ang="0">
                  <a:pos x="718" y="501"/>
                </a:cxn>
                <a:cxn ang="0">
                  <a:pos x="834" y="471"/>
                </a:cxn>
                <a:cxn ang="0">
                  <a:pos x="738" y="415"/>
                </a:cxn>
                <a:cxn ang="0">
                  <a:pos x="794" y="420"/>
                </a:cxn>
                <a:cxn ang="0">
                  <a:pos x="794" y="390"/>
                </a:cxn>
                <a:cxn ang="0">
                  <a:pos x="683" y="395"/>
                </a:cxn>
                <a:cxn ang="0">
                  <a:pos x="647" y="633"/>
                </a:cxn>
                <a:cxn ang="0">
                  <a:pos x="627" y="425"/>
                </a:cxn>
                <a:cxn ang="0">
                  <a:pos x="597" y="339"/>
                </a:cxn>
                <a:cxn ang="0">
                  <a:pos x="627" y="258"/>
                </a:cxn>
                <a:cxn ang="0">
                  <a:pos x="612" y="187"/>
                </a:cxn>
                <a:cxn ang="0">
                  <a:pos x="602" y="121"/>
                </a:cxn>
                <a:cxn ang="0">
                  <a:pos x="668" y="197"/>
                </a:cxn>
                <a:cxn ang="0">
                  <a:pos x="754" y="91"/>
                </a:cxn>
                <a:cxn ang="0">
                  <a:pos x="743" y="182"/>
                </a:cxn>
                <a:cxn ang="0">
                  <a:pos x="723" y="243"/>
                </a:cxn>
                <a:cxn ang="0">
                  <a:pos x="728" y="339"/>
                </a:cxn>
                <a:cxn ang="0">
                  <a:pos x="1006" y="147"/>
                </a:cxn>
                <a:cxn ang="0">
                  <a:pos x="455" y="5"/>
                </a:cxn>
                <a:cxn ang="0">
                  <a:pos x="283" y="40"/>
                </a:cxn>
                <a:cxn ang="0">
                  <a:pos x="430" y="61"/>
                </a:cxn>
                <a:cxn ang="0">
                  <a:pos x="303" y="111"/>
                </a:cxn>
                <a:cxn ang="0">
                  <a:pos x="293" y="147"/>
                </a:cxn>
                <a:cxn ang="0">
                  <a:pos x="192" y="86"/>
                </a:cxn>
                <a:cxn ang="0">
                  <a:pos x="66" y="582"/>
                </a:cxn>
                <a:cxn ang="0">
                  <a:pos x="308" y="739"/>
                </a:cxn>
                <a:cxn ang="0">
                  <a:pos x="228" y="673"/>
                </a:cxn>
                <a:cxn ang="0">
                  <a:pos x="177" y="734"/>
                </a:cxn>
                <a:cxn ang="0">
                  <a:pos x="162" y="648"/>
                </a:cxn>
                <a:cxn ang="0">
                  <a:pos x="233" y="435"/>
                </a:cxn>
                <a:cxn ang="0">
                  <a:pos x="339" y="420"/>
                </a:cxn>
                <a:cxn ang="0">
                  <a:pos x="359" y="481"/>
                </a:cxn>
                <a:cxn ang="0">
                  <a:pos x="308" y="613"/>
                </a:cxn>
                <a:cxn ang="0">
                  <a:pos x="460" y="911"/>
                </a:cxn>
                <a:cxn ang="0">
                  <a:pos x="941" y="840"/>
                </a:cxn>
                <a:cxn ang="0">
                  <a:pos x="920" y="334"/>
                </a:cxn>
                <a:cxn ang="0">
                  <a:pos x="834" y="304"/>
                </a:cxn>
                <a:cxn ang="0">
                  <a:pos x="571" y="309"/>
                </a:cxn>
                <a:cxn ang="0">
                  <a:pos x="546" y="440"/>
                </a:cxn>
                <a:cxn ang="0">
                  <a:pos x="577" y="253"/>
                </a:cxn>
                <a:cxn ang="0">
                  <a:pos x="450" y="132"/>
                </a:cxn>
                <a:cxn ang="0">
                  <a:pos x="531" y="177"/>
                </a:cxn>
                <a:cxn ang="0">
                  <a:pos x="308" y="364"/>
                </a:cxn>
                <a:cxn ang="0">
                  <a:pos x="121" y="187"/>
                </a:cxn>
                <a:cxn ang="0">
                  <a:pos x="344" y="202"/>
                </a:cxn>
                <a:cxn ang="0">
                  <a:pos x="400" y="202"/>
                </a:cxn>
                <a:cxn ang="0">
                  <a:pos x="546" y="228"/>
                </a:cxn>
                <a:cxn ang="0">
                  <a:pos x="501" y="471"/>
                </a:cxn>
                <a:cxn ang="0">
                  <a:pos x="470" y="258"/>
                </a:cxn>
                <a:cxn ang="0">
                  <a:pos x="308" y="364"/>
                </a:cxn>
                <a:cxn ang="0">
                  <a:pos x="405" y="415"/>
                </a:cxn>
                <a:cxn ang="0">
                  <a:pos x="445" y="294"/>
                </a:cxn>
                <a:cxn ang="0">
                  <a:pos x="516" y="734"/>
                </a:cxn>
                <a:cxn ang="0">
                  <a:pos x="415" y="486"/>
                </a:cxn>
                <a:cxn ang="0">
                  <a:pos x="592" y="537"/>
                </a:cxn>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alpha val="100000"/>
              </a:schemeClr>
            </a:solidFill>
            <a:ln w="0">
              <a:noFill/>
            </a:ln>
          </p:spPr>
          <p:txBody>
            <a:bodyPr/>
            <a:p>
              <a:endParaRPr lang="zh-CN" altLang="en-US"/>
            </a:p>
          </p:txBody>
        </p:sp>
        <p:sp>
          <p:nvSpPr>
            <p:cNvPr id="1069" name="Freeform 207"/>
            <p:cNvSpPr/>
            <p:nvPr userDrawn="1"/>
          </p:nvSpPr>
          <p:spPr>
            <a:xfrm>
              <a:off x="349" y="3253"/>
              <a:ext cx="85" cy="101"/>
            </a:xfrm>
            <a:custGeom>
              <a:avLst/>
              <a:gdLst/>
              <a:ahLst/>
              <a:cxnLst>
                <a:cxn ang="0">
                  <a:pos x="70" y="25"/>
                </a:cxn>
                <a:cxn ang="0">
                  <a:pos x="45" y="101"/>
                </a:cxn>
                <a:cxn ang="0">
                  <a:pos x="70" y="25"/>
                </a:cxn>
              </a:cxnLst>
              <a:pathLst>
                <a:path w="17" h="20">
                  <a:moveTo>
                    <a:pt x="14" y="5"/>
                  </a:moveTo>
                  <a:cubicBezTo>
                    <a:pt x="13" y="0"/>
                    <a:pt x="0" y="8"/>
                    <a:pt x="9" y="20"/>
                  </a:cubicBezTo>
                  <a:cubicBezTo>
                    <a:pt x="9" y="20"/>
                    <a:pt x="17" y="17"/>
                    <a:pt x="14" y="5"/>
                  </a:cubicBezTo>
                  <a:close/>
                </a:path>
              </a:pathLst>
            </a:custGeom>
            <a:solidFill>
              <a:schemeClr val="accent2">
                <a:alpha val="100000"/>
              </a:schemeClr>
            </a:solidFill>
            <a:ln w="0">
              <a:noFill/>
            </a:ln>
          </p:spPr>
          <p:txBody>
            <a:bodyPr/>
            <a:p>
              <a:endParaRPr lang="zh-CN" altLang="en-US"/>
            </a:p>
          </p:txBody>
        </p:sp>
        <p:sp>
          <p:nvSpPr>
            <p:cNvPr id="1070" name="Freeform 208"/>
            <p:cNvSpPr/>
            <p:nvPr userDrawn="1"/>
          </p:nvSpPr>
          <p:spPr>
            <a:xfrm>
              <a:off x="267" y="3296"/>
              <a:ext cx="76" cy="135"/>
            </a:xfrm>
            <a:custGeom>
              <a:avLst/>
              <a:gdLst/>
              <a:ahLst/>
              <a:cxnLst>
                <a:cxn ang="0">
                  <a:pos x="35" y="50"/>
                </a:cxn>
                <a:cxn ang="0">
                  <a:pos x="20" y="125"/>
                </a:cxn>
                <a:cxn ang="0">
                  <a:pos x="76" y="80"/>
                </a:cxn>
                <a:cxn ang="0">
                  <a:pos x="66" y="40"/>
                </a:cxn>
                <a:cxn ang="0">
                  <a:pos x="35" y="50"/>
                </a:cxn>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alpha val="100000"/>
              </a:schemeClr>
            </a:solidFill>
            <a:ln w="0">
              <a:noFill/>
            </a:ln>
          </p:spPr>
          <p:txBody>
            <a:bodyPr/>
            <a:p>
              <a:endParaRPr lang="zh-CN" altLang="en-US"/>
            </a:p>
          </p:txBody>
        </p:sp>
        <p:sp>
          <p:nvSpPr>
            <p:cNvPr id="1071" name="Freeform 209"/>
            <p:cNvSpPr/>
            <p:nvPr userDrawn="1"/>
          </p:nvSpPr>
          <p:spPr>
            <a:xfrm>
              <a:off x="222" y="3021"/>
              <a:ext cx="243" cy="118"/>
            </a:xfrm>
            <a:custGeom>
              <a:avLst/>
              <a:gdLst/>
              <a:ahLst/>
              <a:cxnLst>
                <a:cxn ang="0">
                  <a:pos x="203" y="10"/>
                </a:cxn>
                <a:cxn ang="0">
                  <a:pos x="46" y="5"/>
                </a:cxn>
                <a:cxn ang="0">
                  <a:pos x="5" y="46"/>
                </a:cxn>
                <a:cxn ang="0">
                  <a:pos x="111" y="108"/>
                </a:cxn>
                <a:cxn ang="0">
                  <a:pos x="172" y="103"/>
                </a:cxn>
                <a:cxn ang="0">
                  <a:pos x="203" y="97"/>
                </a:cxn>
                <a:cxn ang="0">
                  <a:pos x="203" y="10"/>
                </a:cxn>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alpha val="100000"/>
              </a:schemeClr>
            </a:solidFill>
            <a:ln w="0">
              <a:noFill/>
            </a:ln>
          </p:spPr>
          <p:txBody>
            <a:bodyPr/>
            <a:p>
              <a:endParaRPr lang="zh-CN" altLang="en-US"/>
            </a:p>
          </p:txBody>
        </p:sp>
        <p:sp>
          <p:nvSpPr>
            <p:cNvPr id="1072" name="Freeform 210"/>
            <p:cNvSpPr/>
            <p:nvPr userDrawn="1"/>
          </p:nvSpPr>
          <p:spPr>
            <a:xfrm>
              <a:off x="501" y="3346"/>
              <a:ext cx="177" cy="186"/>
            </a:xfrm>
            <a:custGeom>
              <a:avLst/>
              <a:gdLst/>
              <a:ahLst/>
              <a:cxnLst>
                <a:cxn ang="0">
                  <a:pos x="121" y="10"/>
                </a:cxn>
                <a:cxn ang="0">
                  <a:pos x="56" y="10"/>
                </a:cxn>
                <a:cxn ang="0">
                  <a:pos x="20" y="101"/>
                </a:cxn>
                <a:cxn ang="0">
                  <a:pos x="142" y="111"/>
                </a:cxn>
                <a:cxn ang="0">
                  <a:pos x="121" y="10"/>
                </a:cxn>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alpha val="100000"/>
              </a:schemeClr>
            </a:solidFill>
            <a:ln w="0">
              <a:noFill/>
            </a:ln>
          </p:spPr>
          <p:txBody>
            <a:bodyPr/>
            <a:p>
              <a:endParaRPr lang="zh-CN" altLang="en-US"/>
            </a:p>
          </p:txBody>
        </p:sp>
        <p:sp>
          <p:nvSpPr>
            <p:cNvPr id="1073" name="Freeform 211"/>
            <p:cNvSpPr/>
            <p:nvPr userDrawn="1"/>
          </p:nvSpPr>
          <p:spPr>
            <a:xfrm>
              <a:off x="905" y="3156"/>
              <a:ext cx="177" cy="38"/>
            </a:xfrm>
            <a:custGeom>
              <a:avLst/>
              <a:gdLst/>
              <a:ahLst/>
              <a:cxnLst>
                <a:cxn ang="0">
                  <a:pos x="25" y="0"/>
                </a:cxn>
                <a:cxn ang="0">
                  <a:pos x="71" y="27"/>
                </a:cxn>
                <a:cxn ang="0">
                  <a:pos x="25" y="0"/>
                </a:cxn>
              </a:cxnLst>
              <a:pathLst>
                <a:path w="35" h="7">
                  <a:moveTo>
                    <a:pt x="5" y="0"/>
                  </a:moveTo>
                  <a:cubicBezTo>
                    <a:pt x="0" y="0"/>
                    <a:pt x="7" y="7"/>
                    <a:pt x="14" y="5"/>
                  </a:cubicBezTo>
                  <a:cubicBezTo>
                    <a:pt x="35" y="1"/>
                    <a:pt x="5" y="0"/>
                    <a:pt x="5" y="0"/>
                  </a:cubicBezTo>
                  <a:close/>
                </a:path>
              </a:pathLst>
            </a:custGeom>
            <a:solidFill>
              <a:schemeClr val="accent2">
                <a:alpha val="100000"/>
              </a:schemeClr>
            </a:solidFill>
            <a:ln w="0">
              <a:noFill/>
            </a:ln>
          </p:spPr>
          <p:txBody>
            <a:bodyPr/>
            <a:p>
              <a:endParaRPr lang="zh-CN" altLang="en-US"/>
            </a:p>
          </p:txBody>
        </p:sp>
        <p:sp>
          <p:nvSpPr>
            <p:cNvPr id="1074" name="Freeform 212"/>
            <p:cNvSpPr/>
            <p:nvPr userDrawn="1"/>
          </p:nvSpPr>
          <p:spPr>
            <a:xfrm>
              <a:off x="965" y="3152"/>
              <a:ext cx="136" cy="80"/>
            </a:xfrm>
            <a:custGeom>
              <a:avLst/>
              <a:gdLst/>
              <a:ahLst/>
              <a:cxnLst>
                <a:cxn ang="0">
                  <a:pos x="35" y="65"/>
                </a:cxn>
                <a:cxn ang="0">
                  <a:pos x="126" y="30"/>
                </a:cxn>
                <a:cxn ang="0">
                  <a:pos x="86" y="5"/>
                </a:cxn>
                <a:cxn ang="0">
                  <a:pos x="35" y="55"/>
                </a:cxn>
                <a:cxn ang="0">
                  <a:pos x="35" y="65"/>
                </a:cxn>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alpha val="100000"/>
              </a:schemeClr>
            </a:solidFill>
            <a:ln w="0">
              <a:noFill/>
            </a:ln>
          </p:spPr>
          <p:txBody>
            <a:bodyPr/>
            <a:p>
              <a:endParaRPr lang="zh-CN" altLang="en-US"/>
            </a:p>
          </p:txBody>
        </p:sp>
        <p:sp>
          <p:nvSpPr>
            <p:cNvPr id="1075" name="Freeform 213"/>
            <p:cNvSpPr/>
            <p:nvPr userDrawn="1"/>
          </p:nvSpPr>
          <p:spPr>
            <a:xfrm>
              <a:off x="959" y="3203"/>
              <a:ext cx="177" cy="89"/>
            </a:xfrm>
            <a:custGeom>
              <a:avLst/>
              <a:gdLst/>
              <a:ahLst/>
              <a:cxnLst>
                <a:cxn ang="0">
                  <a:pos x="126" y="31"/>
                </a:cxn>
                <a:cxn ang="0">
                  <a:pos x="40" y="52"/>
                </a:cxn>
                <a:cxn ang="0">
                  <a:pos x="30" y="68"/>
                </a:cxn>
                <a:cxn ang="0">
                  <a:pos x="137" y="63"/>
                </a:cxn>
                <a:cxn ang="0">
                  <a:pos x="126" y="31"/>
                </a:cxn>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alpha val="100000"/>
              </a:schemeClr>
            </a:solidFill>
            <a:ln w="0">
              <a:noFill/>
            </a:ln>
          </p:spPr>
          <p:txBody>
            <a:bodyPr/>
            <a:p>
              <a:endParaRPr lang="zh-CN" altLang="en-US"/>
            </a:p>
          </p:txBody>
        </p:sp>
        <p:sp>
          <p:nvSpPr>
            <p:cNvPr id="1076" name="Freeform 214"/>
            <p:cNvSpPr/>
            <p:nvPr userDrawn="1"/>
          </p:nvSpPr>
          <p:spPr>
            <a:xfrm>
              <a:off x="845" y="3283"/>
              <a:ext cx="247" cy="63"/>
            </a:xfrm>
            <a:custGeom>
              <a:avLst/>
              <a:gdLst/>
              <a:ahLst/>
              <a:cxnLst>
                <a:cxn ang="0">
                  <a:pos x="202" y="16"/>
                </a:cxn>
                <a:cxn ang="0">
                  <a:pos x="146" y="5"/>
                </a:cxn>
                <a:cxn ang="0">
                  <a:pos x="35" y="0"/>
                </a:cxn>
                <a:cxn ang="0">
                  <a:pos x="10" y="26"/>
                </a:cxn>
                <a:cxn ang="0">
                  <a:pos x="101" y="42"/>
                </a:cxn>
                <a:cxn ang="0">
                  <a:pos x="207" y="42"/>
                </a:cxn>
                <a:cxn ang="0">
                  <a:pos x="202" y="16"/>
                </a:cxn>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alpha val="100000"/>
              </a:schemeClr>
            </a:solidFill>
            <a:ln w="0">
              <a:noFill/>
            </a:ln>
          </p:spPr>
          <p:txBody>
            <a:bodyPr/>
            <a:p>
              <a:endParaRPr lang="zh-CN" altLang="en-US"/>
            </a:p>
          </p:txBody>
        </p:sp>
        <p:sp>
          <p:nvSpPr>
            <p:cNvPr id="1077" name="Freeform 215"/>
            <p:cNvSpPr/>
            <p:nvPr userDrawn="1"/>
          </p:nvSpPr>
          <p:spPr>
            <a:xfrm>
              <a:off x="870" y="3338"/>
              <a:ext cx="202" cy="59"/>
            </a:xfrm>
            <a:custGeom>
              <a:avLst/>
              <a:gdLst/>
              <a:ahLst/>
              <a:cxnLst>
                <a:cxn ang="0">
                  <a:pos x="187" y="11"/>
                </a:cxn>
                <a:cxn ang="0">
                  <a:pos x="131" y="21"/>
                </a:cxn>
                <a:cxn ang="0">
                  <a:pos x="66" y="16"/>
                </a:cxn>
                <a:cxn ang="0">
                  <a:pos x="5" y="11"/>
                </a:cxn>
                <a:cxn ang="0">
                  <a:pos x="177" y="43"/>
                </a:cxn>
                <a:cxn ang="0">
                  <a:pos x="187" y="11"/>
                </a:cxn>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alpha val="100000"/>
              </a:schemeClr>
            </a:solidFill>
            <a:ln w="0">
              <a:noFill/>
            </a:ln>
          </p:spPr>
          <p:txBody>
            <a:bodyPr/>
            <a:p>
              <a:endParaRPr lang="zh-CN" altLang="en-US"/>
            </a:p>
          </p:txBody>
        </p:sp>
        <p:sp>
          <p:nvSpPr>
            <p:cNvPr id="1078" name="Freeform 216"/>
            <p:cNvSpPr/>
            <p:nvPr userDrawn="1"/>
          </p:nvSpPr>
          <p:spPr>
            <a:xfrm>
              <a:off x="858" y="3384"/>
              <a:ext cx="209" cy="173"/>
            </a:xfrm>
            <a:custGeom>
              <a:avLst/>
              <a:gdLst/>
              <a:ahLst/>
              <a:cxnLst>
                <a:cxn ang="0">
                  <a:pos x="143" y="46"/>
                </a:cxn>
                <a:cxn ang="0">
                  <a:pos x="66" y="31"/>
                </a:cxn>
                <a:cxn ang="0">
                  <a:pos x="20" y="76"/>
                </a:cxn>
                <a:cxn ang="0">
                  <a:pos x="5" y="97"/>
                </a:cxn>
                <a:cxn ang="0">
                  <a:pos x="46" y="97"/>
                </a:cxn>
                <a:cxn ang="0">
                  <a:pos x="87" y="137"/>
                </a:cxn>
                <a:cxn ang="0">
                  <a:pos x="107" y="153"/>
                </a:cxn>
                <a:cxn ang="0">
                  <a:pos x="148" y="97"/>
                </a:cxn>
                <a:cxn ang="0">
                  <a:pos x="199" y="97"/>
                </a:cxn>
                <a:cxn ang="0">
                  <a:pos x="143" y="46"/>
                </a:cxn>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alpha val="100000"/>
              </a:schemeClr>
            </a:solidFill>
            <a:ln w="0">
              <a:noFill/>
            </a:ln>
          </p:spPr>
          <p:txBody>
            <a:bodyPr/>
            <a:p>
              <a:endParaRPr lang="zh-CN" altLang="en-US"/>
            </a:p>
          </p:txBody>
        </p:sp>
        <p:sp>
          <p:nvSpPr>
            <p:cNvPr id="1079" name="Freeform 217"/>
            <p:cNvSpPr/>
            <p:nvPr userDrawn="1"/>
          </p:nvSpPr>
          <p:spPr>
            <a:xfrm>
              <a:off x="997" y="3304"/>
              <a:ext cx="126" cy="317"/>
            </a:xfrm>
            <a:custGeom>
              <a:avLst/>
              <a:gdLst/>
              <a:ahLst/>
              <a:cxnLst>
                <a:cxn ang="0">
                  <a:pos x="111" y="10"/>
                </a:cxn>
                <a:cxn ang="0">
                  <a:pos x="91" y="86"/>
                </a:cxn>
                <a:cxn ang="0">
                  <a:pos x="35" y="101"/>
                </a:cxn>
                <a:cxn ang="0">
                  <a:pos x="35" y="116"/>
                </a:cxn>
                <a:cxn ang="0">
                  <a:pos x="86" y="171"/>
                </a:cxn>
                <a:cxn ang="0">
                  <a:pos x="60" y="226"/>
                </a:cxn>
                <a:cxn ang="0">
                  <a:pos x="0" y="277"/>
                </a:cxn>
                <a:cxn ang="0">
                  <a:pos x="25" y="292"/>
                </a:cxn>
                <a:cxn ang="0">
                  <a:pos x="81" y="312"/>
                </a:cxn>
                <a:cxn ang="0">
                  <a:pos x="116" y="287"/>
                </a:cxn>
                <a:cxn ang="0">
                  <a:pos x="126" y="70"/>
                </a:cxn>
                <a:cxn ang="0">
                  <a:pos x="126" y="10"/>
                </a:cxn>
                <a:cxn ang="0">
                  <a:pos x="111" y="10"/>
                </a:cxn>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alpha val="100000"/>
              </a:schemeClr>
            </a:solidFill>
            <a:ln w="0">
              <a:noFill/>
            </a:ln>
          </p:spPr>
          <p:txBody>
            <a:bodyPr/>
            <a:p>
              <a:endParaRPr lang="zh-CN" altLang="en-US"/>
            </a:p>
          </p:txBody>
        </p:sp>
      </p:grpSp>
      <p:grpSp>
        <p:nvGrpSpPr>
          <p:cNvPr id="1032" name="Group 218"/>
          <p:cNvGrpSpPr/>
          <p:nvPr/>
        </p:nvGrpSpPr>
        <p:grpSpPr>
          <a:xfrm>
            <a:off x="381000" y="4591050"/>
            <a:ext cx="533400" cy="369888"/>
            <a:chOff x="96" y="2784"/>
            <a:chExt cx="1062" cy="981"/>
          </a:xfrm>
        </p:grpSpPr>
        <p:sp>
          <p:nvSpPr>
            <p:cNvPr id="1054" name="Freeform 219"/>
            <p:cNvSpPr/>
            <p:nvPr userDrawn="1"/>
          </p:nvSpPr>
          <p:spPr>
            <a:xfrm>
              <a:off x="121" y="2784"/>
              <a:ext cx="205" cy="80"/>
            </a:xfrm>
            <a:custGeom>
              <a:avLst/>
              <a:gdLst/>
              <a:ahLst/>
              <a:cxnLst>
                <a:cxn ang="0">
                  <a:pos x="150" y="60"/>
                </a:cxn>
                <a:cxn ang="0">
                  <a:pos x="185" y="50"/>
                </a:cxn>
                <a:cxn ang="0">
                  <a:pos x="190" y="45"/>
                </a:cxn>
                <a:cxn ang="0">
                  <a:pos x="155" y="5"/>
                </a:cxn>
                <a:cxn ang="0">
                  <a:pos x="40" y="55"/>
                </a:cxn>
                <a:cxn ang="0">
                  <a:pos x="150" y="60"/>
                </a:cxn>
              </a:cxnLst>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alpha val="100000"/>
              </a:schemeClr>
            </a:solidFill>
            <a:ln w="0">
              <a:noFill/>
            </a:ln>
          </p:spPr>
          <p:txBody>
            <a:bodyPr/>
            <a:p>
              <a:endParaRPr lang="zh-CN" altLang="en-US"/>
            </a:p>
          </p:txBody>
        </p:sp>
        <p:sp>
          <p:nvSpPr>
            <p:cNvPr id="1055" name="Freeform 220"/>
            <p:cNvSpPr>
              <a:spLocks noEditPoints="1"/>
            </p:cNvSpPr>
            <p:nvPr userDrawn="1"/>
          </p:nvSpPr>
          <p:spPr>
            <a:xfrm>
              <a:off x="96" y="2788"/>
              <a:ext cx="1062" cy="977"/>
            </a:xfrm>
            <a:custGeom>
              <a:avLst/>
              <a:gdLst/>
              <a:ahLst/>
              <a:cxnLst>
                <a:cxn ang="0">
                  <a:pos x="824" y="785"/>
                </a:cxn>
                <a:cxn ang="0">
                  <a:pos x="769" y="633"/>
                </a:cxn>
                <a:cxn ang="0">
                  <a:pos x="718" y="501"/>
                </a:cxn>
                <a:cxn ang="0">
                  <a:pos x="834" y="471"/>
                </a:cxn>
                <a:cxn ang="0">
                  <a:pos x="738" y="415"/>
                </a:cxn>
                <a:cxn ang="0">
                  <a:pos x="794" y="420"/>
                </a:cxn>
                <a:cxn ang="0">
                  <a:pos x="794" y="390"/>
                </a:cxn>
                <a:cxn ang="0">
                  <a:pos x="683" y="395"/>
                </a:cxn>
                <a:cxn ang="0">
                  <a:pos x="647" y="633"/>
                </a:cxn>
                <a:cxn ang="0">
                  <a:pos x="627" y="425"/>
                </a:cxn>
                <a:cxn ang="0">
                  <a:pos x="597" y="339"/>
                </a:cxn>
                <a:cxn ang="0">
                  <a:pos x="627" y="258"/>
                </a:cxn>
                <a:cxn ang="0">
                  <a:pos x="612" y="187"/>
                </a:cxn>
                <a:cxn ang="0">
                  <a:pos x="602" y="121"/>
                </a:cxn>
                <a:cxn ang="0">
                  <a:pos x="668" y="197"/>
                </a:cxn>
                <a:cxn ang="0">
                  <a:pos x="754" y="91"/>
                </a:cxn>
                <a:cxn ang="0">
                  <a:pos x="743" y="182"/>
                </a:cxn>
                <a:cxn ang="0">
                  <a:pos x="723" y="243"/>
                </a:cxn>
                <a:cxn ang="0">
                  <a:pos x="728" y="339"/>
                </a:cxn>
                <a:cxn ang="0">
                  <a:pos x="1006" y="147"/>
                </a:cxn>
                <a:cxn ang="0">
                  <a:pos x="455" y="5"/>
                </a:cxn>
                <a:cxn ang="0">
                  <a:pos x="283" y="40"/>
                </a:cxn>
                <a:cxn ang="0">
                  <a:pos x="430" y="61"/>
                </a:cxn>
                <a:cxn ang="0">
                  <a:pos x="303" y="111"/>
                </a:cxn>
                <a:cxn ang="0">
                  <a:pos x="293" y="147"/>
                </a:cxn>
                <a:cxn ang="0">
                  <a:pos x="192" y="86"/>
                </a:cxn>
                <a:cxn ang="0">
                  <a:pos x="66" y="582"/>
                </a:cxn>
                <a:cxn ang="0">
                  <a:pos x="308" y="739"/>
                </a:cxn>
                <a:cxn ang="0">
                  <a:pos x="228" y="673"/>
                </a:cxn>
                <a:cxn ang="0">
                  <a:pos x="177" y="734"/>
                </a:cxn>
                <a:cxn ang="0">
                  <a:pos x="162" y="648"/>
                </a:cxn>
                <a:cxn ang="0">
                  <a:pos x="233" y="435"/>
                </a:cxn>
                <a:cxn ang="0">
                  <a:pos x="339" y="420"/>
                </a:cxn>
                <a:cxn ang="0">
                  <a:pos x="359" y="481"/>
                </a:cxn>
                <a:cxn ang="0">
                  <a:pos x="308" y="613"/>
                </a:cxn>
                <a:cxn ang="0">
                  <a:pos x="460" y="911"/>
                </a:cxn>
                <a:cxn ang="0">
                  <a:pos x="941" y="840"/>
                </a:cxn>
                <a:cxn ang="0">
                  <a:pos x="920" y="334"/>
                </a:cxn>
                <a:cxn ang="0">
                  <a:pos x="834" y="304"/>
                </a:cxn>
                <a:cxn ang="0">
                  <a:pos x="571" y="309"/>
                </a:cxn>
                <a:cxn ang="0">
                  <a:pos x="546" y="440"/>
                </a:cxn>
                <a:cxn ang="0">
                  <a:pos x="577" y="253"/>
                </a:cxn>
                <a:cxn ang="0">
                  <a:pos x="450" y="132"/>
                </a:cxn>
                <a:cxn ang="0">
                  <a:pos x="531" y="177"/>
                </a:cxn>
                <a:cxn ang="0">
                  <a:pos x="308" y="364"/>
                </a:cxn>
                <a:cxn ang="0">
                  <a:pos x="121" y="187"/>
                </a:cxn>
                <a:cxn ang="0">
                  <a:pos x="344" y="202"/>
                </a:cxn>
                <a:cxn ang="0">
                  <a:pos x="400" y="202"/>
                </a:cxn>
                <a:cxn ang="0">
                  <a:pos x="546" y="228"/>
                </a:cxn>
                <a:cxn ang="0">
                  <a:pos x="501" y="471"/>
                </a:cxn>
                <a:cxn ang="0">
                  <a:pos x="470" y="258"/>
                </a:cxn>
                <a:cxn ang="0">
                  <a:pos x="308" y="364"/>
                </a:cxn>
                <a:cxn ang="0">
                  <a:pos x="405" y="415"/>
                </a:cxn>
                <a:cxn ang="0">
                  <a:pos x="445" y="294"/>
                </a:cxn>
                <a:cxn ang="0">
                  <a:pos x="516" y="734"/>
                </a:cxn>
                <a:cxn ang="0">
                  <a:pos x="415" y="486"/>
                </a:cxn>
                <a:cxn ang="0">
                  <a:pos x="592" y="537"/>
                </a:cxn>
              </a:cxnLst>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alpha val="100000"/>
              </a:schemeClr>
            </a:solidFill>
            <a:ln w="0">
              <a:noFill/>
            </a:ln>
          </p:spPr>
          <p:txBody>
            <a:bodyPr/>
            <a:p>
              <a:endParaRPr lang="zh-CN" altLang="en-US"/>
            </a:p>
          </p:txBody>
        </p:sp>
        <p:sp>
          <p:nvSpPr>
            <p:cNvPr id="1056" name="Freeform 221"/>
            <p:cNvSpPr/>
            <p:nvPr userDrawn="1"/>
          </p:nvSpPr>
          <p:spPr>
            <a:xfrm>
              <a:off x="349" y="3256"/>
              <a:ext cx="85" cy="101"/>
            </a:xfrm>
            <a:custGeom>
              <a:avLst/>
              <a:gdLst/>
              <a:ahLst/>
              <a:cxnLst>
                <a:cxn ang="0">
                  <a:pos x="70" y="25"/>
                </a:cxn>
                <a:cxn ang="0">
                  <a:pos x="45" y="101"/>
                </a:cxn>
                <a:cxn ang="0">
                  <a:pos x="70" y="25"/>
                </a:cxn>
              </a:cxnLst>
              <a:pathLst>
                <a:path w="17" h="20">
                  <a:moveTo>
                    <a:pt x="14" y="5"/>
                  </a:moveTo>
                  <a:cubicBezTo>
                    <a:pt x="13" y="0"/>
                    <a:pt x="0" y="8"/>
                    <a:pt x="9" y="20"/>
                  </a:cubicBezTo>
                  <a:cubicBezTo>
                    <a:pt x="9" y="20"/>
                    <a:pt x="17" y="17"/>
                    <a:pt x="14" y="5"/>
                  </a:cubicBezTo>
                  <a:close/>
                </a:path>
              </a:pathLst>
            </a:custGeom>
            <a:solidFill>
              <a:schemeClr val="accent2">
                <a:alpha val="100000"/>
              </a:schemeClr>
            </a:solidFill>
            <a:ln w="0">
              <a:noFill/>
            </a:ln>
          </p:spPr>
          <p:txBody>
            <a:bodyPr/>
            <a:p>
              <a:endParaRPr lang="zh-CN" altLang="en-US"/>
            </a:p>
          </p:txBody>
        </p:sp>
        <p:sp>
          <p:nvSpPr>
            <p:cNvPr id="1057" name="Freeform 222"/>
            <p:cNvSpPr/>
            <p:nvPr userDrawn="1"/>
          </p:nvSpPr>
          <p:spPr>
            <a:xfrm>
              <a:off x="267" y="3293"/>
              <a:ext cx="76" cy="139"/>
            </a:xfrm>
            <a:custGeom>
              <a:avLst/>
              <a:gdLst/>
              <a:ahLst/>
              <a:cxnLst>
                <a:cxn ang="0">
                  <a:pos x="35" y="51"/>
                </a:cxn>
                <a:cxn ang="0">
                  <a:pos x="20" y="129"/>
                </a:cxn>
                <a:cxn ang="0">
                  <a:pos x="76" y="82"/>
                </a:cxn>
                <a:cxn ang="0">
                  <a:pos x="66" y="41"/>
                </a:cxn>
                <a:cxn ang="0">
                  <a:pos x="35" y="51"/>
                </a:cxn>
              </a:cxnLst>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alpha val="100000"/>
              </a:schemeClr>
            </a:solidFill>
            <a:ln w="0">
              <a:noFill/>
            </a:ln>
          </p:spPr>
          <p:txBody>
            <a:bodyPr/>
            <a:p>
              <a:endParaRPr lang="zh-CN" altLang="en-US"/>
            </a:p>
          </p:txBody>
        </p:sp>
        <p:sp>
          <p:nvSpPr>
            <p:cNvPr id="1058" name="Freeform 223"/>
            <p:cNvSpPr/>
            <p:nvPr userDrawn="1"/>
          </p:nvSpPr>
          <p:spPr>
            <a:xfrm>
              <a:off x="222" y="3024"/>
              <a:ext cx="243" cy="114"/>
            </a:xfrm>
            <a:custGeom>
              <a:avLst/>
              <a:gdLst/>
              <a:ahLst/>
              <a:cxnLst>
                <a:cxn ang="0">
                  <a:pos x="203" y="10"/>
                </a:cxn>
                <a:cxn ang="0">
                  <a:pos x="46" y="5"/>
                </a:cxn>
                <a:cxn ang="0">
                  <a:pos x="5" y="45"/>
                </a:cxn>
                <a:cxn ang="0">
                  <a:pos x="111" y="104"/>
                </a:cxn>
                <a:cxn ang="0">
                  <a:pos x="172" y="99"/>
                </a:cxn>
                <a:cxn ang="0">
                  <a:pos x="203" y="94"/>
                </a:cxn>
                <a:cxn ang="0">
                  <a:pos x="203" y="10"/>
                </a:cxn>
              </a:cxnLst>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alpha val="100000"/>
              </a:schemeClr>
            </a:solidFill>
            <a:ln w="0">
              <a:noFill/>
            </a:ln>
          </p:spPr>
          <p:txBody>
            <a:bodyPr/>
            <a:p>
              <a:endParaRPr lang="zh-CN" altLang="en-US"/>
            </a:p>
          </p:txBody>
        </p:sp>
        <p:sp>
          <p:nvSpPr>
            <p:cNvPr id="1059" name="Freeform 224"/>
            <p:cNvSpPr/>
            <p:nvPr userDrawn="1"/>
          </p:nvSpPr>
          <p:spPr>
            <a:xfrm>
              <a:off x="501" y="3344"/>
              <a:ext cx="177" cy="189"/>
            </a:xfrm>
            <a:custGeom>
              <a:avLst/>
              <a:gdLst/>
              <a:ahLst/>
              <a:cxnLst>
                <a:cxn ang="0">
                  <a:pos x="121" y="10"/>
                </a:cxn>
                <a:cxn ang="0">
                  <a:pos x="56" y="10"/>
                </a:cxn>
                <a:cxn ang="0">
                  <a:pos x="20" y="102"/>
                </a:cxn>
                <a:cxn ang="0">
                  <a:pos x="142" y="112"/>
                </a:cxn>
                <a:cxn ang="0">
                  <a:pos x="121" y="10"/>
                </a:cxn>
              </a:cxnLst>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alpha val="100000"/>
              </a:schemeClr>
            </a:solidFill>
            <a:ln w="0">
              <a:noFill/>
            </a:ln>
          </p:spPr>
          <p:txBody>
            <a:bodyPr/>
            <a:p>
              <a:endParaRPr lang="zh-CN" altLang="en-US"/>
            </a:p>
          </p:txBody>
        </p:sp>
        <p:sp>
          <p:nvSpPr>
            <p:cNvPr id="1060" name="Freeform 225"/>
            <p:cNvSpPr/>
            <p:nvPr userDrawn="1"/>
          </p:nvSpPr>
          <p:spPr>
            <a:xfrm>
              <a:off x="905" y="3159"/>
              <a:ext cx="177" cy="34"/>
            </a:xfrm>
            <a:custGeom>
              <a:avLst/>
              <a:gdLst/>
              <a:ahLst/>
              <a:cxnLst>
                <a:cxn ang="0">
                  <a:pos x="25" y="0"/>
                </a:cxn>
                <a:cxn ang="0">
                  <a:pos x="71" y="24"/>
                </a:cxn>
                <a:cxn ang="0">
                  <a:pos x="25" y="0"/>
                </a:cxn>
              </a:cxnLst>
              <a:pathLst>
                <a:path w="35" h="7">
                  <a:moveTo>
                    <a:pt x="5" y="0"/>
                  </a:moveTo>
                  <a:cubicBezTo>
                    <a:pt x="0" y="0"/>
                    <a:pt x="7" y="7"/>
                    <a:pt x="14" y="5"/>
                  </a:cubicBezTo>
                  <a:cubicBezTo>
                    <a:pt x="35" y="1"/>
                    <a:pt x="5" y="0"/>
                    <a:pt x="5" y="0"/>
                  </a:cubicBezTo>
                  <a:close/>
                </a:path>
              </a:pathLst>
            </a:custGeom>
            <a:solidFill>
              <a:schemeClr val="accent2">
                <a:alpha val="100000"/>
              </a:schemeClr>
            </a:solidFill>
            <a:ln w="0">
              <a:noFill/>
            </a:ln>
          </p:spPr>
          <p:txBody>
            <a:bodyPr/>
            <a:p>
              <a:endParaRPr lang="zh-CN" altLang="en-US"/>
            </a:p>
          </p:txBody>
        </p:sp>
        <p:sp>
          <p:nvSpPr>
            <p:cNvPr id="1061" name="Freeform 226"/>
            <p:cNvSpPr/>
            <p:nvPr userDrawn="1"/>
          </p:nvSpPr>
          <p:spPr>
            <a:xfrm>
              <a:off x="965" y="3155"/>
              <a:ext cx="136" cy="80"/>
            </a:xfrm>
            <a:custGeom>
              <a:avLst/>
              <a:gdLst/>
              <a:ahLst/>
              <a:cxnLst>
                <a:cxn ang="0">
                  <a:pos x="35" y="65"/>
                </a:cxn>
                <a:cxn ang="0">
                  <a:pos x="126" y="30"/>
                </a:cxn>
                <a:cxn ang="0">
                  <a:pos x="86" y="5"/>
                </a:cxn>
                <a:cxn ang="0">
                  <a:pos x="35" y="55"/>
                </a:cxn>
                <a:cxn ang="0">
                  <a:pos x="35" y="65"/>
                </a:cxn>
              </a:cxnLst>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alpha val="100000"/>
              </a:schemeClr>
            </a:solidFill>
            <a:ln w="0">
              <a:noFill/>
            </a:ln>
          </p:spPr>
          <p:txBody>
            <a:bodyPr/>
            <a:p>
              <a:endParaRPr lang="zh-CN" altLang="en-US"/>
            </a:p>
          </p:txBody>
        </p:sp>
        <p:sp>
          <p:nvSpPr>
            <p:cNvPr id="1062" name="Freeform 227"/>
            <p:cNvSpPr/>
            <p:nvPr userDrawn="1"/>
          </p:nvSpPr>
          <p:spPr>
            <a:xfrm>
              <a:off x="959" y="3205"/>
              <a:ext cx="177" cy="84"/>
            </a:xfrm>
            <a:custGeom>
              <a:avLst/>
              <a:gdLst/>
              <a:ahLst/>
              <a:cxnLst>
                <a:cxn ang="0">
                  <a:pos x="126" y="30"/>
                </a:cxn>
                <a:cxn ang="0">
                  <a:pos x="40" y="49"/>
                </a:cxn>
                <a:cxn ang="0">
                  <a:pos x="30" y="64"/>
                </a:cxn>
                <a:cxn ang="0">
                  <a:pos x="137" y="59"/>
                </a:cxn>
                <a:cxn ang="0">
                  <a:pos x="126" y="30"/>
                </a:cxn>
              </a:cxnLst>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alpha val="100000"/>
              </a:schemeClr>
            </a:solidFill>
            <a:ln w="0">
              <a:noFill/>
            </a:ln>
          </p:spPr>
          <p:txBody>
            <a:bodyPr/>
            <a:p>
              <a:endParaRPr lang="zh-CN" altLang="en-US"/>
            </a:p>
          </p:txBody>
        </p:sp>
        <p:sp>
          <p:nvSpPr>
            <p:cNvPr id="1063" name="Freeform 228"/>
            <p:cNvSpPr/>
            <p:nvPr userDrawn="1"/>
          </p:nvSpPr>
          <p:spPr>
            <a:xfrm>
              <a:off x="845" y="3285"/>
              <a:ext cx="247" cy="59"/>
            </a:xfrm>
            <a:custGeom>
              <a:avLst/>
              <a:gdLst/>
              <a:ahLst/>
              <a:cxnLst>
                <a:cxn ang="0">
                  <a:pos x="202" y="15"/>
                </a:cxn>
                <a:cxn ang="0">
                  <a:pos x="146" y="5"/>
                </a:cxn>
                <a:cxn ang="0">
                  <a:pos x="35" y="0"/>
                </a:cxn>
                <a:cxn ang="0">
                  <a:pos x="10" y="25"/>
                </a:cxn>
                <a:cxn ang="0">
                  <a:pos x="101" y="39"/>
                </a:cxn>
                <a:cxn ang="0">
                  <a:pos x="207" y="39"/>
                </a:cxn>
                <a:cxn ang="0">
                  <a:pos x="202" y="15"/>
                </a:cxn>
              </a:cxnLst>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alpha val="100000"/>
              </a:schemeClr>
            </a:solidFill>
            <a:ln w="0">
              <a:noFill/>
            </a:ln>
          </p:spPr>
          <p:txBody>
            <a:bodyPr/>
            <a:p>
              <a:endParaRPr lang="zh-CN" altLang="en-US"/>
            </a:p>
          </p:txBody>
        </p:sp>
        <p:sp>
          <p:nvSpPr>
            <p:cNvPr id="1064" name="Freeform 229"/>
            <p:cNvSpPr/>
            <p:nvPr userDrawn="1"/>
          </p:nvSpPr>
          <p:spPr>
            <a:xfrm>
              <a:off x="870" y="3340"/>
              <a:ext cx="202" cy="55"/>
            </a:xfrm>
            <a:custGeom>
              <a:avLst/>
              <a:gdLst/>
              <a:ahLst/>
              <a:cxnLst>
                <a:cxn ang="0">
                  <a:pos x="187" y="10"/>
                </a:cxn>
                <a:cxn ang="0">
                  <a:pos x="131" y="20"/>
                </a:cxn>
                <a:cxn ang="0">
                  <a:pos x="66" y="15"/>
                </a:cxn>
                <a:cxn ang="0">
                  <a:pos x="5" y="10"/>
                </a:cxn>
                <a:cxn ang="0">
                  <a:pos x="177" y="40"/>
                </a:cxn>
                <a:cxn ang="0">
                  <a:pos x="187" y="10"/>
                </a:cxn>
              </a:cxnLst>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alpha val="100000"/>
              </a:schemeClr>
            </a:solidFill>
            <a:ln w="0">
              <a:noFill/>
            </a:ln>
          </p:spPr>
          <p:txBody>
            <a:bodyPr/>
            <a:p>
              <a:endParaRPr lang="zh-CN" altLang="en-US"/>
            </a:p>
          </p:txBody>
        </p:sp>
        <p:sp>
          <p:nvSpPr>
            <p:cNvPr id="1065" name="Freeform 230"/>
            <p:cNvSpPr/>
            <p:nvPr userDrawn="1"/>
          </p:nvSpPr>
          <p:spPr>
            <a:xfrm>
              <a:off x="858" y="3386"/>
              <a:ext cx="209" cy="173"/>
            </a:xfrm>
            <a:custGeom>
              <a:avLst/>
              <a:gdLst/>
              <a:ahLst/>
              <a:cxnLst>
                <a:cxn ang="0">
                  <a:pos x="143" y="46"/>
                </a:cxn>
                <a:cxn ang="0">
                  <a:pos x="66" y="31"/>
                </a:cxn>
                <a:cxn ang="0">
                  <a:pos x="20" y="76"/>
                </a:cxn>
                <a:cxn ang="0">
                  <a:pos x="5" y="97"/>
                </a:cxn>
                <a:cxn ang="0">
                  <a:pos x="46" y="97"/>
                </a:cxn>
                <a:cxn ang="0">
                  <a:pos x="87" y="137"/>
                </a:cxn>
                <a:cxn ang="0">
                  <a:pos x="107" y="153"/>
                </a:cxn>
                <a:cxn ang="0">
                  <a:pos x="148" y="97"/>
                </a:cxn>
                <a:cxn ang="0">
                  <a:pos x="199" y="97"/>
                </a:cxn>
                <a:cxn ang="0">
                  <a:pos x="143" y="46"/>
                </a:cxn>
              </a:cxnLst>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alpha val="100000"/>
              </a:schemeClr>
            </a:solidFill>
            <a:ln w="0">
              <a:noFill/>
            </a:ln>
          </p:spPr>
          <p:txBody>
            <a:bodyPr/>
            <a:p>
              <a:endParaRPr lang="zh-CN" altLang="en-US"/>
            </a:p>
          </p:txBody>
        </p:sp>
        <p:sp>
          <p:nvSpPr>
            <p:cNvPr id="1066" name="Freeform 231"/>
            <p:cNvSpPr/>
            <p:nvPr userDrawn="1"/>
          </p:nvSpPr>
          <p:spPr>
            <a:xfrm>
              <a:off x="997" y="3306"/>
              <a:ext cx="126" cy="316"/>
            </a:xfrm>
            <a:custGeom>
              <a:avLst/>
              <a:gdLst/>
              <a:ahLst/>
              <a:cxnLst>
                <a:cxn ang="0">
                  <a:pos x="111" y="10"/>
                </a:cxn>
                <a:cxn ang="0">
                  <a:pos x="91" y="85"/>
                </a:cxn>
                <a:cxn ang="0">
                  <a:pos x="35" y="100"/>
                </a:cxn>
                <a:cxn ang="0">
                  <a:pos x="35" y="115"/>
                </a:cxn>
                <a:cxn ang="0">
                  <a:pos x="86" y="171"/>
                </a:cxn>
                <a:cxn ang="0">
                  <a:pos x="60" y="226"/>
                </a:cxn>
                <a:cxn ang="0">
                  <a:pos x="0" y="276"/>
                </a:cxn>
                <a:cxn ang="0">
                  <a:pos x="25" y="291"/>
                </a:cxn>
                <a:cxn ang="0">
                  <a:pos x="81" y="311"/>
                </a:cxn>
                <a:cxn ang="0">
                  <a:pos x="116" y="286"/>
                </a:cxn>
                <a:cxn ang="0">
                  <a:pos x="126" y="70"/>
                </a:cxn>
                <a:cxn ang="0">
                  <a:pos x="126" y="10"/>
                </a:cxn>
                <a:cxn ang="0">
                  <a:pos x="111" y="10"/>
                </a:cxn>
              </a:cxnLst>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alpha val="100000"/>
              </a:schemeClr>
            </a:solidFill>
            <a:ln w="0">
              <a:noFill/>
            </a:ln>
          </p:spPr>
          <p:txBody>
            <a:bodyPr/>
            <a:p>
              <a:endParaRPr lang="zh-CN" altLang="en-US"/>
            </a:p>
          </p:txBody>
        </p:sp>
      </p:grpSp>
      <p:grpSp>
        <p:nvGrpSpPr>
          <p:cNvPr id="1033" name="Group 232"/>
          <p:cNvGrpSpPr/>
          <p:nvPr/>
        </p:nvGrpSpPr>
        <p:grpSpPr>
          <a:xfrm>
            <a:off x="6934200" y="-6350"/>
            <a:ext cx="2317750" cy="1547813"/>
            <a:chOff x="4080" y="-5"/>
            <a:chExt cx="1748" cy="1556"/>
          </a:xfrm>
        </p:grpSpPr>
        <p:sp>
          <p:nvSpPr>
            <p:cNvPr id="1039" name="Freeform 233"/>
            <p:cNvSpPr/>
            <p:nvPr userDrawn="1"/>
          </p:nvSpPr>
          <p:spPr>
            <a:xfrm>
              <a:off x="4161" y="-5"/>
              <a:ext cx="1585" cy="1443"/>
            </a:xfrm>
            <a:custGeom>
              <a:avLst/>
              <a:gdLst/>
              <a:ahLst/>
              <a:cxnLst>
                <a:cxn ang="0">
                  <a:pos x="67" y="12"/>
                </a:cxn>
                <a:cxn ang="0">
                  <a:pos x="32" y="206"/>
                </a:cxn>
                <a:cxn ang="0">
                  <a:pos x="73" y="1141"/>
                </a:cxn>
                <a:cxn ang="0">
                  <a:pos x="157" y="1327"/>
                </a:cxn>
                <a:cxn ang="0">
                  <a:pos x="459" y="1399"/>
                </a:cxn>
                <a:cxn ang="0">
                  <a:pos x="592" y="1437"/>
                </a:cxn>
                <a:cxn ang="0">
                  <a:pos x="1510" y="1379"/>
                </a:cxn>
                <a:cxn ang="0">
                  <a:pos x="1547" y="485"/>
                </a:cxn>
                <a:cxn ang="0">
                  <a:pos x="1071" y="46"/>
                </a:cxn>
                <a:cxn ang="0">
                  <a:pos x="723" y="84"/>
                </a:cxn>
                <a:cxn ang="0">
                  <a:pos x="575" y="32"/>
                </a:cxn>
                <a:cxn ang="0">
                  <a:pos x="438" y="6"/>
                </a:cxn>
                <a:cxn ang="0">
                  <a:pos x="67" y="12"/>
                </a:cxn>
              </a:cxnLst>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alpha val="100000"/>
              </a:schemeClr>
            </a:solidFill>
            <a:ln w="0">
              <a:noFill/>
            </a:ln>
          </p:spPr>
          <p:txBody>
            <a:bodyPr/>
            <a:p>
              <a:endParaRPr lang="zh-CN" altLang="en-US"/>
            </a:p>
          </p:txBody>
        </p:sp>
        <p:grpSp>
          <p:nvGrpSpPr>
            <p:cNvPr id="1040" name="Group 234"/>
            <p:cNvGrpSpPr/>
            <p:nvPr userDrawn="1"/>
          </p:nvGrpSpPr>
          <p:grpSpPr>
            <a:xfrm>
              <a:off x="4080" y="0"/>
              <a:ext cx="1748" cy="1551"/>
              <a:chOff x="2918" y="18"/>
              <a:chExt cx="2958" cy="2699"/>
            </a:xfrm>
          </p:grpSpPr>
          <p:sp>
            <p:nvSpPr>
              <p:cNvPr id="1041" name="Freeform 235"/>
              <p:cNvSpPr/>
              <p:nvPr/>
            </p:nvSpPr>
            <p:spPr>
              <a:xfrm>
                <a:off x="3060" y="18"/>
                <a:ext cx="490" cy="186"/>
              </a:xfrm>
              <a:custGeom>
                <a:avLst/>
                <a:gdLst/>
                <a:ahLst/>
                <a:cxnLst>
                  <a:cxn ang="0">
                    <a:pos x="359" y="126"/>
                  </a:cxn>
                  <a:cxn ang="0">
                    <a:pos x="460" y="101"/>
                  </a:cxn>
                  <a:cxn ang="0">
                    <a:pos x="465" y="85"/>
                  </a:cxn>
                  <a:cxn ang="0">
                    <a:pos x="445" y="0"/>
                  </a:cxn>
                  <a:cxn ang="0">
                    <a:pos x="126" y="0"/>
                  </a:cxn>
                  <a:cxn ang="0">
                    <a:pos x="51" y="111"/>
                  </a:cxn>
                  <a:cxn ang="0">
                    <a:pos x="359" y="126"/>
                  </a:cxn>
                </a:cxnLst>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alpha val="100000"/>
                </a:schemeClr>
              </a:solidFill>
              <a:ln w="0">
                <a:noFill/>
              </a:ln>
            </p:spPr>
            <p:txBody>
              <a:bodyPr/>
              <a:p>
                <a:endParaRPr lang="zh-CN" altLang="en-US"/>
              </a:p>
            </p:txBody>
          </p:sp>
          <p:sp>
            <p:nvSpPr>
              <p:cNvPr id="1042" name="Freeform 236"/>
              <p:cNvSpPr>
                <a:spLocks noEditPoints="1"/>
              </p:cNvSpPr>
              <p:nvPr/>
            </p:nvSpPr>
            <p:spPr>
              <a:xfrm>
                <a:off x="2918" y="18"/>
                <a:ext cx="2958" cy="2699"/>
              </a:xfrm>
              <a:custGeom>
                <a:avLst/>
                <a:gdLst/>
                <a:ahLst/>
                <a:cxnLst>
                  <a:cxn ang="0">
                    <a:pos x="2548" y="5"/>
                  </a:cxn>
                  <a:cxn ang="0">
                    <a:pos x="794" y="0"/>
                  </a:cxn>
                  <a:cxn ang="0">
                    <a:pos x="1138" y="106"/>
                  </a:cxn>
                  <a:cxn ang="0">
                    <a:pos x="880" y="197"/>
                  </a:cxn>
                  <a:cxn ang="0">
                    <a:pos x="1047" y="359"/>
                  </a:cxn>
                  <a:cxn ang="0">
                    <a:pos x="374" y="303"/>
                  </a:cxn>
                  <a:cxn ang="0">
                    <a:pos x="131" y="318"/>
                  </a:cxn>
                  <a:cxn ang="0">
                    <a:pos x="1006" y="2461"/>
                  </a:cxn>
                  <a:cxn ang="0">
                    <a:pos x="728" y="1724"/>
                  </a:cxn>
                  <a:cxn ang="0">
                    <a:pos x="531" y="1900"/>
                  </a:cxn>
                  <a:cxn ang="0">
                    <a:pos x="475" y="2199"/>
                  </a:cxn>
                  <a:cxn ang="0">
                    <a:pos x="627" y="1339"/>
                  </a:cxn>
                  <a:cxn ang="0">
                    <a:pos x="774" y="1152"/>
                  </a:cxn>
                  <a:cxn ang="0">
                    <a:pos x="1057" y="1198"/>
                  </a:cxn>
                  <a:cxn ang="0">
                    <a:pos x="951" y="1547"/>
                  </a:cxn>
                  <a:cxn ang="0">
                    <a:pos x="971" y="1996"/>
                  </a:cxn>
                  <a:cxn ang="0">
                    <a:pos x="2604" y="2441"/>
                  </a:cxn>
                  <a:cxn ang="0">
                    <a:pos x="2296" y="2158"/>
                  </a:cxn>
                  <a:cxn ang="0">
                    <a:pos x="2149" y="1744"/>
                  </a:cxn>
                  <a:cxn ang="0">
                    <a:pos x="2002" y="1365"/>
                  </a:cxn>
                  <a:cxn ang="0">
                    <a:pos x="2326" y="1294"/>
                  </a:cxn>
                  <a:cxn ang="0">
                    <a:pos x="2058" y="1127"/>
                  </a:cxn>
                  <a:cxn ang="0">
                    <a:pos x="2220" y="1142"/>
                  </a:cxn>
                  <a:cxn ang="0">
                    <a:pos x="2215" y="1056"/>
                  </a:cxn>
                  <a:cxn ang="0">
                    <a:pos x="1901" y="1066"/>
                  </a:cxn>
                  <a:cxn ang="0">
                    <a:pos x="1805" y="1734"/>
                  </a:cxn>
                  <a:cxn ang="0">
                    <a:pos x="1755" y="1162"/>
                  </a:cxn>
                  <a:cxn ang="0">
                    <a:pos x="1674" y="920"/>
                  </a:cxn>
                  <a:cxn ang="0">
                    <a:pos x="1755" y="687"/>
                  </a:cxn>
                  <a:cxn ang="0">
                    <a:pos x="1714" y="500"/>
                  </a:cxn>
                  <a:cxn ang="0">
                    <a:pos x="1674" y="313"/>
                  </a:cxn>
                  <a:cxn ang="0">
                    <a:pos x="1866" y="521"/>
                  </a:cxn>
                  <a:cxn ang="0">
                    <a:pos x="2098" y="238"/>
                  </a:cxn>
                  <a:cxn ang="0">
                    <a:pos x="2068" y="480"/>
                  </a:cxn>
                  <a:cxn ang="0">
                    <a:pos x="2028" y="657"/>
                  </a:cxn>
                  <a:cxn ang="0">
                    <a:pos x="2028" y="915"/>
                  </a:cxn>
                  <a:cxn ang="0">
                    <a:pos x="2821" y="915"/>
                  </a:cxn>
                  <a:cxn ang="0">
                    <a:pos x="2801" y="384"/>
                  </a:cxn>
                  <a:cxn ang="0">
                    <a:pos x="1259" y="349"/>
                  </a:cxn>
                  <a:cxn ang="0">
                    <a:pos x="1482" y="470"/>
                  </a:cxn>
                  <a:cxn ang="0">
                    <a:pos x="865" y="986"/>
                  </a:cxn>
                  <a:cxn ang="0">
                    <a:pos x="349" y="495"/>
                  </a:cxn>
                  <a:cxn ang="0">
                    <a:pos x="966" y="536"/>
                  </a:cxn>
                  <a:cxn ang="0">
                    <a:pos x="1112" y="531"/>
                  </a:cxn>
                  <a:cxn ang="0">
                    <a:pos x="1527" y="612"/>
                  </a:cxn>
                  <a:cxn ang="0">
                    <a:pos x="1396" y="1294"/>
                  </a:cxn>
                  <a:cxn ang="0">
                    <a:pos x="1315" y="692"/>
                  </a:cxn>
                  <a:cxn ang="0">
                    <a:pos x="865" y="986"/>
                  </a:cxn>
                  <a:cxn ang="0">
                    <a:pos x="1128" y="1137"/>
                  </a:cxn>
                  <a:cxn ang="0">
                    <a:pos x="1249" y="799"/>
                  </a:cxn>
                  <a:cxn ang="0">
                    <a:pos x="1648" y="1476"/>
                  </a:cxn>
                  <a:cxn ang="0">
                    <a:pos x="1087" y="1622"/>
                  </a:cxn>
                  <a:cxn ang="0">
                    <a:pos x="1562" y="1400"/>
                  </a:cxn>
                  <a:cxn ang="0">
                    <a:pos x="1608" y="672"/>
                  </a:cxn>
                  <a:cxn ang="0">
                    <a:pos x="1583" y="1077"/>
                  </a:cxn>
                  <a:cxn ang="0">
                    <a:pos x="1512" y="728"/>
                  </a:cxn>
                  <a:cxn ang="0">
                    <a:pos x="2564" y="905"/>
                  </a:cxn>
                  <a:cxn ang="0">
                    <a:pos x="2331" y="819"/>
                  </a:cxn>
                </a:cxnLst>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alpha val="100000"/>
                </a:schemeClr>
              </a:solidFill>
              <a:ln w="0">
                <a:noFill/>
              </a:ln>
            </p:spPr>
            <p:txBody>
              <a:bodyPr/>
              <a:p>
                <a:endParaRPr lang="zh-CN" altLang="en-US"/>
              </a:p>
            </p:txBody>
          </p:sp>
          <p:sp>
            <p:nvSpPr>
              <p:cNvPr id="1043" name="Freeform 237"/>
              <p:cNvSpPr/>
              <p:nvPr/>
            </p:nvSpPr>
            <p:spPr>
              <a:xfrm>
                <a:off x="3621" y="1287"/>
                <a:ext cx="237" cy="283"/>
              </a:xfrm>
              <a:custGeom>
                <a:avLst/>
                <a:gdLst/>
                <a:ahLst/>
                <a:cxnLst>
                  <a:cxn ang="0">
                    <a:pos x="202" y="76"/>
                  </a:cxn>
                  <a:cxn ang="0">
                    <a:pos x="136" y="283"/>
                  </a:cxn>
                  <a:cxn ang="0">
                    <a:pos x="202" y="76"/>
                  </a:cxn>
                </a:cxnLst>
                <a:pathLst>
                  <a:path w="47" h="56">
                    <a:moveTo>
                      <a:pt x="40" y="15"/>
                    </a:moveTo>
                    <a:cubicBezTo>
                      <a:pt x="37" y="0"/>
                      <a:pt x="0" y="23"/>
                      <a:pt x="27" y="56"/>
                    </a:cubicBezTo>
                    <a:cubicBezTo>
                      <a:pt x="27" y="56"/>
                      <a:pt x="47" y="49"/>
                      <a:pt x="40" y="15"/>
                    </a:cubicBezTo>
                    <a:close/>
                  </a:path>
                </a:pathLst>
              </a:custGeom>
              <a:solidFill>
                <a:schemeClr val="bg1">
                  <a:alpha val="100000"/>
                </a:schemeClr>
              </a:solidFill>
              <a:ln w="0">
                <a:noFill/>
              </a:ln>
            </p:spPr>
            <p:txBody>
              <a:bodyPr/>
              <a:p>
                <a:endParaRPr lang="zh-CN" altLang="en-US"/>
              </a:p>
            </p:txBody>
          </p:sp>
          <p:sp>
            <p:nvSpPr>
              <p:cNvPr id="1044" name="Freeform 238"/>
              <p:cNvSpPr/>
              <p:nvPr/>
            </p:nvSpPr>
            <p:spPr>
              <a:xfrm>
                <a:off x="3402" y="1403"/>
                <a:ext cx="209" cy="378"/>
              </a:xfrm>
              <a:custGeom>
                <a:avLst/>
                <a:gdLst/>
                <a:ahLst/>
                <a:cxnLst>
                  <a:cxn ang="0">
                    <a:pos x="97" y="136"/>
                  </a:cxn>
                  <a:cxn ang="0">
                    <a:pos x="61" y="348"/>
                  </a:cxn>
                  <a:cxn ang="0">
                    <a:pos x="204" y="227"/>
                  </a:cxn>
                  <a:cxn ang="0">
                    <a:pos x="189" y="121"/>
                  </a:cxn>
                  <a:cxn ang="0">
                    <a:pos x="97" y="136"/>
                  </a:cxn>
                </a:cxnLst>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alpha val="100000"/>
                </a:schemeClr>
              </a:solidFill>
              <a:ln w="0">
                <a:noFill/>
              </a:ln>
            </p:spPr>
            <p:txBody>
              <a:bodyPr/>
              <a:p>
                <a:endParaRPr lang="zh-CN" altLang="en-US"/>
              </a:p>
            </p:txBody>
          </p:sp>
          <p:sp>
            <p:nvSpPr>
              <p:cNvPr id="1045" name="Freeform 239"/>
              <p:cNvSpPr/>
              <p:nvPr/>
            </p:nvSpPr>
            <p:spPr>
              <a:xfrm>
                <a:off x="3273" y="645"/>
                <a:ext cx="683" cy="317"/>
              </a:xfrm>
              <a:custGeom>
                <a:avLst/>
                <a:gdLst/>
                <a:ahLst/>
                <a:cxnLst>
                  <a:cxn ang="0">
                    <a:pos x="567" y="20"/>
                  </a:cxn>
                  <a:cxn ang="0">
                    <a:pos x="121" y="20"/>
                  </a:cxn>
                  <a:cxn ang="0">
                    <a:pos x="10" y="126"/>
                  </a:cxn>
                  <a:cxn ang="0">
                    <a:pos x="304" y="292"/>
                  </a:cxn>
                  <a:cxn ang="0">
                    <a:pos x="486" y="272"/>
                  </a:cxn>
                  <a:cxn ang="0">
                    <a:pos x="572" y="267"/>
                  </a:cxn>
                  <a:cxn ang="0">
                    <a:pos x="567" y="20"/>
                  </a:cxn>
                </a:cxnLst>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alpha val="100000"/>
                </a:schemeClr>
              </a:solidFill>
              <a:ln w="0">
                <a:noFill/>
              </a:ln>
            </p:spPr>
            <p:txBody>
              <a:bodyPr/>
              <a:p>
                <a:endParaRPr lang="zh-CN" altLang="en-US"/>
              </a:p>
            </p:txBody>
          </p:sp>
          <p:sp>
            <p:nvSpPr>
              <p:cNvPr id="1046" name="Freeform 240"/>
              <p:cNvSpPr/>
              <p:nvPr/>
            </p:nvSpPr>
            <p:spPr>
              <a:xfrm>
                <a:off x="4046" y="1545"/>
                <a:ext cx="490" cy="514"/>
              </a:xfrm>
              <a:custGeom>
                <a:avLst/>
                <a:gdLst/>
                <a:ahLst/>
                <a:cxnLst>
                  <a:cxn ang="0">
                    <a:pos x="338" y="25"/>
                  </a:cxn>
                  <a:cxn ang="0">
                    <a:pos x="157" y="25"/>
                  </a:cxn>
                  <a:cxn ang="0">
                    <a:pos x="61" y="287"/>
                  </a:cxn>
                  <a:cxn ang="0">
                    <a:pos x="399" y="312"/>
                  </a:cxn>
                  <a:cxn ang="0">
                    <a:pos x="338" y="25"/>
                  </a:cxn>
                </a:cxnLst>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alpha val="100000"/>
                </a:schemeClr>
              </a:solidFill>
              <a:ln w="0">
                <a:noFill/>
              </a:ln>
            </p:spPr>
            <p:txBody>
              <a:bodyPr/>
              <a:p>
                <a:endParaRPr lang="zh-CN" altLang="en-US"/>
              </a:p>
            </p:txBody>
          </p:sp>
          <p:sp>
            <p:nvSpPr>
              <p:cNvPr id="1047" name="Freeform 241"/>
              <p:cNvSpPr/>
              <p:nvPr/>
            </p:nvSpPr>
            <p:spPr>
              <a:xfrm>
                <a:off x="5173" y="1023"/>
                <a:ext cx="500" cy="97"/>
              </a:xfrm>
              <a:custGeom>
                <a:avLst/>
                <a:gdLst/>
                <a:ahLst/>
                <a:cxnLst>
                  <a:cxn ang="0">
                    <a:pos x="76" y="0"/>
                  </a:cxn>
                  <a:cxn ang="0">
                    <a:pos x="202" y="77"/>
                  </a:cxn>
                  <a:cxn ang="0">
                    <a:pos x="76" y="0"/>
                  </a:cxn>
                </a:cxnLst>
                <a:pathLst>
                  <a:path w="99" h="19">
                    <a:moveTo>
                      <a:pt x="15" y="0"/>
                    </a:moveTo>
                    <a:cubicBezTo>
                      <a:pt x="0" y="0"/>
                      <a:pt x="19" y="19"/>
                      <a:pt x="40" y="15"/>
                    </a:cubicBezTo>
                    <a:cubicBezTo>
                      <a:pt x="99" y="1"/>
                      <a:pt x="15" y="0"/>
                      <a:pt x="15" y="0"/>
                    </a:cubicBezTo>
                    <a:close/>
                  </a:path>
                </a:pathLst>
              </a:custGeom>
              <a:solidFill>
                <a:schemeClr val="bg1">
                  <a:alpha val="100000"/>
                </a:schemeClr>
              </a:solidFill>
              <a:ln w="0">
                <a:noFill/>
              </a:ln>
            </p:spPr>
            <p:txBody>
              <a:bodyPr/>
              <a:p>
                <a:endParaRPr lang="zh-CN" altLang="en-US"/>
              </a:p>
            </p:txBody>
          </p:sp>
          <p:sp>
            <p:nvSpPr>
              <p:cNvPr id="1048" name="Freeform 242"/>
              <p:cNvSpPr/>
              <p:nvPr/>
            </p:nvSpPr>
            <p:spPr>
              <a:xfrm>
                <a:off x="5339" y="1004"/>
                <a:ext cx="385" cy="236"/>
              </a:xfrm>
              <a:custGeom>
                <a:avLst/>
                <a:gdLst/>
                <a:ahLst/>
                <a:cxnLst>
                  <a:cxn ang="0">
                    <a:pos x="106" y="186"/>
                  </a:cxn>
                  <a:cxn ang="0">
                    <a:pos x="355" y="85"/>
                  </a:cxn>
                  <a:cxn ang="0">
                    <a:pos x="243" y="15"/>
                  </a:cxn>
                  <a:cxn ang="0">
                    <a:pos x="96" y="161"/>
                  </a:cxn>
                  <a:cxn ang="0">
                    <a:pos x="106" y="186"/>
                  </a:cxn>
                </a:cxnLst>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alpha val="100000"/>
                </a:schemeClr>
              </a:solidFill>
              <a:ln w="0">
                <a:noFill/>
              </a:ln>
            </p:spPr>
            <p:txBody>
              <a:bodyPr/>
              <a:p>
                <a:endParaRPr lang="zh-CN" altLang="en-US"/>
              </a:p>
            </p:txBody>
          </p:sp>
          <p:sp>
            <p:nvSpPr>
              <p:cNvPr id="1049" name="Freeform 243"/>
              <p:cNvSpPr/>
              <p:nvPr/>
            </p:nvSpPr>
            <p:spPr>
              <a:xfrm>
                <a:off x="5325" y="1201"/>
                <a:ext cx="415" cy="186"/>
              </a:xfrm>
              <a:custGeom>
                <a:avLst/>
                <a:gdLst/>
                <a:ahLst/>
                <a:cxnLst>
                  <a:cxn ang="0">
                    <a:pos x="364" y="30"/>
                  </a:cxn>
                  <a:cxn ang="0">
                    <a:pos x="121" y="85"/>
                  </a:cxn>
                  <a:cxn ang="0">
                    <a:pos x="86" y="131"/>
                  </a:cxn>
                  <a:cxn ang="0">
                    <a:pos x="385" y="116"/>
                  </a:cxn>
                  <a:cxn ang="0">
                    <a:pos x="415" y="101"/>
                  </a:cxn>
                  <a:cxn ang="0">
                    <a:pos x="415" y="0"/>
                  </a:cxn>
                  <a:cxn ang="0">
                    <a:pos x="364" y="30"/>
                  </a:cxn>
                </a:cxnLst>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alpha val="100000"/>
                </a:schemeClr>
              </a:solidFill>
              <a:ln w="0">
                <a:noFill/>
              </a:ln>
            </p:spPr>
            <p:txBody>
              <a:bodyPr/>
              <a:p>
                <a:endParaRPr lang="zh-CN" altLang="en-US"/>
              </a:p>
            </p:txBody>
          </p:sp>
          <p:sp>
            <p:nvSpPr>
              <p:cNvPr id="1050" name="Freeform 244"/>
              <p:cNvSpPr/>
              <p:nvPr/>
            </p:nvSpPr>
            <p:spPr>
              <a:xfrm>
                <a:off x="5001" y="1378"/>
                <a:ext cx="699" cy="167"/>
              </a:xfrm>
              <a:custGeom>
                <a:avLst/>
                <a:gdLst/>
                <a:ahLst/>
                <a:cxnLst>
                  <a:cxn ang="0">
                    <a:pos x="106" y="5"/>
                  </a:cxn>
                  <a:cxn ang="0">
                    <a:pos x="41" y="71"/>
                  </a:cxn>
                  <a:cxn ang="0">
                    <a:pos x="289" y="111"/>
                  </a:cxn>
                  <a:cxn ang="0">
                    <a:pos x="593" y="116"/>
                  </a:cxn>
                  <a:cxn ang="0">
                    <a:pos x="577" y="40"/>
                  </a:cxn>
                  <a:cxn ang="0">
                    <a:pos x="415" y="15"/>
                  </a:cxn>
                  <a:cxn ang="0">
                    <a:pos x="106" y="5"/>
                  </a:cxn>
                </a:cxnLst>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alpha val="100000"/>
                </a:schemeClr>
              </a:solidFill>
              <a:ln w="0">
                <a:noFill/>
              </a:ln>
            </p:spPr>
            <p:txBody>
              <a:bodyPr/>
              <a:p>
                <a:endParaRPr lang="zh-CN" altLang="en-US"/>
              </a:p>
            </p:txBody>
          </p:sp>
          <p:sp>
            <p:nvSpPr>
              <p:cNvPr id="1051" name="Freeform 245"/>
              <p:cNvSpPr/>
              <p:nvPr/>
            </p:nvSpPr>
            <p:spPr>
              <a:xfrm>
                <a:off x="5078" y="1539"/>
                <a:ext cx="565" cy="147"/>
              </a:xfrm>
              <a:custGeom>
                <a:avLst/>
                <a:gdLst/>
                <a:ahLst/>
                <a:cxnLst>
                  <a:cxn ang="0">
                    <a:pos x="494" y="96"/>
                  </a:cxn>
                  <a:cxn ang="0">
                    <a:pos x="520" y="20"/>
                  </a:cxn>
                  <a:cxn ang="0">
                    <a:pos x="373" y="51"/>
                  </a:cxn>
                  <a:cxn ang="0">
                    <a:pos x="182" y="30"/>
                  </a:cxn>
                  <a:cxn ang="0">
                    <a:pos x="10" y="20"/>
                  </a:cxn>
                  <a:cxn ang="0">
                    <a:pos x="494" y="96"/>
                  </a:cxn>
                </a:cxnLst>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alpha val="100000"/>
                </a:schemeClr>
              </a:solidFill>
              <a:ln w="0">
                <a:noFill/>
              </a:ln>
            </p:spPr>
            <p:txBody>
              <a:bodyPr/>
              <a:p>
                <a:endParaRPr lang="zh-CN" altLang="en-US"/>
              </a:p>
            </p:txBody>
          </p:sp>
          <p:sp>
            <p:nvSpPr>
              <p:cNvPr id="1052" name="Freeform 246"/>
              <p:cNvSpPr/>
              <p:nvPr/>
            </p:nvSpPr>
            <p:spPr>
              <a:xfrm>
                <a:off x="5041" y="1656"/>
                <a:ext cx="581" cy="480"/>
              </a:xfrm>
              <a:custGeom>
                <a:avLst/>
                <a:gdLst/>
                <a:ahLst/>
                <a:cxnLst>
                  <a:cxn ang="0">
                    <a:pos x="15" y="268"/>
                  </a:cxn>
                  <a:cxn ang="0">
                    <a:pos x="131" y="273"/>
                  </a:cxn>
                  <a:cxn ang="0">
                    <a:pos x="253" y="389"/>
                  </a:cxn>
                  <a:cxn ang="0">
                    <a:pos x="298" y="424"/>
                  </a:cxn>
                  <a:cxn ang="0">
                    <a:pos x="409" y="263"/>
                  </a:cxn>
                  <a:cxn ang="0">
                    <a:pos x="561" y="263"/>
                  </a:cxn>
                  <a:cxn ang="0">
                    <a:pos x="399" y="136"/>
                  </a:cxn>
                  <a:cxn ang="0">
                    <a:pos x="187" y="81"/>
                  </a:cxn>
                  <a:cxn ang="0">
                    <a:pos x="61" y="207"/>
                  </a:cxn>
                  <a:cxn ang="0">
                    <a:pos x="15" y="268"/>
                  </a:cxn>
                </a:cxnLst>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alpha val="100000"/>
                </a:schemeClr>
              </a:solidFill>
              <a:ln w="0">
                <a:noFill/>
              </a:ln>
            </p:spPr>
            <p:txBody>
              <a:bodyPr/>
              <a:p>
                <a:endParaRPr lang="zh-CN" altLang="en-US"/>
              </a:p>
            </p:txBody>
          </p:sp>
          <p:sp>
            <p:nvSpPr>
              <p:cNvPr id="1053" name="Freeform 247"/>
              <p:cNvSpPr/>
              <p:nvPr/>
            </p:nvSpPr>
            <p:spPr>
              <a:xfrm>
                <a:off x="5420" y="1465"/>
                <a:ext cx="330" cy="853"/>
              </a:xfrm>
              <a:custGeom>
                <a:avLst/>
                <a:gdLst/>
                <a:ahLst/>
                <a:cxnLst>
                  <a:cxn ang="0">
                    <a:pos x="259" y="202"/>
                  </a:cxn>
                  <a:cxn ang="0">
                    <a:pos x="112" y="247"/>
                  </a:cxn>
                  <a:cxn ang="0">
                    <a:pos x="112" y="298"/>
                  </a:cxn>
                  <a:cxn ang="0">
                    <a:pos x="254" y="454"/>
                  </a:cxn>
                  <a:cxn ang="0">
                    <a:pos x="173" y="596"/>
                  </a:cxn>
                  <a:cxn ang="0">
                    <a:pos x="0" y="747"/>
                  </a:cxn>
                  <a:cxn ang="0">
                    <a:pos x="86" y="782"/>
                  </a:cxn>
                  <a:cxn ang="0">
                    <a:pos x="239" y="838"/>
                  </a:cxn>
                  <a:cxn ang="0">
                    <a:pos x="320" y="818"/>
                  </a:cxn>
                  <a:cxn ang="0">
                    <a:pos x="330" y="0"/>
                  </a:cxn>
                  <a:cxn ang="0">
                    <a:pos x="259" y="202"/>
                  </a:cxn>
                </a:cxnLst>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alpha val="100000"/>
                </a:schemeClr>
              </a:solidFill>
              <a:ln w="0">
                <a:noFill/>
              </a:ln>
            </p:spPr>
            <p:txBody>
              <a:bodyPr/>
              <a:p>
                <a:endParaRPr lang="zh-CN" altLang="en-US"/>
              </a:p>
            </p:txBody>
          </p:sp>
        </p:grpSp>
      </p:grpSp>
      <p:sp>
        <p:nvSpPr>
          <p:cNvPr id="1034" name="Rectangle 248"/>
          <p:cNvSpPr>
            <a:spLocks noGrp="1" noRot="1"/>
          </p:cNvSpPr>
          <p:nvPr>
            <p:ph type="title"/>
          </p:nvPr>
        </p:nvSpPr>
        <p:spPr>
          <a:xfrm>
            <a:off x="298450" y="171450"/>
            <a:ext cx="854075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35" name="Rectangle 249"/>
          <p:cNvSpPr>
            <a:spLocks noGrp="1" noRot="1"/>
          </p:cNvSpPr>
          <p:nvPr>
            <p:ph type="body" idx="1"/>
          </p:nvPr>
        </p:nvSpPr>
        <p:spPr>
          <a:xfrm>
            <a:off x="609600" y="1200150"/>
            <a:ext cx="8153400" cy="33750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6330" name="Rectangle 250"/>
          <p:cNvSpPr>
            <a:spLocks noGrp="1" noChangeArrowheads="1"/>
          </p:cNvSpPr>
          <p:nvPr>
            <p:ph type="dt" sz="half" idx="2"/>
          </p:nvPr>
        </p:nvSpPr>
        <p:spPr bwMode="auto">
          <a:xfrm>
            <a:off x="298450" y="4684713"/>
            <a:ext cx="2289175" cy="357188"/>
          </a:xfrm>
          <a:prstGeom prst="rect">
            <a:avLst/>
          </a:prstGeom>
          <a:noFill/>
          <a:ln w="9525">
            <a:noFill/>
            <a:miter lim="800000"/>
          </a:ln>
          <a:effec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2F24A91C-2B4D-405D-9878-2645F649F086}" type="datetimeFigureOut">
              <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331" name="Rectangle 251"/>
          <p:cNvSpPr>
            <a:spLocks noGrp="1" noChangeArrowheads="1"/>
          </p:cNvSpPr>
          <p:nvPr>
            <p:ph type="ftr" sz="quarter" idx="3"/>
          </p:nvPr>
        </p:nvSpPr>
        <p:spPr bwMode="auto">
          <a:xfrm>
            <a:off x="3121025" y="4684713"/>
            <a:ext cx="2895600" cy="357188"/>
          </a:xfrm>
          <a:prstGeom prst="rect">
            <a:avLst/>
          </a:prstGeom>
          <a:noFill/>
          <a:ln w="9525">
            <a:noFill/>
            <a:miter lim="800000"/>
          </a:ln>
          <a:effec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332" name="Rectangle 252"/>
          <p:cNvSpPr>
            <a:spLocks noGrp="1" noChangeArrowheads="1"/>
          </p:cNvSpPr>
          <p:nvPr>
            <p:ph type="sldNum" sz="quarter" idx="4"/>
          </p:nvPr>
        </p:nvSpPr>
        <p:spPr bwMode="auto">
          <a:xfrm>
            <a:off x="6550025" y="4684713"/>
            <a:ext cx="2289175" cy="357188"/>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85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2" panose="05020102010507070707" pitchFamily="18"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90000"/>
        <a:buFont typeface="Wingdings" panose="05000000000000000000" pitchFamily="2" charset="2"/>
        <a:buChar char="Ø"/>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5pPr>
      <a:lvl6pPr marL="25146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6pPr>
      <a:lvl7pPr marL="29718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7pPr>
      <a:lvl8pPr marL="34290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8pPr>
      <a:lvl9pPr marL="3886200" indent="-228600" algn="l" rtl="0" fontAlgn="base">
        <a:spcBef>
          <a:spcPct val="20000"/>
        </a:spcBef>
        <a:spcAft>
          <a:spcPct val="0"/>
        </a:spcAft>
        <a:buClr>
          <a:schemeClr val="hlink"/>
        </a:buClr>
        <a:buFont typeface="Wingdings 2" panose="05020102010507070707" pitchFamily="18"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dkHorz">
          <a:fgClr>
            <a:schemeClr val="bg2"/>
          </a:fgClr>
          <a:bgClr>
            <a:schemeClr val="bg1"/>
          </a:bgClr>
        </a:pattFill>
        <a:effectLst/>
      </p:bgPr>
    </p:bg>
    <p:spTree>
      <p:nvGrpSpPr>
        <p:cNvPr id="1" name=""/>
        <p:cNvGrpSpPr/>
        <p:nvPr/>
      </p:nvGrpSpPr>
      <p:grpSpPr/>
      <p:grpSp>
        <p:nvGrpSpPr>
          <p:cNvPr id="2050" name="Group 2"/>
          <p:cNvGrpSpPr/>
          <p:nvPr/>
        </p:nvGrpSpPr>
        <p:grpSpPr>
          <a:xfrm>
            <a:off x="0" y="1828800"/>
            <a:ext cx="9144000" cy="3035300"/>
            <a:chOff x="0" y="1536"/>
            <a:chExt cx="5760" cy="2549"/>
          </a:xfrm>
        </p:grpSpPr>
        <p:sp>
          <p:nvSpPr>
            <p:cNvPr id="118787" name="Rectangle 3"/>
            <p:cNvSpPr>
              <a:spLocks noChangeArrowheads="1"/>
            </p:cNvSpPr>
            <p:nvPr/>
          </p:nvSpPr>
          <p:spPr bwMode="hidden">
            <a:xfrm rot="-1424751">
              <a:off x="2121" y="2592"/>
              <a:ext cx="3072" cy="384"/>
            </a:xfrm>
            <a:prstGeom prst="rect">
              <a:avLst/>
            </a:prstGeom>
            <a:gradFill rotWithShape="0">
              <a:gsLst>
                <a:gs pos="0">
                  <a:schemeClr val="bg1">
                    <a:gamma/>
                    <a:shade val="94118"/>
                    <a:invGamma/>
                  </a:schemeClr>
                </a:gs>
                <a:gs pos="50000">
                  <a:schemeClr val="bg1"/>
                </a:gs>
                <a:gs pos="100000">
                  <a:schemeClr val="bg1">
                    <a:gamma/>
                    <a:shade val="94118"/>
                    <a:invGamma/>
                  </a:schemeClr>
                </a:gs>
              </a:gsLst>
              <a:lin ang="1890000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7" name="Freeform 4"/>
            <p:cNvSpPr/>
            <p:nvPr userDrawn="1"/>
          </p:nvSpPr>
          <p:spPr>
            <a:xfrm>
              <a:off x="0" y="2664"/>
              <a:ext cx="2688" cy="1224"/>
            </a:xfrm>
            <a:custGeom>
              <a:avLst/>
              <a:gdLst/>
              <a:ahLst/>
              <a:cxnLst>
                <a:cxn ang="0">
                  <a:pos x="0" y="0"/>
                </a:cxn>
                <a:cxn ang="0">
                  <a:pos x="960" y="552"/>
                </a:cxn>
                <a:cxn ang="0">
                  <a:pos x="1968" y="264"/>
                </a:cxn>
                <a:cxn ang="0">
                  <a:pos x="2028" y="270"/>
                </a:cxn>
                <a:cxn ang="0">
                  <a:pos x="2661" y="528"/>
                </a:cxn>
                <a:cxn ang="0">
                  <a:pos x="2688" y="648"/>
                </a:cxn>
                <a:cxn ang="0">
                  <a:pos x="2304" y="1080"/>
                </a:cxn>
                <a:cxn ang="0">
                  <a:pos x="1584" y="1224"/>
                </a:cxn>
                <a:cxn ang="0">
                  <a:pos x="1296" y="936"/>
                </a:cxn>
                <a:cxn ang="0">
                  <a:pos x="864" y="1032"/>
                </a:cxn>
                <a:cxn ang="0">
                  <a:pos x="0" y="552"/>
                </a:cxn>
                <a:cxn ang="0">
                  <a:pos x="0" y="0"/>
                </a:cxn>
              </a:cxnLst>
              <a:pathLst>
                <a:path w="2688" h="1224">
                  <a:moveTo>
                    <a:pt x="0" y="0"/>
                  </a:moveTo>
                  <a:lnTo>
                    <a:pt x="960" y="552"/>
                  </a:lnTo>
                  <a:lnTo>
                    <a:pt x="1968" y="264"/>
                  </a:lnTo>
                  <a:lnTo>
                    <a:pt x="2028" y="270"/>
                  </a:lnTo>
                  <a:lnTo>
                    <a:pt x="2661" y="528"/>
                  </a:lnTo>
                  <a:lnTo>
                    <a:pt x="2688" y="648"/>
                  </a:lnTo>
                  <a:lnTo>
                    <a:pt x="2304" y="1080"/>
                  </a:lnTo>
                  <a:lnTo>
                    <a:pt x="1584" y="1224"/>
                  </a:lnTo>
                  <a:lnTo>
                    <a:pt x="1296" y="936"/>
                  </a:lnTo>
                  <a:lnTo>
                    <a:pt x="864" y="1032"/>
                  </a:lnTo>
                  <a:lnTo>
                    <a:pt x="0" y="552"/>
                  </a:lnTo>
                  <a:lnTo>
                    <a:pt x="0" y="0"/>
                  </a:lnTo>
                  <a:close/>
                </a:path>
              </a:pathLst>
            </a:custGeom>
            <a:solidFill>
              <a:schemeClr val="bg2">
                <a:alpha val="100000"/>
              </a:schemeClr>
            </a:solidFill>
            <a:ln w="9525">
              <a:noFill/>
            </a:ln>
          </p:spPr>
          <p:txBody>
            <a:bodyPr/>
            <a:p>
              <a:endParaRPr lang="zh-CN" altLang="en-US"/>
            </a:p>
          </p:txBody>
        </p:sp>
        <p:sp>
          <p:nvSpPr>
            <p:cNvPr id="2058" name="Freeform 5"/>
            <p:cNvSpPr/>
            <p:nvPr userDrawn="1"/>
          </p:nvSpPr>
          <p:spPr>
            <a:xfrm>
              <a:off x="3359" y="1536"/>
              <a:ext cx="2401" cy="1232"/>
            </a:xfrm>
            <a:custGeom>
              <a:avLst/>
              <a:gdLst/>
              <a:ahLst/>
              <a:cxnLst>
                <a:cxn ang="0">
                  <a:pos x="2208" y="15"/>
                </a:cxn>
                <a:cxn ang="0">
                  <a:pos x="2088" y="57"/>
                </a:cxn>
                <a:cxn ang="0">
                  <a:pos x="1951" y="99"/>
                </a:cxn>
                <a:cxn ang="0">
                  <a:pos x="1704" y="135"/>
                </a:cxn>
                <a:cxn ang="0">
                  <a:pos x="1314" y="177"/>
                </a:cxn>
                <a:cxn ang="0">
                  <a:pos x="1176" y="189"/>
                </a:cxn>
                <a:cxn ang="0">
                  <a:pos x="1122" y="195"/>
                </a:cxn>
                <a:cxn ang="0">
                  <a:pos x="1075" y="231"/>
                </a:cxn>
                <a:cxn ang="0">
                  <a:pos x="924" y="321"/>
                </a:cxn>
                <a:cxn ang="0">
                  <a:pos x="840" y="369"/>
                </a:cxn>
                <a:cxn ang="0">
                  <a:pos x="630" y="458"/>
                </a:cxn>
                <a:cxn ang="0">
                  <a:pos x="529" y="500"/>
                </a:cxn>
                <a:cxn ang="0">
                  <a:pos x="487" y="542"/>
                </a:cxn>
                <a:cxn ang="0">
                  <a:pos x="457" y="590"/>
                </a:cxn>
                <a:cxn ang="0">
                  <a:pos x="402" y="638"/>
                </a:cxn>
                <a:cxn ang="0">
                  <a:pos x="330" y="758"/>
                </a:cxn>
                <a:cxn ang="0">
                  <a:pos x="312" y="788"/>
                </a:cxn>
                <a:cxn ang="0">
                  <a:pos x="252" y="824"/>
                </a:cxn>
                <a:cxn ang="0">
                  <a:pos x="84" y="926"/>
                </a:cxn>
                <a:cxn ang="0">
                  <a:pos x="0" y="992"/>
                </a:cxn>
                <a:cxn ang="0">
                  <a:pos x="12" y="1040"/>
                </a:cxn>
                <a:cxn ang="0">
                  <a:pos x="132" y="1034"/>
                </a:cxn>
                <a:cxn ang="0">
                  <a:pos x="336" y="980"/>
                </a:cxn>
                <a:cxn ang="0">
                  <a:pos x="529" y="896"/>
                </a:cxn>
                <a:cxn ang="0">
                  <a:pos x="576" y="872"/>
                </a:cxn>
                <a:cxn ang="0">
                  <a:pos x="714" y="848"/>
                </a:cxn>
                <a:cxn ang="0">
                  <a:pos x="966" y="794"/>
                </a:cxn>
                <a:cxn ang="0">
                  <a:pos x="1212" y="782"/>
                </a:cxn>
                <a:cxn ang="0">
                  <a:pos x="1416" y="872"/>
                </a:cxn>
                <a:cxn ang="0">
                  <a:pos x="1464" y="932"/>
                </a:cxn>
                <a:cxn ang="0">
                  <a:pos x="1440" y="992"/>
                </a:cxn>
                <a:cxn ang="0">
                  <a:pos x="1302" y="1040"/>
                </a:cxn>
                <a:cxn ang="0">
                  <a:pos x="1158" y="1100"/>
                </a:cxn>
                <a:cxn ang="0">
                  <a:pos x="1093" y="1148"/>
                </a:cxn>
                <a:cxn ang="0">
                  <a:pos x="1075" y="1208"/>
                </a:cxn>
                <a:cxn ang="0">
                  <a:pos x="1093" y="1232"/>
                </a:cxn>
                <a:cxn ang="0">
                  <a:pos x="1152" y="1226"/>
                </a:cxn>
                <a:cxn ang="0">
                  <a:pos x="1332" y="1208"/>
                </a:cxn>
                <a:cxn ang="0">
                  <a:pos x="1434" y="1184"/>
                </a:cxn>
                <a:cxn ang="0">
                  <a:pos x="1464" y="1172"/>
                </a:cxn>
                <a:cxn ang="0">
                  <a:pos x="1578" y="1130"/>
                </a:cxn>
                <a:cxn ang="0">
                  <a:pos x="1758" y="1064"/>
                </a:cxn>
                <a:cxn ang="0">
                  <a:pos x="1872" y="962"/>
                </a:cxn>
                <a:cxn ang="0">
                  <a:pos x="1986" y="800"/>
                </a:cxn>
                <a:cxn ang="0">
                  <a:pos x="2166" y="650"/>
                </a:cxn>
                <a:cxn ang="0">
                  <a:pos x="2257" y="590"/>
                </a:cxn>
                <a:cxn ang="0">
                  <a:pos x="2400" y="57"/>
                </a:cxn>
              </a:cxnLst>
              <a:pathLst>
                <a:path w="2401" h="1232">
                  <a:moveTo>
                    <a:pt x="2310" y="3"/>
                  </a:moveTo>
                  <a:lnTo>
                    <a:pt x="2280" y="3"/>
                  </a:lnTo>
                  <a:lnTo>
                    <a:pt x="2208" y="15"/>
                  </a:lnTo>
                  <a:lnTo>
                    <a:pt x="2136" y="27"/>
                  </a:lnTo>
                  <a:lnTo>
                    <a:pt x="2112" y="39"/>
                  </a:lnTo>
                  <a:lnTo>
                    <a:pt x="2088" y="57"/>
                  </a:lnTo>
                  <a:lnTo>
                    <a:pt x="2082" y="63"/>
                  </a:lnTo>
                  <a:lnTo>
                    <a:pt x="2076" y="69"/>
                  </a:lnTo>
                  <a:lnTo>
                    <a:pt x="1951" y="99"/>
                  </a:lnTo>
                  <a:lnTo>
                    <a:pt x="1896" y="111"/>
                  </a:lnTo>
                  <a:lnTo>
                    <a:pt x="1836" y="117"/>
                  </a:lnTo>
                  <a:lnTo>
                    <a:pt x="1704" y="135"/>
                  </a:lnTo>
                  <a:lnTo>
                    <a:pt x="1572" y="153"/>
                  </a:lnTo>
                  <a:lnTo>
                    <a:pt x="1434" y="165"/>
                  </a:lnTo>
                  <a:lnTo>
                    <a:pt x="1314" y="177"/>
                  </a:lnTo>
                  <a:lnTo>
                    <a:pt x="1260" y="183"/>
                  </a:lnTo>
                  <a:lnTo>
                    <a:pt x="1212" y="189"/>
                  </a:lnTo>
                  <a:lnTo>
                    <a:pt x="1176" y="189"/>
                  </a:lnTo>
                  <a:lnTo>
                    <a:pt x="1146" y="195"/>
                  </a:lnTo>
                  <a:lnTo>
                    <a:pt x="1128" y="195"/>
                  </a:lnTo>
                  <a:lnTo>
                    <a:pt x="1122" y="195"/>
                  </a:lnTo>
                  <a:lnTo>
                    <a:pt x="1116" y="201"/>
                  </a:lnTo>
                  <a:lnTo>
                    <a:pt x="1105" y="207"/>
                  </a:lnTo>
                  <a:lnTo>
                    <a:pt x="1075" y="231"/>
                  </a:lnTo>
                  <a:lnTo>
                    <a:pt x="1026" y="261"/>
                  </a:lnTo>
                  <a:lnTo>
                    <a:pt x="972" y="291"/>
                  </a:lnTo>
                  <a:lnTo>
                    <a:pt x="924" y="321"/>
                  </a:lnTo>
                  <a:lnTo>
                    <a:pt x="876" y="345"/>
                  </a:lnTo>
                  <a:lnTo>
                    <a:pt x="846" y="363"/>
                  </a:lnTo>
                  <a:lnTo>
                    <a:pt x="840" y="369"/>
                  </a:lnTo>
                  <a:lnTo>
                    <a:pt x="834" y="369"/>
                  </a:lnTo>
                  <a:lnTo>
                    <a:pt x="732" y="417"/>
                  </a:lnTo>
                  <a:lnTo>
                    <a:pt x="630" y="458"/>
                  </a:lnTo>
                  <a:lnTo>
                    <a:pt x="588" y="476"/>
                  </a:lnTo>
                  <a:lnTo>
                    <a:pt x="552" y="488"/>
                  </a:lnTo>
                  <a:lnTo>
                    <a:pt x="529" y="500"/>
                  </a:lnTo>
                  <a:lnTo>
                    <a:pt x="517" y="506"/>
                  </a:lnTo>
                  <a:lnTo>
                    <a:pt x="499" y="524"/>
                  </a:lnTo>
                  <a:lnTo>
                    <a:pt x="487" y="542"/>
                  </a:lnTo>
                  <a:lnTo>
                    <a:pt x="481" y="560"/>
                  </a:lnTo>
                  <a:lnTo>
                    <a:pt x="481" y="578"/>
                  </a:lnTo>
                  <a:lnTo>
                    <a:pt x="457" y="590"/>
                  </a:lnTo>
                  <a:lnTo>
                    <a:pt x="438" y="596"/>
                  </a:lnTo>
                  <a:lnTo>
                    <a:pt x="420" y="614"/>
                  </a:lnTo>
                  <a:lnTo>
                    <a:pt x="402" y="638"/>
                  </a:lnTo>
                  <a:lnTo>
                    <a:pt x="366" y="698"/>
                  </a:lnTo>
                  <a:lnTo>
                    <a:pt x="348" y="728"/>
                  </a:lnTo>
                  <a:lnTo>
                    <a:pt x="330" y="758"/>
                  </a:lnTo>
                  <a:lnTo>
                    <a:pt x="324" y="776"/>
                  </a:lnTo>
                  <a:lnTo>
                    <a:pt x="318" y="782"/>
                  </a:lnTo>
                  <a:lnTo>
                    <a:pt x="312" y="788"/>
                  </a:lnTo>
                  <a:lnTo>
                    <a:pt x="300" y="794"/>
                  </a:lnTo>
                  <a:lnTo>
                    <a:pt x="282" y="806"/>
                  </a:lnTo>
                  <a:lnTo>
                    <a:pt x="252" y="824"/>
                  </a:lnTo>
                  <a:lnTo>
                    <a:pt x="199" y="854"/>
                  </a:lnTo>
                  <a:lnTo>
                    <a:pt x="151" y="884"/>
                  </a:lnTo>
                  <a:lnTo>
                    <a:pt x="84" y="926"/>
                  </a:lnTo>
                  <a:lnTo>
                    <a:pt x="30" y="962"/>
                  </a:lnTo>
                  <a:lnTo>
                    <a:pt x="12" y="974"/>
                  </a:lnTo>
                  <a:lnTo>
                    <a:pt x="0" y="992"/>
                  </a:lnTo>
                  <a:lnTo>
                    <a:pt x="0" y="1004"/>
                  </a:lnTo>
                  <a:lnTo>
                    <a:pt x="0" y="1022"/>
                  </a:lnTo>
                  <a:lnTo>
                    <a:pt x="12" y="1040"/>
                  </a:lnTo>
                  <a:lnTo>
                    <a:pt x="42" y="1046"/>
                  </a:lnTo>
                  <a:lnTo>
                    <a:pt x="84" y="1046"/>
                  </a:lnTo>
                  <a:lnTo>
                    <a:pt x="132" y="1034"/>
                  </a:lnTo>
                  <a:lnTo>
                    <a:pt x="193" y="1022"/>
                  </a:lnTo>
                  <a:lnTo>
                    <a:pt x="264" y="1004"/>
                  </a:lnTo>
                  <a:lnTo>
                    <a:pt x="336" y="980"/>
                  </a:lnTo>
                  <a:lnTo>
                    <a:pt x="408" y="950"/>
                  </a:lnTo>
                  <a:lnTo>
                    <a:pt x="475" y="920"/>
                  </a:lnTo>
                  <a:lnTo>
                    <a:pt x="529" y="896"/>
                  </a:lnTo>
                  <a:lnTo>
                    <a:pt x="564" y="878"/>
                  </a:lnTo>
                  <a:lnTo>
                    <a:pt x="570" y="872"/>
                  </a:lnTo>
                  <a:lnTo>
                    <a:pt x="576" y="872"/>
                  </a:lnTo>
                  <a:lnTo>
                    <a:pt x="606" y="872"/>
                  </a:lnTo>
                  <a:lnTo>
                    <a:pt x="648" y="866"/>
                  </a:lnTo>
                  <a:lnTo>
                    <a:pt x="714" y="848"/>
                  </a:lnTo>
                  <a:lnTo>
                    <a:pt x="793" y="830"/>
                  </a:lnTo>
                  <a:lnTo>
                    <a:pt x="876" y="812"/>
                  </a:lnTo>
                  <a:lnTo>
                    <a:pt x="966" y="794"/>
                  </a:lnTo>
                  <a:lnTo>
                    <a:pt x="1063" y="782"/>
                  </a:lnTo>
                  <a:lnTo>
                    <a:pt x="1152" y="776"/>
                  </a:lnTo>
                  <a:lnTo>
                    <a:pt x="1212" y="782"/>
                  </a:lnTo>
                  <a:lnTo>
                    <a:pt x="1284" y="806"/>
                  </a:lnTo>
                  <a:lnTo>
                    <a:pt x="1357" y="836"/>
                  </a:lnTo>
                  <a:lnTo>
                    <a:pt x="1416" y="872"/>
                  </a:lnTo>
                  <a:lnTo>
                    <a:pt x="1434" y="890"/>
                  </a:lnTo>
                  <a:lnTo>
                    <a:pt x="1452" y="908"/>
                  </a:lnTo>
                  <a:lnTo>
                    <a:pt x="1464" y="932"/>
                  </a:lnTo>
                  <a:lnTo>
                    <a:pt x="1464" y="950"/>
                  </a:lnTo>
                  <a:lnTo>
                    <a:pt x="1458" y="968"/>
                  </a:lnTo>
                  <a:lnTo>
                    <a:pt x="1440" y="992"/>
                  </a:lnTo>
                  <a:lnTo>
                    <a:pt x="1410" y="1004"/>
                  </a:lnTo>
                  <a:lnTo>
                    <a:pt x="1369" y="1022"/>
                  </a:lnTo>
                  <a:lnTo>
                    <a:pt x="1302" y="1040"/>
                  </a:lnTo>
                  <a:lnTo>
                    <a:pt x="1248" y="1064"/>
                  </a:lnTo>
                  <a:lnTo>
                    <a:pt x="1200" y="1082"/>
                  </a:lnTo>
                  <a:lnTo>
                    <a:pt x="1158" y="1100"/>
                  </a:lnTo>
                  <a:lnTo>
                    <a:pt x="1128" y="1118"/>
                  </a:lnTo>
                  <a:lnTo>
                    <a:pt x="1110" y="1130"/>
                  </a:lnTo>
                  <a:lnTo>
                    <a:pt x="1093" y="1148"/>
                  </a:lnTo>
                  <a:lnTo>
                    <a:pt x="1081" y="1160"/>
                  </a:lnTo>
                  <a:lnTo>
                    <a:pt x="1069" y="1190"/>
                  </a:lnTo>
                  <a:lnTo>
                    <a:pt x="1075" y="1208"/>
                  </a:lnTo>
                  <a:lnTo>
                    <a:pt x="1081" y="1220"/>
                  </a:lnTo>
                  <a:lnTo>
                    <a:pt x="1087" y="1226"/>
                  </a:lnTo>
                  <a:lnTo>
                    <a:pt x="1093" y="1232"/>
                  </a:lnTo>
                  <a:lnTo>
                    <a:pt x="1110" y="1232"/>
                  </a:lnTo>
                  <a:lnTo>
                    <a:pt x="1128" y="1226"/>
                  </a:lnTo>
                  <a:lnTo>
                    <a:pt x="1152" y="1226"/>
                  </a:lnTo>
                  <a:lnTo>
                    <a:pt x="1212" y="1220"/>
                  </a:lnTo>
                  <a:lnTo>
                    <a:pt x="1272" y="1214"/>
                  </a:lnTo>
                  <a:lnTo>
                    <a:pt x="1332" y="1208"/>
                  </a:lnTo>
                  <a:lnTo>
                    <a:pt x="1393" y="1196"/>
                  </a:lnTo>
                  <a:lnTo>
                    <a:pt x="1416" y="1190"/>
                  </a:lnTo>
                  <a:lnTo>
                    <a:pt x="1434" y="1184"/>
                  </a:lnTo>
                  <a:lnTo>
                    <a:pt x="1446" y="1178"/>
                  </a:lnTo>
                  <a:lnTo>
                    <a:pt x="1452" y="1178"/>
                  </a:lnTo>
                  <a:lnTo>
                    <a:pt x="1464" y="1172"/>
                  </a:lnTo>
                  <a:lnTo>
                    <a:pt x="1488" y="1166"/>
                  </a:lnTo>
                  <a:lnTo>
                    <a:pt x="1530" y="1148"/>
                  </a:lnTo>
                  <a:lnTo>
                    <a:pt x="1578" y="1130"/>
                  </a:lnTo>
                  <a:lnTo>
                    <a:pt x="1681" y="1094"/>
                  </a:lnTo>
                  <a:lnTo>
                    <a:pt x="1722" y="1076"/>
                  </a:lnTo>
                  <a:lnTo>
                    <a:pt x="1758" y="1064"/>
                  </a:lnTo>
                  <a:lnTo>
                    <a:pt x="1812" y="1040"/>
                  </a:lnTo>
                  <a:lnTo>
                    <a:pt x="1848" y="1004"/>
                  </a:lnTo>
                  <a:lnTo>
                    <a:pt x="1872" y="962"/>
                  </a:lnTo>
                  <a:lnTo>
                    <a:pt x="1890" y="932"/>
                  </a:lnTo>
                  <a:lnTo>
                    <a:pt x="1932" y="866"/>
                  </a:lnTo>
                  <a:lnTo>
                    <a:pt x="1986" y="800"/>
                  </a:lnTo>
                  <a:lnTo>
                    <a:pt x="2046" y="740"/>
                  </a:lnTo>
                  <a:lnTo>
                    <a:pt x="2112" y="692"/>
                  </a:lnTo>
                  <a:lnTo>
                    <a:pt x="2166" y="650"/>
                  </a:lnTo>
                  <a:lnTo>
                    <a:pt x="2214" y="620"/>
                  </a:lnTo>
                  <a:lnTo>
                    <a:pt x="2244" y="596"/>
                  </a:lnTo>
                  <a:lnTo>
                    <a:pt x="2257" y="590"/>
                  </a:lnTo>
                  <a:lnTo>
                    <a:pt x="2400" y="518"/>
                  </a:lnTo>
                  <a:lnTo>
                    <a:pt x="2400" y="57"/>
                  </a:lnTo>
                  <a:lnTo>
                    <a:pt x="2401" y="0"/>
                  </a:lnTo>
                  <a:lnTo>
                    <a:pt x="2310" y="3"/>
                  </a:lnTo>
                  <a:close/>
                </a:path>
              </a:pathLst>
            </a:custGeom>
            <a:solidFill>
              <a:schemeClr val="bg2">
                <a:alpha val="100000"/>
              </a:schemeClr>
            </a:solidFill>
            <a:ln w="9525">
              <a:noFill/>
            </a:ln>
          </p:spPr>
          <p:txBody>
            <a:bodyPr/>
            <a:p>
              <a:endParaRPr lang="zh-CN" altLang="en-US"/>
            </a:p>
          </p:txBody>
        </p:sp>
        <p:sp>
          <p:nvSpPr>
            <p:cNvPr id="118790" name="Freeform 6"/>
            <p:cNvSpPr/>
            <p:nvPr/>
          </p:nvSpPr>
          <p:spPr bwMode="hidden">
            <a:xfrm>
              <a:off x="3792" y="1536"/>
              <a:ext cx="1968" cy="763"/>
            </a:xfrm>
            <a:custGeom>
              <a:avLst/>
              <a:gdLst/>
              <a:ahLst/>
              <a:cxnLst>
                <a:cxn ang="0">
                  <a:pos x="965" y="165"/>
                </a:cxn>
                <a:cxn ang="0">
                  <a:pos x="696" y="200"/>
                </a:cxn>
                <a:cxn ang="0">
                  <a:pos x="693" y="237"/>
                </a:cxn>
                <a:cxn ang="0">
                  <a:pos x="924" y="258"/>
                </a:cxn>
                <a:cxn ang="0">
                  <a:pos x="993" y="267"/>
                </a:cxn>
                <a:cxn ang="0">
                  <a:pos x="681" y="291"/>
                </a:cxn>
                <a:cxn ang="0">
                  <a:pos x="633" y="309"/>
                </a:cxn>
                <a:cxn ang="0">
                  <a:pos x="645" y="336"/>
                </a:cxn>
                <a:cxn ang="0">
                  <a:pos x="672" y="351"/>
                </a:cxn>
                <a:cxn ang="0">
                  <a:pos x="984" y="333"/>
                </a:cxn>
                <a:cxn ang="0">
                  <a:pos x="1080" y="357"/>
                </a:cxn>
                <a:cxn ang="0">
                  <a:pos x="624" y="492"/>
                </a:cxn>
                <a:cxn ang="0">
                  <a:pos x="616" y="536"/>
                </a:cxn>
                <a:cxn ang="0">
                  <a:pos x="8" y="724"/>
                </a:cxn>
                <a:cxn ang="0">
                  <a:pos x="0" y="756"/>
                </a:cxn>
                <a:cxn ang="0">
                  <a:pos x="27" y="762"/>
                </a:cxn>
                <a:cxn ang="0">
                  <a:pos x="664" y="564"/>
                </a:cxn>
                <a:cxn ang="0">
                  <a:pos x="856" y="600"/>
                </a:cxn>
                <a:cxn ang="0">
                  <a:pos x="1158" y="507"/>
                </a:cxn>
                <a:cxn ang="0">
                  <a:pos x="1434" y="465"/>
                </a:cxn>
                <a:cxn ang="0">
                  <a:pos x="1572" y="368"/>
                </a:cxn>
                <a:cxn ang="0">
                  <a:pos x="1712" y="340"/>
                </a:cxn>
                <a:cxn ang="0">
                  <a:pos x="1856" y="328"/>
                </a:cxn>
                <a:cxn ang="0">
                  <a:pos x="1968" y="330"/>
                </a:cxn>
                <a:cxn ang="0">
                  <a:pos x="1968" y="0"/>
                </a:cxn>
                <a:cxn ang="0">
                  <a:pos x="1934" y="3"/>
                </a:cxn>
                <a:cxn ang="0">
                  <a:pos x="1832" y="5"/>
                </a:cxn>
                <a:cxn ang="0">
                  <a:pos x="1682" y="35"/>
                </a:cxn>
                <a:cxn ang="0">
                  <a:pos x="1643" y="72"/>
                </a:cxn>
                <a:cxn ang="0">
                  <a:pos x="1392" y="119"/>
                </a:cxn>
              </a:cxnLst>
              <a:rect l="0" t="0" r="r" b="b"/>
              <a:pathLst>
                <a:path w="1968" h="762">
                  <a:moveTo>
                    <a:pt x="965" y="165"/>
                  </a:moveTo>
                  <a:lnTo>
                    <a:pt x="696" y="200"/>
                  </a:lnTo>
                  <a:lnTo>
                    <a:pt x="693" y="237"/>
                  </a:lnTo>
                  <a:lnTo>
                    <a:pt x="924" y="258"/>
                  </a:lnTo>
                  <a:lnTo>
                    <a:pt x="993" y="267"/>
                  </a:lnTo>
                  <a:lnTo>
                    <a:pt x="681" y="291"/>
                  </a:lnTo>
                  <a:lnTo>
                    <a:pt x="633" y="309"/>
                  </a:lnTo>
                  <a:lnTo>
                    <a:pt x="645" y="336"/>
                  </a:lnTo>
                  <a:lnTo>
                    <a:pt x="672" y="351"/>
                  </a:lnTo>
                  <a:lnTo>
                    <a:pt x="984" y="333"/>
                  </a:lnTo>
                  <a:lnTo>
                    <a:pt x="1080" y="357"/>
                  </a:lnTo>
                  <a:lnTo>
                    <a:pt x="624" y="492"/>
                  </a:lnTo>
                  <a:lnTo>
                    <a:pt x="616" y="536"/>
                  </a:lnTo>
                  <a:lnTo>
                    <a:pt x="8" y="724"/>
                  </a:lnTo>
                  <a:lnTo>
                    <a:pt x="0" y="756"/>
                  </a:lnTo>
                  <a:lnTo>
                    <a:pt x="27" y="762"/>
                  </a:lnTo>
                  <a:lnTo>
                    <a:pt x="664" y="564"/>
                  </a:lnTo>
                  <a:lnTo>
                    <a:pt x="856" y="600"/>
                  </a:lnTo>
                  <a:lnTo>
                    <a:pt x="1158" y="507"/>
                  </a:lnTo>
                  <a:lnTo>
                    <a:pt x="1434" y="465"/>
                  </a:lnTo>
                  <a:lnTo>
                    <a:pt x="1572" y="368"/>
                  </a:lnTo>
                  <a:lnTo>
                    <a:pt x="1712" y="340"/>
                  </a:lnTo>
                  <a:lnTo>
                    <a:pt x="1856" y="328"/>
                  </a:lnTo>
                  <a:lnTo>
                    <a:pt x="1968" y="330"/>
                  </a:lnTo>
                  <a:lnTo>
                    <a:pt x="1968" y="0"/>
                  </a:lnTo>
                  <a:lnTo>
                    <a:pt x="1934" y="3"/>
                  </a:lnTo>
                  <a:lnTo>
                    <a:pt x="1832" y="5"/>
                  </a:lnTo>
                  <a:lnTo>
                    <a:pt x="1682" y="35"/>
                  </a:lnTo>
                  <a:lnTo>
                    <a:pt x="1643" y="72"/>
                  </a:lnTo>
                  <a:lnTo>
                    <a:pt x="1392" y="119"/>
                  </a:lnTo>
                </a:path>
              </a:pathLst>
            </a:custGeom>
            <a:gradFill rotWithShape="0">
              <a:gsLst>
                <a:gs pos="0">
                  <a:schemeClr val="bg2">
                    <a:gamma/>
                    <a:tint val="81961"/>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0" name="Freeform 7"/>
            <p:cNvSpPr/>
            <p:nvPr userDrawn="1"/>
          </p:nvSpPr>
          <p:spPr>
            <a:xfrm>
              <a:off x="3599" y="2477"/>
              <a:ext cx="186" cy="120"/>
            </a:xfrm>
            <a:custGeom>
              <a:avLst/>
              <a:gdLst/>
              <a:ahLst/>
              <a:cxnLst>
                <a:cxn ang="0">
                  <a:pos x="186" y="0"/>
                </a:cxn>
                <a:cxn ang="0">
                  <a:pos x="186" y="6"/>
                </a:cxn>
                <a:cxn ang="0">
                  <a:pos x="186" y="18"/>
                </a:cxn>
                <a:cxn ang="0">
                  <a:pos x="186" y="36"/>
                </a:cxn>
                <a:cxn ang="0">
                  <a:pos x="180" y="54"/>
                </a:cxn>
                <a:cxn ang="0">
                  <a:pos x="162" y="72"/>
                </a:cxn>
                <a:cxn ang="0">
                  <a:pos x="138" y="96"/>
                </a:cxn>
                <a:cxn ang="0">
                  <a:pos x="102" y="108"/>
                </a:cxn>
                <a:cxn ang="0">
                  <a:pos x="47" y="120"/>
                </a:cxn>
                <a:cxn ang="0">
                  <a:pos x="29" y="120"/>
                </a:cxn>
                <a:cxn ang="0">
                  <a:pos x="17" y="114"/>
                </a:cxn>
                <a:cxn ang="0">
                  <a:pos x="0" y="96"/>
                </a:cxn>
                <a:cxn ang="0">
                  <a:pos x="0" y="78"/>
                </a:cxn>
                <a:cxn ang="0">
                  <a:pos x="0" y="72"/>
                </a:cxn>
                <a:cxn ang="0">
                  <a:pos x="186" y="0"/>
                </a:cxn>
                <a:cxn ang="0">
                  <a:pos x="186" y="0"/>
                </a:cxn>
              </a:cxnLst>
              <a:pathLst>
                <a:path w="185" h="120">
                  <a:moveTo>
                    <a:pt x="185" y="0"/>
                  </a:moveTo>
                  <a:lnTo>
                    <a:pt x="185" y="6"/>
                  </a:lnTo>
                  <a:lnTo>
                    <a:pt x="185" y="18"/>
                  </a:lnTo>
                  <a:lnTo>
                    <a:pt x="185" y="36"/>
                  </a:lnTo>
                  <a:lnTo>
                    <a:pt x="179" y="54"/>
                  </a:lnTo>
                  <a:lnTo>
                    <a:pt x="161" y="72"/>
                  </a:lnTo>
                  <a:lnTo>
                    <a:pt x="137" y="96"/>
                  </a:lnTo>
                  <a:lnTo>
                    <a:pt x="101" y="108"/>
                  </a:lnTo>
                  <a:lnTo>
                    <a:pt x="47" y="120"/>
                  </a:lnTo>
                  <a:lnTo>
                    <a:pt x="29" y="120"/>
                  </a:lnTo>
                  <a:lnTo>
                    <a:pt x="17" y="114"/>
                  </a:lnTo>
                  <a:lnTo>
                    <a:pt x="0" y="96"/>
                  </a:lnTo>
                  <a:lnTo>
                    <a:pt x="0" y="78"/>
                  </a:lnTo>
                  <a:lnTo>
                    <a:pt x="0" y="72"/>
                  </a:lnTo>
                  <a:lnTo>
                    <a:pt x="185" y="0"/>
                  </a:lnTo>
                  <a:close/>
                </a:path>
              </a:pathLst>
            </a:custGeom>
            <a:solidFill>
              <a:schemeClr val="bg1">
                <a:alpha val="100000"/>
              </a:schemeClr>
            </a:solidFill>
            <a:ln w="9525">
              <a:noFill/>
            </a:ln>
          </p:spPr>
          <p:txBody>
            <a:bodyPr/>
            <a:p>
              <a:endParaRPr lang="zh-CN" altLang="en-US"/>
            </a:p>
          </p:txBody>
        </p:sp>
        <p:sp>
          <p:nvSpPr>
            <p:cNvPr id="2061" name="Freeform 8"/>
            <p:cNvSpPr/>
            <p:nvPr userDrawn="1"/>
          </p:nvSpPr>
          <p:spPr>
            <a:xfrm>
              <a:off x="3779" y="2393"/>
              <a:ext cx="185" cy="120"/>
            </a:xfrm>
            <a:custGeom>
              <a:avLst/>
              <a:gdLst/>
              <a:ahLst/>
              <a:cxnLst>
                <a:cxn ang="0">
                  <a:pos x="185" y="0"/>
                </a:cxn>
                <a:cxn ang="0">
                  <a:pos x="185" y="6"/>
                </a:cxn>
                <a:cxn ang="0">
                  <a:pos x="179" y="24"/>
                </a:cxn>
                <a:cxn ang="0">
                  <a:pos x="167" y="42"/>
                </a:cxn>
                <a:cxn ang="0">
                  <a:pos x="149" y="66"/>
                </a:cxn>
                <a:cxn ang="0">
                  <a:pos x="131" y="90"/>
                </a:cxn>
                <a:cxn ang="0">
                  <a:pos x="102" y="108"/>
                </a:cxn>
                <a:cxn ang="0">
                  <a:pos x="66" y="120"/>
                </a:cxn>
                <a:cxn ang="0">
                  <a:pos x="18" y="120"/>
                </a:cxn>
                <a:cxn ang="0">
                  <a:pos x="0" y="60"/>
                </a:cxn>
                <a:cxn ang="0">
                  <a:pos x="185" y="0"/>
                </a:cxn>
                <a:cxn ang="0">
                  <a:pos x="185" y="0"/>
                </a:cxn>
              </a:cxnLst>
              <a:pathLst>
                <a:path w="185" h="120">
                  <a:moveTo>
                    <a:pt x="185" y="0"/>
                  </a:moveTo>
                  <a:lnTo>
                    <a:pt x="185" y="6"/>
                  </a:lnTo>
                  <a:lnTo>
                    <a:pt x="179" y="24"/>
                  </a:lnTo>
                  <a:lnTo>
                    <a:pt x="167" y="42"/>
                  </a:lnTo>
                  <a:lnTo>
                    <a:pt x="149" y="66"/>
                  </a:lnTo>
                  <a:lnTo>
                    <a:pt x="131" y="90"/>
                  </a:lnTo>
                  <a:lnTo>
                    <a:pt x="102" y="108"/>
                  </a:lnTo>
                  <a:lnTo>
                    <a:pt x="66" y="120"/>
                  </a:lnTo>
                  <a:lnTo>
                    <a:pt x="18" y="120"/>
                  </a:lnTo>
                  <a:lnTo>
                    <a:pt x="0" y="60"/>
                  </a:lnTo>
                  <a:lnTo>
                    <a:pt x="185" y="0"/>
                  </a:lnTo>
                  <a:close/>
                </a:path>
              </a:pathLst>
            </a:custGeom>
            <a:solidFill>
              <a:schemeClr val="bg1">
                <a:alpha val="100000"/>
              </a:schemeClr>
            </a:solidFill>
            <a:ln w="9525">
              <a:noFill/>
            </a:ln>
          </p:spPr>
          <p:txBody>
            <a:bodyPr/>
            <a:p>
              <a:endParaRPr lang="zh-CN" altLang="en-US"/>
            </a:p>
          </p:txBody>
        </p:sp>
        <p:sp>
          <p:nvSpPr>
            <p:cNvPr id="2062" name="Freeform 9"/>
            <p:cNvSpPr/>
            <p:nvPr userDrawn="1"/>
          </p:nvSpPr>
          <p:spPr>
            <a:xfrm>
              <a:off x="3839" y="1836"/>
              <a:ext cx="528" cy="275"/>
            </a:xfrm>
            <a:custGeom>
              <a:avLst/>
              <a:gdLst/>
              <a:ahLst/>
              <a:cxnLst>
                <a:cxn ang="0">
                  <a:pos x="0" y="275"/>
                </a:cxn>
                <a:cxn ang="0">
                  <a:pos x="0" y="269"/>
                </a:cxn>
                <a:cxn ang="0">
                  <a:pos x="6" y="251"/>
                </a:cxn>
                <a:cxn ang="0">
                  <a:pos x="6" y="239"/>
                </a:cxn>
                <a:cxn ang="0">
                  <a:pos x="12" y="227"/>
                </a:cxn>
                <a:cxn ang="0">
                  <a:pos x="18" y="221"/>
                </a:cxn>
                <a:cxn ang="0">
                  <a:pos x="36" y="215"/>
                </a:cxn>
                <a:cxn ang="0">
                  <a:pos x="77" y="203"/>
                </a:cxn>
                <a:cxn ang="0">
                  <a:pos x="138" y="179"/>
                </a:cxn>
                <a:cxn ang="0">
                  <a:pos x="210" y="143"/>
                </a:cxn>
                <a:cxn ang="0">
                  <a:pos x="252" y="120"/>
                </a:cxn>
                <a:cxn ang="0">
                  <a:pos x="300" y="96"/>
                </a:cxn>
                <a:cxn ang="0">
                  <a:pos x="395" y="48"/>
                </a:cxn>
                <a:cxn ang="0">
                  <a:pos x="444" y="30"/>
                </a:cxn>
                <a:cxn ang="0">
                  <a:pos x="480" y="12"/>
                </a:cxn>
                <a:cxn ang="0">
                  <a:pos x="504" y="6"/>
                </a:cxn>
                <a:cxn ang="0">
                  <a:pos x="522" y="0"/>
                </a:cxn>
                <a:cxn ang="0">
                  <a:pos x="528" y="0"/>
                </a:cxn>
                <a:cxn ang="0">
                  <a:pos x="522" y="6"/>
                </a:cxn>
                <a:cxn ang="0">
                  <a:pos x="510" y="12"/>
                </a:cxn>
                <a:cxn ang="0">
                  <a:pos x="486" y="24"/>
                </a:cxn>
                <a:cxn ang="0">
                  <a:pos x="462" y="42"/>
                </a:cxn>
                <a:cxn ang="0">
                  <a:pos x="438" y="54"/>
                </a:cxn>
                <a:cxn ang="0">
                  <a:pos x="395" y="78"/>
                </a:cxn>
                <a:cxn ang="0">
                  <a:pos x="341" y="108"/>
                </a:cxn>
                <a:cxn ang="0">
                  <a:pos x="276" y="143"/>
                </a:cxn>
                <a:cxn ang="0">
                  <a:pos x="131" y="221"/>
                </a:cxn>
                <a:cxn ang="0">
                  <a:pos x="65" y="251"/>
                </a:cxn>
                <a:cxn ang="0">
                  <a:pos x="0" y="275"/>
                </a:cxn>
                <a:cxn ang="0">
                  <a:pos x="0" y="275"/>
                </a:cxn>
              </a:cxnLst>
              <a:pathLst>
                <a:path w="526" h="275">
                  <a:moveTo>
                    <a:pt x="0" y="275"/>
                  </a:moveTo>
                  <a:lnTo>
                    <a:pt x="0" y="269"/>
                  </a:lnTo>
                  <a:lnTo>
                    <a:pt x="6" y="251"/>
                  </a:lnTo>
                  <a:lnTo>
                    <a:pt x="6" y="239"/>
                  </a:lnTo>
                  <a:lnTo>
                    <a:pt x="12" y="227"/>
                  </a:lnTo>
                  <a:lnTo>
                    <a:pt x="18" y="221"/>
                  </a:lnTo>
                  <a:lnTo>
                    <a:pt x="36" y="215"/>
                  </a:lnTo>
                  <a:lnTo>
                    <a:pt x="77" y="203"/>
                  </a:lnTo>
                  <a:lnTo>
                    <a:pt x="137" y="179"/>
                  </a:lnTo>
                  <a:lnTo>
                    <a:pt x="209" y="143"/>
                  </a:lnTo>
                  <a:lnTo>
                    <a:pt x="251" y="120"/>
                  </a:lnTo>
                  <a:lnTo>
                    <a:pt x="299" y="96"/>
                  </a:lnTo>
                  <a:lnTo>
                    <a:pt x="394" y="48"/>
                  </a:lnTo>
                  <a:lnTo>
                    <a:pt x="442" y="30"/>
                  </a:lnTo>
                  <a:lnTo>
                    <a:pt x="478" y="12"/>
                  </a:lnTo>
                  <a:lnTo>
                    <a:pt x="502" y="6"/>
                  </a:lnTo>
                  <a:lnTo>
                    <a:pt x="520" y="0"/>
                  </a:lnTo>
                  <a:lnTo>
                    <a:pt x="526" y="0"/>
                  </a:lnTo>
                  <a:lnTo>
                    <a:pt x="520" y="6"/>
                  </a:lnTo>
                  <a:lnTo>
                    <a:pt x="508" y="12"/>
                  </a:lnTo>
                  <a:lnTo>
                    <a:pt x="484" y="24"/>
                  </a:lnTo>
                  <a:lnTo>
                    <a:pt x="460" y="42"/>
                  </a:lnTo>
                  <a:lnTo>
                    <a:pt x="436" y="54"/>
                  </a:lnTo>
                  <a:lnTo>
                    <a:pt x="394" y="78"/>
                  </a:lnTo>
                  <a:lnTo>
                    <a:pt x="340" y="108"/>
                  </a:lnTo>
                  <a:lnTo>
                    <a:pt x="275" y="143"/>
                  </a:lnTo>
                  <a:lnTo>
                    <a:pt x="131" y="221"/>
                  </a:lnTo>
                  <a:lnTo>
                    <a:pt x="65" y="251"/>
                  </a:lnTo>
                  <a:lnTo>
                    <a:pt x="0" y="275"/>
                  </a:lnTo>
                  <a:close/>
                </a:path>
              </a:pathLst>
            </a:custGeom>
            <a:solidFill>
              <a:schemeClr val="bg1">
                <a:alpha val="100000"/>
              </a:schemeClr>
            </a:solidFill>
            <a:ln w="9525">
              <a:noFill/>
            </a:ln>
          </p:spPr>
          <p:txBody>
            <a:bodyPr/>
            <a:p>
              <a:endParaRPr lang="zh-CN" altLang="en-US"/>
            </a:p>
          </p:txBody>
        </p:sp>
        <p:sp>
          <p:nvSpPr>
            <p:cNvPr id="2063" name="Freeform 10"/>
            <p:cNvSpPr/>
            <p:nvPr userDrawn="1"/>
          </p:nvSpPr>
          <p:spPr>
            <a:xfrm>
              <a:off x="3676" y="2015"/>
              <a:ext cx="721" cy="307"/>
            </a:xfrm>
            <a:custGeom>
              <a:avLst/>
              <a:gdLst/>
              <a:ahLst/>
              <a:cxnLst>
                <a:cxn ang="0">
                  <a:pos x="48" y="217"/>
                </a:cxn>
                <a:cxn ang="0">
                  <a:pos x="30" y="253"/>
                </a:cxn>
                <a:cxn ang="0">
                  <a:pos x="12" y="283"/>
                </a:cxn>
                <a:cxn ang="0">
                  <a:pos x="6" y="301"/>
                </a:cxn>
                <a:cxn ang="0">
                  <a:pos x="0" y="307"/>
                </a:cxn>
                <a:cxn ang="0">
                  <a:pos x="48" y="277"/>
                </a:cxn>
                <a:cxn ang="0">
                  <a:pos x="84" y="253"/>
                </a:cxn>
                <a:cxn ang="0">
                  <a:pos x="108" y="235"/>
                </a:cxn>
                <a:cxn ang="0">
                  <a:pos x="121" y="229"/>
                </a:cxn>
                <a:cxn ang="0">
                  <a:pos x="127" y="229"/>
                </a:cxn>
                <a:cxn ang="0">
                  <a:pos x="145" y="223"/>
                </a:cxn>
                <a:cxn ang="0">
                  <a:pos x="169" y="217"/>
                </a:cxn>
                <a:cxn ang="0">
                  <a:pos x="199" y="205"/>
                </a:cxn>
                <a:cxn ang="0">
                  <a:pos x="276" y="181"/>
                </a:cxn>
                <a:cxn ang="0">
                  <a:pos x="373" y="157"/>
                </a:cxn>
                <a:cxn ang="0">
                  <a:pos x="463" y="126"/>
                </a:cxn>
                <a:cxn ang="0">
                  <a:pos x="546" y="102"/>
                </a:cxn>
                <a:cxn ang="0">
                  <a:pos x="576" y="90"/>
                </a:cxn>
                <a:cxn ang="0">
                  <a:pos x="607" y="84"/>
                </a:cxn>
                <a:cxn ang="0">
                  <a:pos x="625" y="78"/>
                </a:cxn>
                <a:cxn ang="0">
                  <a:pos x="631" y="72"/>
                </a:cxn>
                <a:cxn ang="0">
                  <a:pos x="637" y="66"/>
                </a:cxn>
                <a:cxn ang="0">
                  <a:pos x="655" y="60"/>
                </a:cxn>
                <a:cxn ang="0">
                  <a:pos x="697" y="30"/>
                </a:cxn>
                <a:cxn ang="0">
                  <a:pos x="715" y="18"/>
                </a:cxn>
                <a:cxn ang="0">
                  <a:pos x="721" y="6"/>
                </a:cxn>
                <a:cxn ang="0">
                  <a:pos x="715" y="0"/>
                </a:cxn>
                <a:cxn ang="0">
                  <a:pos x="691" y="0"/>
                </a:cxn>
                <a:cxn ang="0">
                  <a:pos x="631" y="0"/>
                </a:cxn>
                <a:cxn ang="0">
                  <a:pos x="582" y="0"/>
                </a:cxn>
                <a:cxn ang="0">
                  <a:pos x="546" y="0"/>
                </a:cxn>
                <a:cxn ang="0">
                  <a:pos x="516" y="18"/>
                </a:cxn>
                <a:cxn ang="0">
                  <a:pos x="487" y="42"/>
                </a:cxn>
                <a:cxn ang="0">
                  <a:pos x="469" y="54"/>
                </a:cxn>
                <a:cxn ang="0">
                  <a:pos x="451" y="60"/>
                </a:cxn>
                <a:cxn ang="0">
                  <a:pos x="427" y="60"/>
                </a:cxn>
                <a:cxn ang="0">
                  <a:pos x="391" y="66"/>
                </a:cxn>
                <a:cxn ang="0">
                  <a:pos x="348" y="84"/>
                </a:cxn>
                <a:cxn ang="0">
                  <a:pos x="312" y="108"/>
                </a:cxn>
                <a:cxn ang="0">
                  <a:pos x="288" y="126"/>
                </a:cxn>
                <a:cxn ang="0">
                  <a:pos x="276" y="132"/>
                </a:cxn>
                <a:cxn ang="0">
                  <a:pos x="258" y="138"/>
                </a:cxn>
                <a:cxn ang="0">
                  <a:pos x="222" y="138"/>
                </a:cxn>
                <a:cxn ang="0">
                  <a:pos x="187" y="138"/>
                </a:cxn>
                <a:cxn ang="0">
                  <a:pos x="181" y="138"/>
                </a:cxn>
                <a:cxn ang="0">
                  <a:pos x="175" y="138"/>
                </a:cxn>
                <a:cxn ang="0">
                  <a:pos x="114" y="163"/>
                </a:cxn>
                <a:cxn ang="0">
                  <a:pos x="48" y="217"/>
                </a:cxn>
                <a:cxn ang="0">
                  <a:pos x="48" y="217"/>
                </a:cxn>
              </a:cxnLst>
              <a:pathLst>
                <a:path w="718" h="306">
                  <a:moveTo>
                    <a:pt x="48" y="216"/>
                  </a:moveTo>
                  <a:lnTo>
                    <a:pt x="30" y="252"/>
                  </a:lnTo>
                  <a:lnTo>
                    <a:pt x="12" y="282"/>
                  </a:lnTo>
                  <a:lnTo>
                    <a:pt x="6" y="300"/>
                  </a:lnTo>
                  <a:lnTo>
                    <a:pt x="0" y="306"/>
                  </a:lnTo>
                  <a:lnTo>
                    <a:pt x="48" y="276"/>
                  </a:lnTo>
                  <a:lnTo>
                    <a:pt x="84" y="252"/>
                  </a:lnTo>
                  <a:lnTo>
                    <a:pt x="108" y="234"/>
                  </a:lnTo>
                  <a:lnTo>
                    <a:pt x="120" y="228"/>
                  </a:lnTo>
                  <a:lnTo>
                    <a:pt x="126" y="228"/>
                  </a:lnTo>
                  <a:lnTo>
                    <a:pt x="144" y="222"/>
                  </a:lnTo>
                  <a:lnTo>
                    <a:pt x="168" y="216"/>
                  </a:lnTo>
                  <a:lnTo>
                    <a:pt x="198" y="204"/>
                  </a:lnTo>
                  <a:lnTo>
                    <a:pt x="275" y="180"/>
                  </a:lnTo>
                  <a:lnTo>
                    <a:pt x="371" y="156"/>
                  </a:lnTo>
                  <a:lnTo>
                    <a:pt x="461" y="126"/>
                  </a:lnTo>
                  <a:lnTo>
                    <a:pt x="544" y="102"/>
                  </a:lnTo>
                  <a:lnTo>
                    <a:pt x="574" y="90"/>
                  </a:lnTo>
                  <a:lnTo>
                    <a:pt x="604" y="84"/>
                  </a:lnTo>
                  <a:lnTo>
                    <a:pt x="622" y="78"/>
                  </a:lnTo>
                  <a:lnTo>
                    <a:pt x="628" y="72"/>
                  </a:lnTo>
                  <a:lnTo>
                    <a:pt x="634" y="66"/>
                  </a:lnTo>
                  <a:lnTo>
                    <a:pt x="652" y="60"/>
                  </a:lnTo>
                  <a:lnTo>
                    <a:pt x="694" y="30"/>
                  </a:lnTo>
                  <a:lnTo>
                    <a:pt x="712" y="18"/>
                  </a:lnTo>
                  <a:lnTo>
                    <a:pt x="718" y="6"/>
                  </a:lnTo>
                  <a:lnTo>
                    <a:pt x="712" y="0"/>
                  </a:lnTo>
                  <a:lnTo>
                    <a:pt x="688" y="0"/>
                  </a:lnTo>
                  <a:lnTo>
                    <a:pt x="628" y="0"/>
                  </a:lnTo>
                  <a:lnTo>
                    <a:pt x="580" y="0"/>
                  </a:lnTo>
                  <a:lnTo>
                    <a:pt x="544" y="0"/>
                  </a:lnTo>
                  <a:lnTo>
                    <a:pt x="514" y="18"/>
                  </a:lnTo>
                  <a:lnTo>
                    <a:pt x="485" y="42"/>
                  </a:lnTo>
                  <a:lnTo>
                    <a:pt x="467" y="54"/>
                  </a:lnTo>
                  <a:lnTo>
                    <a:pt x="449" y="60"/>
                  </a:lnTo>
                  <a:lnTo>
                    <a:pt x="425" y="60"/>
                  </a:lnTo>
                  <a:lnTo>
                    <a:pt x="389" y="66"/>
                  </a:lnTo>
                  <a:lnTo>
                    <a:pt x="347" y="84"/>
                  </a:lnTo>
                  <a:lnTo>
                    <a:pt x="311" y="108"/>
                  </a:lnTo>
                  <a:lnTo>
                    <a:pt x="287" y="126"/>
                  </a:lnTo>
                  <a:lnTo>
                    <a:pt x="275" y="132"/>
                  </a:lnTo>
                  <a:lnTo>
                    <a:pt x="257" y="138"/>
                  </a:lnTo>
                  <a:lnTo>
                    <a:pt x="221" y="138"/>
                  </a:lnTo>
                  <a:lnTo>
                    <a:pt x="186" y="138"/>
                  </a:lnTo>
                  <a:lnTo>
                    <a:pt x="180" y="138"/>
                  </a:lnTo>
                  <a:lnTo>
                    <a:pt x="174" y="138"/>
                  </a:lnTo>
                  <a:lnTo>
                    <a:pt x="114" y="162"/>
                  </a:lnTo>
                  <a:lnTo>
                    <a:pt x="48" y="216"/>
                  </a:lnTo>
                  <a:close/>
                </a:path>
              </a:pathLst>
            </a:custGeom>
            <a:solidFill>
              <a:schemeClr val="bg1">
                <a:alpha val="100000"/>
              </a:schemeClr>
            </a:solidFill>
            <a:ln w="9525">
              <a:noFill/>
            </a:ln>
          </p:spPr>
          <p:txBody>
            <a:bodyPr/>
            <a:p>
              <a:endParaRPr lang="zh-CN" altLang="en-US"/>
            </a:p>
          </p:txBody>
        </p:sp>
        <p:sp>
          <p:nvSpPr>
            <p:cNvPr id="2064" name="Freeform 11"/>
            <p:cNvSpPr/>
            <p:nvPr userDrawn="1"/>
          </p:nvSpPr>
          <p:spPr>
            <a:xfrm>
              <a:off x="3358" y="1891"/>
              <a:ext cx="2400" cy="880"/>
            </a:xfrm>
            <a:custGeom>
              <a:avLst/>
              <a:gdLst/>
              <a:ahLst/>
              <a:cxnLst>
                <a:cxn ang="0">
                  <a:pos x="2238" y="54"/>
                </a:cxn>
                <a:cxn ang="0">
                  <a:pos x="2196" y="54"/>
                </a:cxn>
                <a:cxn ang="0">
                  <a:pos x="2154" y="66"/>
                </a:cxn>
                <a:cxn ang="0">
                  <a:pos x="2028" y="101"/>
                </a:cxn>
                <a:cxn ang="0">
                  <a:pos x="1963" y="119"/>
                </a:cxn>
                <a:cxn ang="0">
                  <a:pos x="1866" y="167"/>
                </a:cxn>
                <a:cxn ang="0">
                  <a:pos x="1842" y="245"/>
                </a:cxn>
                <a:cxn ang="0">
                  <a:pos x="1848" y="305"/>
                </a:cxn>
                <a:cxn ang="0">
                  <a:pos x="1764" y="317"/>
                </a:cxn>
                <a:cxn ang="0">
                  <a:pos x="1602" y="263"/>
                </a:cxn>
                <a:cxn ang="0">
                  <a:pos x="1512" y="257"/>
                </a:cxn>
                <a:cxn ang="0">
                  <a:pos x="1404" y="311"/>
                </a:cxn>
                <a:cxn ang="0">
                  <a:pos x="1338" y="353"/>
                </a:cxn>
                <a:cxn ang="0">
                  <a:pos x="1314" y="359"/>
                </a:cxn>
                <a:cxn ang="0">
                  <a:pos x="1218" y="371"/>
                </a:cxn>
                <a:cxn ang="0">
                  <a:pos x="1164" y="365"/>
                </a:cxn>
                <a:cxn ang="0">
                  <a:pos x="1057" y="371"/>
                </a:cxn>
                <a:cxn ang="0">
                  <a:pos x="960" y="383"/>
                </a:cxn>
                <a:cxn ang="0">
                  <a:pos x="924" y="401"/>
                </a:cxn>
                <a:cxn ang="0">
                  <a:pos x="822" y="419"/>
                </a:cxn>
                <a:cxn ang="0">
                  <a:pos x="781" y="419"/>
                </a:cxn>
                <a:cxn ang="0">
                  <a:pos x="666" y="437"/>
                </a:cxn>
                <a:cxn ang="0">
                  <a:pos x="600" y="472"/>
                </a:cxn>
                <a:cxn ang="0">
                  <a:pos x="505" y="466"/>
                </a:cxn>
                <a:cxn ang="0">
                  <a:pos x="432" y="490"/>
                </a:cxn>
                <a:cxn ang="0">
                  <a:pos x="414" y="538"/>
                </a:cxn>
                <a:cxn ang="0">
                  <a:pos x="348" y="568"/>
                </a:cxn>
                <a:cxn ang="0">
                  <a:pos x="223" y="598"/>
                </a:cxn>
                <a:cxn ang="0">
                  <a:pos x="138" y="646"/>
                </a:cxn>
                <a:cxn ang="0">
                  <a:pos x="108" y="658"/>
                </a:cxn>
                <a:cxn ang="0">
                  <a:pos x="0" y="670"/>
                </a:cxn>
                <a:cxn ang="0">
                  <a:pos x="84" y="694"/>
                </a:cxn>
                <a:cxn ang="0">
                  <a:pos x="264" y="652"/>
                </a:cxn>
                <a:cxn ang="0">
                  <a:pos x="475" y="568"/>
                </a:cxn>
                <a:cxn ang="0">
                  <a:pos x="570" y="520"/>
                </a:cxn>
                <a:cxn ang="0">
                  <a:pos x="648" y="514"/>
                </a:cxn>
                <a:cxn ang="0">
                  <a:pos x="876" y="460"/>
                </a:cxn>
                <a:cxn ang="0">
                  <a:pos x="1152" y="425"/>
                </a:cxn>
                <a:cxn ang="0">
                  <a:pos x="1296" y="460"/>
                </a:cxn>
                <a:cxn ang="0">
                  <a:pos x="1422" y="532"/>
                </a:cxn>
                <a:cxn ang="0">
                  <a:pos x="1440" y="616"/>
                </a:cxn>
                <a:cxn ang="0">
                  <a:pos x="1381" y="652"/>
                </a:cxn>
                <a:cxn ang="0">
                  <a:pos x="1230" y="700"/>
                </a:cxn>
                <a:cxn ang="0">
                  <a:pos x="1116" y="754"/>
                </a:cxn>
                <a:cxn ang="0">
                  <a:pos x="1069" y="808"/>
                </a:cxn>
                <a:cxn ang="0">
                  <a:pos x="1081" y="868"/>
                </a:cxn>
                <a:cxn ang="0">
                  <a:pos x="1110" y="880"/>
                </a:cxn>
                <a:cxn ang="0">
                  <a:pos x="1212" y="868"/>
                </a:cxn>
                <a:cxn ang="0">
                  <a:pos x="1393" y="856"/>
                </a:cxn>
                <a:cxn ang="0">
                  <a:pos x="1446" y="850"/>
                </a:cxn>
                <a:cxn ang="0">
                  <a:pos x="1488" y="832"/>
                </a:cxn>
                <a:cxn ang="0">
                  <a:pos x="1681" y="742"/>
                </a:cxn>
                <a:cxn ang="0">
                  <a:pos x="1812" y="688"/>
                </a:cxn>
                <a:cxn ang="0">
                  <a:pos x="1890" y="580"/>
                </a:cxn>
                <a:cxn ang="0">
                  <a:pos x="2046" y="389"/>
                </a:cxn>
                <a:cxn ang="0">
                  <a:pos x="2214" y="269"/>
                </a:cxn>
                <a:cxn ang="0">
                  <a:pos x="2257" y="239"/>
                </a:cxn>
                <a:cxn ang="0">
                  <a:pos x="2400" y="0"/>
                </a:cxn>
                <a:cxn ang="0">
                  <a:pos x="2310" y="36"/>
                </a:cxn>
              </a:cxnLst>
              <a:pathLst>
                <a:path w="2392" h="881">
                  <a:moveTo>
                    <a:pt x="2302" y="36"/>
                  </a:moveTo>
                  <a:lnTo>
                    <a:pt x="2266" y="48"/>
                  </a:lnTo>
                  <a:lnTo>
                    <a:pt x="2231" y="54"/>
                  </a:lnTo>
                  <a:lnTo>
                    <a:pt x="2201" y="54"/>
                  </a:lnTo>
                  <a:lnTo>
                    <a:pt x="2195" y="54"/>
                  </a:lnTo>
                  <a:lnTo>
                    <a:pt x="2189" y="54"/>
                  </a:lnTo>
                  <a:lnTo>
                    <a:pt x="2177" y="60"/>
                  </a:lnTo>
                  <a:lnTo>
                    <a:pt x="2147" y="66"/>
                  </a:lnTo>
                  <a:lnTo>
                    <a:pt x="2105" y="78"/>
                  </a:lnTo>
                  <a:lnTo>
                    <a:pt x="2057" y="89"/>
                  </a:lnTo>
                  <a:lnTo>
                    <a:pt x="2021" y="101"/>
                  </a:lnTo>
                  <a:lnTo>
                    <a:pt x="1997" y="107"/>
                  </a:lnTo>
                  <a:lnTo>
                    <a:pt x="1973" y="113"/>
                  </a:lnTo>
                  <a:lnTo>
                    <a:pt x="1956" y="119"/>
                  </a:lnTo>
                  <a:lnTo>
                    <a:pt x="1926" y="131"/>
                  </a:lnTo>
                  <a:lnTo>
                    <a:pt x="1896" y="137"/>
                  </a:lnTo>
                  <a:lnTo>
                    <a:pt x="1860" y="167"/>
                  </a:lnTo>
                  <a:lnTo>
                    <a:pt x="1842" y="191"/>
                  </a:lnTo>
                  <a:lnTo>
                    <a:pt x="1836" y="221"/>
                  </a:lnTo>
                  <a:lnTo>
                    <a:pt x="1836" y="245"/>
                  </a:lnTo>
                  <a:lnTo>
                    <a:pt x="1842" y="269"/>
                  </a:lnTo>
                  <a:lnTo>
                    <a:pt x="1842" y="293"/>
                  </a:lnTo>
                  <a:lnTo>
                    <a:pt x="1842" y="305"/>
                  </a:lnTo>
                  <a:lnTo>
                    <a:pt x="1824" y="323"/>
                  </a:lnTo>
                  <a:lnTo>
                    <a:pt x="1794" y="329"/>
                  </a:lnTo>
                  <a:lnTo>
                    <a:pt x="1758" y="317"/>
                  </a:lnTo>
                  <a:lnTo>
                    <a:pt x="1716" y="299"/>
                  </a:lnTo>
                  <a:lnTo>
                    <a:pt x="1657" y="275"/>
                  </a:lnTo>
                  <a:lnTo>
                    <a:pt x="1597" y="263"/>
                  </a:lnTo>
                  <a:lnTo>
                    <a:pt x="1543" y="257"/>
                  </a:lnTo>
                  <a:lnTo>
                    <a:pt x="1519" y="257"/>
                  </a:lnTo>
                  <a:lnTo>
                    <a:pt x="1507" y="257"/>
                  </a:lnTo>
                  <a:lnTo>
                    <a:pt x="1489" y="263"/>
                  </a:lnTo>
                  <a:lnTo>
                    <a:pt x="1459" y="275"/>
                  </a:lnTo>
                  <a:lnTo>
                    <a:pt x="1399" y="311"/>
                  </a:lnTo>
                  <a:lnTo>
                    <a:pt x="1376" y="329"/>
                  </a:lnTo>
                  <a:lnTo>
                    <a:pt x="1352" y="341"/>
                  </a:lnTo>
                  <a:lnTo>
                    <a:pt x="1334" y="353"/>
                  </a:lnTo>
                  <a:lnTo>
                    <a:pt x="1328" y="359"/>
                  </a:lnTo>
                  <a:lnTo>
                    <a:pt x="1322" y="359"/>
                  </a:lnTo>
                  <a:lnTo>
                    <a:pt x="1310" y="359"/>
                  </a:lnTo>
                  <a:lnTo>
                    <a:pt x="1286" y="365"/>
                  </a:lnTo>
                  <a:lnTo>
                    <a:pt x="1262" y="365"/>
                  </a:lnTo>
                  <a:lnTo>
                    <a:pt x="1214" y="371"/>
                  </a:lnTo>
                  <a:lnTo>
                    <a:pt x="1196" y="371"/>
                  </a:lnTo>
                  <a:lnTo>
                    <a:pt x="1178" y="365"/>
                  </a:lnTo>
                  <a:lnTo>
                    <a:pt x="1160" y="365"/>
                  </a:lnTo>
                  <a:lnTo>
                    <a:pt x="1130" y="365"/>
                  </a:lnTo>
                  <a:lnTo>
                    <a:pt x="1095" y="365"/>
                  </a:lnTo>
                  <a:lnTo>
                    <a:pt x="1053" y="371"/>
                  </a:lnTo>
                  <a:lnTo>
                    <a:pt x="1017" y="377"/>
                  </a:lnTo>
                  <a:lnTo>
                    <a:pt x="981" y="377"/>
                  </a:lnTo>
                  <a:lnTo>
                    <a:pt x="957" y="383"/>
                  </a:lnTo>
                  <a:lnTo>
                    <a:pt x="945" y="389"/>
                  </a:lnTo>
                  <a:lnTo>
                    <a:pt x="939" y="395"/>
                  </a:lnTo>
                  <a:lnTo>
                    <a:pt x="921" y="401"/>
                  </a:lnTo>
                  <a:lnTo>
                    <a:pt x="879" y="407"/>
                  </a:lnTo>
                  <a:lnTo>
                    <a:pt x="837" y="419"/>
                  </a:lnTo>
                  <a:lnTo>
                    <a:pt x="819" y="419"/>
                  </a:lnTo>
                  <a:lnTo>
                    <a:pt x="808" y="419"/>
                  </a:lnTo>
                  <a:lnTo>
                    <a:pt x="796" y="419"/>
                  </a:lnTo>
                  <a:lnTo>
                    <a:pt x="778" y="419"/>
                  </a:lnTo>
                  <a:lnTo>
                    <a:pt x="754" y="419"/>
                  </a:lnTo>
                  <a:lnTo>
                    <a:pt x="724" y="425"/>
                  </a:lnTo>
                  <a:lnTo>
                    <a:pt x="664" y="437"/>
                  </a:lnTo>
                  <a:lnTo>
                    <a:pt x="640" y="449"/>
                  </a:lnTo>
                  <a:lnTo>
                    <a:pt x="616" y="461"/>
                  </a:lnTo>
                  <a:lnTo>
                    <a:pt x="598" y="473"/>
                  </a:lnTo>
                  <a:lnTo>
                    <a:pt x="580" y="473"/>
                  </a:lnTo>
                  <a:lnTo>
                    <a:pt x="538" y="473"/>
                  </a:lnTo>
                  <a:lnTo>
                    <a:pt x="503" y="467"/>
                  </a:lnTo>
                  <a:lnTo>
                    <a:pt x="461" y="473"/>
                  </a:lnTo>
                  <a:lnTo>
                    <a:pt x="443" y="479"/>
                  </a:lnTo>
                  <a:lnTo>
                    <a:pt x="431" y="491"/>
                  </a:lnTo>
                  <a:lnTo>
                    <a:pt x="425" y="509"/>
                  </a:lnTo>
                  <a:lnTo>
                    <a:pt x="419" y="533"/>
                  </a:lnTo>
                  <a:lnTo>
                    <a:pt x="413" y="539"/>
                  </a:lnTo>
                  <a:lnTo>
                    <a:pt x="407" y="545"/>
                  </a:lnTo>
                  <a:lnTo>
                    <a:pt x="389" y="551"/>
                  </a:lnTo>
                  <a:lnTo>
                    <a:pt x="347" y="569"/>
                  </a:lnTo>
                  <a:lnTo>
                    <a:pt x="299" y="587"/>
                  </a:lnTo>
                  <a:lnTo>
                    <a:pt x="257" y="593"/>
                  </a:lnTo>
                  <a:lnTo>
                    <a:pt x="222" y="599"/>
                  </a:lnTo>
                  <a:lnTo>
                    <a:pt x="180" y="617"/>
                  </a:lnTo>
                  <a:lnTo>
                    <a:pt x="150" y="641"/>
                  </a:lnTo>
                  <a:lnTo>
                    <a:pt x="138" y="647"/>
                  </a:lnTo>
                  <a:lnTo>
                    <a:pt x="132" y="653"/>
                  </a:lnTo>
                  <a:lnTo>
                    <a:pt x="126" y="659"/>
                  </a:lnTo>
                  <a:lnTo>
                    <a:pt x="108" y="659"/>
                  </a:lnTo>
                  <a:lnTo>
                    <a:pt x="96" y="653"/>
                  </a:lnTo>
                  <a:lnTo>
                    <a:pt x="90" y="653"/>
                  </a:lnTo>
                  <a:lnTo>
                    <a:pt x="0" y="671"/>
                  </a:lnTo>
                  <a:lnTo>
                    <a:pt x="12" y="689"/>
                  </a:lnTo>
                  <a:lnTo>
                    <a:pt x="42" y="695"/>
                  </a:lnTo>
                  <a:lnTo>
                    <a:pt x="84" y="695"/>
                  </a:lnTo>
                  <a:lnTo>
                    <a:pt x="132" y="683"/>
                  </a:lnTo>
                  <a:lnTo>
                    <a:pt x="192" y="671"/>
                  </a:lnTo>
                  <a:lnTo>
                    <a:pt x="263" y="653"/>
                  </a:lnTo>
                  <a:lnTo>
                    <a:pt x="335" y="629"/>
                  </a:lnTo>
                  <a:lnTo>
                    <a:pt x="407" y="599"/>
                  </a:lnTo>
                  <a:lnTo>
                    <a:pt x="473" y="569"/>
                  </a:lnTo>
                  <a:lnTo>
                    <a:pt x="527" y="545"/>
                  </a:lnTo>
                  <a:lnTo>
                    <a:pt x="562" y="527"/>
                  </a:lnTo>
                  <a:lnTo>
                    <a:pt x="568" y="521"/>
                  </a:lnTo>
                  <a:lnTo>
                    <a:pt x="574" y="521"/>
                  </a:lnTo>
                  <a:lnTo>
                    <a:pt x="604" y="521"/>
                  </a:lnTo>
                  <a:lnTo>
                    <a:pt x="646" y="515"/>
                  </a:lnTo>
                  <a:lnTo>
                    <a:pt x="712" y="497"/>
                  </a:lnTo>
                  <a:lnTo>
                    <a:pt x="790" y="479"/>
                  </a:lnTo>
                  <a:lnTo>
                    <a:pt x="873" y="461"/>
                  </a:lnTo>
                  <a:lnTo>
                    <a:pt x="963" y="443"/>
                  </a:lnTo>
                  <a:lnTo>
                    <a:pt x="1059" y="431"/>
                  </a:lnTo>
                  <a:lnTo>
                    <a:pt x="1148" y="425"/>
                  </a:lnTo>
                  <a:lnTo>
                    <a:pt x="1178" y="425"/>
                  </a:lnTo>
                  <a:lnTo>
                    <a:pt x="1214" y="437"/>
                  </a:lnTo>
                  <a:lnTo>
                    <a:pt x="1292" y="461"/>
                  </a:lnTo>
                  <a:lnTo>
                    <a:pt x="1340" y="479"/>
                  </a:lnTo>
                  <a:lnTo>
                    <a:pt x="1382" y="503"/>
                  </a:lnTo>
                  <a:lnTo>
                    <a:pt x="1417" y="533"/>
                  </a:lnTo>
                  <a:lnTo>
                    <a:pt x="1441" y="563"/>
                  </a:lnTo>
                  <a:lnTo>
                    <a:pt x="1447" y="587"/>
                  </a:lnTo>
                  <a:lnTo>
                    <a:pt x="1435" y="617"/>
                  </a:lnTo>
                  <a:lnTo>
                    <a:pt x="1423" y="629"/>
                  </a:lnTo>
                  <a:lnTo>
                    <a:pt x="1405" y="641"/>
                  </a:lnTo>
                  <a:lnTo>
                    <a:pt x="1376" y="653"/>
                  </a:lnTo>
                  <a:lnTo>
                    <a:pt x="1346" y="665"/>
                  </a:lnTo>
                  <a:lnTo>
                    <a:pt x="1280" y="683"/>
                  </a:lnTo>
                  <a:lnTo>
                    <a:pt x="1226" y="701"/>
                  </a:lnTo>
                  <a:lnTo>
                    <a:pt x="1178" y="719"/>
                  </a:lnTo>
                  <a:lnTo>
                    <a:pt x="1142" y="743"/>
                  </a:lnTo>
                  <a:lnTo>
                    <a:pt x="1112" y="755"/>
                  </a:lnTo>
                  <a:lnTo>
                    <a:pt x="1089" y="773"/>
                  </a:lnTo>
                  <a:lnTo>
                    <a:pt x="1077" y="791"/>
                  </a:lnTo>
                  <a:lnTo>
                    <a:pt x="1065" y="809"/>
                  </a:lnTo>
                  <a:lnTo>
                    <a:pt x="1059" y="833"/>
                  </a:lnTo>
                  <a:lnTo>
                    <a:pt x="1065" y="857"/>
                  </a:lnTo>
                  <a:lnTo>
                    <a:pt x="1077" y="869"/>
                  </a:lnTo>
                  <a:lnTo>
                    <a:pt x="1083" y="875"/>
                  </a:lnTo>
                  <a:lnTo>
                    <a:pt x="1089" y="881"/>
                  </a:lnTo>
                  <a:lnTo>
                    <a:pt x="1106" y="881"/>
                  </a:lnTo>
                  <a:lnTo>
                    <a:pt x="1124" y="875"/>
                  </a:lnTo>
                  <a:lnTo>
                    <a:pt x="1148" y="875"/>
                  </a:lnTo>
                  <a:lnTo>
                    <a:pt x="1208" y="869"/>
                  </a:lnTo>
                  <a:lnTo>
                    <a:pt x="1268" y="863"/>
                  </a:lnTo>
                  <a:lnTo>
                    <a:pt x="1328" y="863"/>
                  </a:lnTo>
                  <a:lnTo>
                    <a:pt x="1388" y="857"/>
                  </a:lnTo>
                  <a:lnTo>
                    <a:pt x="1411" y="857"/>
                  </a:lnTo>
                  <a:lnTo>
                    <a:pt x="1429" y="851"/>
                  </a:lnTo>
                  <a:lnTo>
                    <a:pt x="1441" y="851"/>
                  </a:lnTo>
                  <a:lnTo>
                    <a:pt x="1447" y="851"/>
                  </a:lnTo>
                  <a:lnTo>
                    <a:pt x="1459" y="845"/>
                  </a:lnTo>
                  <a:lnTo>
                    <a:pt x="1483" y="833"/>
                  </a:lnTo>
                  <a:lnTo>
                    <a:pt x="1525" y="815"/>
                  </a:lnTo>
                  <a:lnTo>
                    <a:pt x="1573" y="791"/>
                  </a:lnTo>
                  <a:lnTo>
                    <a:pt x="1675" y="743"/>
                  </a:lnTo>
                  <a:lnTo>
                    <a:pt x="1716" y="725"/>
                  </a:lnTo>
                  <a:lnTo>
                    <a:pt x="1752" y="713"/>
                  </a:lnTo>
                  <a:lnTo>
                    <a:pt x="1806" y="689"/>
                  </a:lnTo>
                  <a:lnTo>
                    <a:pt x="1842" y="653"/>
                  </a:lnTo>
                  <a:lnTo>
                    <a:pt x="1866" y="611"/>
                  </a:lnTo>
                  <a:lnTo>
                    <a:pt x="1884" y="581"/>
                  </a:lnTo>
                  <a:lnTo>
                    <a:pt x="1926" y="515"/>
                  </a:lnTo>
                  <a:lnTo>
                    <a:pt x="1979" y="449"/>
                  </a:lnTo>
                  <a:lnTo>
                    <a:pt x="2039" y="389"/>
                  </a:lnTo>
                  <a:lnTo>
                    <a:pt x="2105" y="341"/>
                  </a:lnTo>
                  <a:lnTo>
                    <a:pt x="2159" y="299"/>
                  </a:lnTo>
                  <a:lnTo>
                    <a:pt x="2207" y="269"/>
                  </a:lnTo>
                  <a:lnTo>
                    <a:pt x="2237" y="245"/>
                  </a:lnTo>
                  <a:lnTo>
                    <a:pt x="2249" y="239"/>
                  </a:lnTo>
                  <a:lnTo>
                    <a:pt x="2392" y="167"/>
                  </a:lnTo>
                  <a:lnTo>
                    <a:pt x="2392" y="60"/>
                  </a:lnTo>
                  <a:lnTo>
                    <a:pt x="2392" y="0"/>
                  </a:lnTo>
                  <a:lnTo>
                    <a:pt x="2344" y="18"/>
                  </a:lnTo>
                  <a:lnTo>
                    <a:pt x="2302" y="36"/>
                  </a:lnTo>
                  <a:close/>
                </a:path>
              </a:pathLst>
            </a:custGeom>
            <a:solidFill>
              <a:schemeClr val="bg1">
                <a:alpha val="100000"/>
              </a:schemeClr>
            </a:solidFill>
            <a:ln w="9525">
              <a:noFill/>
            </a:ln>
          </p:spPr>
          <p:txBody>
            <a:bodyPr/>
            <a:p>
              <a:endParaRPr lang="zh-CN" altLang="en-US"/>
            </a:p>
          </p:txBody>
        </p:sp>
        <p:sp>
          <p:nvSpPr>
            <p:cNvPr id="118796" name="Freeform 12"/>
            <p:cNvSpPr/>
            <p:nvPr/>
          </p:nvSpPr>
          <p:spPr bwMode="hidden">
            <a:xfrm>
              <a:off x="3839" y="1855"/>
              <a:ext cx="577" cy="257"/>
            </a:xfrm>
            <a:custGeom>
              <a:avLst/>
              <a:gdLst/>
              <a:ahLst/>
              <a:cxnLst>
                <a:cxn ang="0">
                  <a:pos x="30" y="245"/>
                </a:cxn>
                <a:cxn ang="0">
                  <a:pos x="18" y="251"/>
                </a:cxn>
                <a:cxn ang="0">
                  <a:pos x="6" y="257"/>
                </a:cxn>
                <a:cxn ang="0">
                  <a:pos x="0" y="257"/>
                </a:cxn>
                <a:cxn ang="0">
                  <a:pos x="305" y="113"/>
                </a:cxn>
                <a:cxn ang="0">
                  <a:pos x="520" y="0"/>
                </a:cxn>
                <a:cxn ang="0">
                  <a:pos x="526" y="6"/>
                </a:cxn>
                <a:cxn ang="0">
                  <a:pos x="544" y="18"/>
                </a:cxn>
                <a:cxn ang="0">
                  <a:pos x="550" y="24"/>
                </a:cxn>
                <a:cxn ang="0">
                  <a:pos x="550" y="36"/>
                </a:cxn>
                <a:cxn ang="0">
                  <a:pos x="544" y="42"/>
                </a:cxn>
                <a:cxn ang="0">
                  <a:pos x="526" y="54"/>
                </a:cxn>
                <a:cxn ang="0">
                  <a:pos x="514" y="60"/>
                </a:cxn>
                <a:cxn ang="0">
                  <a:pos x="502" y="66"/>
                </a:cxn>
                <a:cxn ang="0">
                  <a:pos x="448" y="84"/>
                </a:cxn>
                <a:cxn ang="0">
                  <a:pos x="382" y="113"/>
                </a:cxn>
                <a:cxn ang="0">
                  <a:pos x="305" y="143"/>
                </a:cxn>
                <a:cxn ang="0">
                  <a:pos x="227" y="173"/>
                </a:cxn>
                <a:cxn ang="0">
                  <a:pos x="149" y="203"/>
                </a:cxn>
                <a:cxn ang="0">
                  <a:pos x="83" y="227"/>
                </a:cxn>
                <a:cxn ang="0">
                  <a:pos x="30" y="245"/>
                </a:cxn>
                <a:cxn ang="0">
                  <a:pos x="30" y="245"/>
                </a:cxn>
              </a:cxnLst>
              <a:rect l="0" t="0" r="r" b="b"/>
              <a:pathLst>
                <a:path w="550" h="257">
                  <a:moveTo>
                    <a:pt x="30" y="245"/>
                  </a:moveTo>
                  <a:lnTo>
                    <a:pt x="18" y="251"/>
                  </a:lnTo>
                  <a:lnTo>
                    <a:pt x="6" y="257"/>
                  </a:lnTo>
                  <a:lnTo>
                    <a:pt x="0" y="257"/>
                  </a:lnTo>
                  <a:lnTo>
                    <a:pt x="305" y="113"/>
                  </a:lnTo>
                  <a:lnTo>
                    <a:pt x="520" y="0"/>
                  </a:lnTo>
                  <a:lnTo>
                    <a:pt x="526" y="6"/>
                  </a:lnTo>
                  <a:lnTo>
                    <a:pt x="544" y="18"/>
                  </a:lnTo>
                  <a:lnTo>
                    <a:pt x="550" y="24"/>
                  </a:lnTo>
                  <a:lnTo>
                    <a:pt x="550" y="36"/>
                  </a:lnTo>
                  <a:lnTo>
                    <a:pt x="544" y="42"/>
                  </a:lnTo>
                  <a:lnTo>
                    <a:pt x="526" y="54"/>
                  </a:lnTo>
                  <a:lnTo>
                    <a:pt x="514" y="60"/>
                  </a:lnTo>
                  <a:lnTo>
                    <a:pt x="502" y="66"/>
                  </a:lnTo>
                  <a:lnTo>
                    <a:pt x="448" y="84"/>
                  </a:lnTo>
                  <a:lnTo>
                    <a:pt x="382" y="113"/>
                  </a:lnTo>
                  <a:lnTo>
                    <a:pt x="305" y="143"/>
                  </a:lnTo>
                  <a:lnTo>
                    <a:pt x="227" y="173"/>
                  </a:lnTo>
                  <a:lnTo>
                    <a:pt x="149" y="203"/>
                  </a:lnTo>
                  <a:lnTo>
                    <a:pt x="83" y="227"/>
                  </a:lnTo>
                  <a:lnTo>
                    <a:pt x="30" y="245"/>
                  </a:lnTo>
                  <a:lnTo>
                    <a:pt x="30" y="245"/>
                  </a:lnTo>
                  <a:close/>
                </a:path>
              </a:pathLst>
            </a:custGeom>
            <a:gradFill rotWithShape="0">
              <a:gsLst>
                <a:gs pos="0">
                  <a:schemeClr val="bg2">
                    <a:gamma/>
                    <a:tint val="94118"/>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6" name="Freeform 13"/>
            <p:cNvSpPr/>
            <p:nvPr userDrawn="1"/>
          </p:nvSpPr>
          <p:spPr>
            <a:xfrm>
              <a:off x="5327" y="1643"/>
              <a:ext cx="5" cy="0"/>
            </a:xfrm>
            <a:custGeom>
              <a:avLst/>
              <a:gdLst/>
              <a:ahLst/>
              <a:cxnLst>
                <a:cxn ang="0">
                  <a:pos x="0" y="0"/>
                </a:cxn>
                <a:cxn ang="0">
                  <a:pos x="5" y="0"/>
                </a:cxn>
                <a:cxn ang="0">
                  <a:pos x="0" y="0"/>
                </a:cxn>
                <a:cxn ang="0">
                  <a:pos x="0" y="0"/>
                </a:cxn>
              </a:cxnLst>
              <a:pathLst>
                <a:path w="5">
                  <a:moveTo>
                    <a:pt x="0" y="0"/>
                  </a:moveTo>
                  <a:lnTo>
                    <a:pt x="5" y="0"/>
                  </a:lnTo>
                  <a:lnTo>
                    <a:pt x="0" y="0"/>
                  </a:lnTo>
                  <a:close/>
                </a:path>
              </a:pathLst>
            </a:custGeom>
            <a:solidFill>
              <a:srgbClr val="FED1AD">
                <a:alpha val="100000"/>
              </a:srgbClr>
            </a:solidFill>
            <a:ln w="9525">
              <a:noFill/>
            </a:ln>
          </p:spPr>
          <p:txBody>
            <a:bodyPr/>
            <a:p>
              <a:endParaRPr lang="zh-CN" altLang="en-US"/>
            </a:p>
          </p:txBody>
        </p:sp>
        <p:sp>
          <p:nvSpPr>
            <p:cNvPr id="118798" name="Freeform 14"/>
            <p:cNvSpPr/>
            <p:nvPr/>
          </p:nvSpPr>
          <p:spPr bwMode="hidden">
            <a:xfrm>
              <a:off x="3839" y="1728"/>
              <a:ext cx="716" cy="383"/>
            </a:xfrm>
            <a:custGeom>
              <a:avLst/>
              <a:gdLst/>
              <a:ahLst/>
              <a:cxnLst>
                <a:cxn ang="0">
                  <a:pos x="659" y="6"/>
                </a:cxn>
                <a:cxn ang="0">
                  <a:pos x="588" y="42"/>
                </a:cxn>
                <a:cxn ang="0">
                  <a:pos x="515" y="84"/>
                </a:cxn>
                <a:cxn ang="0">
                  <a:pos x="509" y="90"/>
                </a:cxn>
                <a:cxn ang="0">
                  <a:pos x="485" y="102"/>
                </a:cxn>
                <a:cxn ang="0">
                  <a:pos x="455" y="120"/>
                </a:cxn>
                <a:cxn ang="0">
                  <a:pos x="425" y="138"/>
                </a:cxn>
                <a:cxn ang="0">
                  <a:pos x="371" y="168"/>
                </a:cxn>
                <a:cxn ang="0">
                  <a:pos x="306" y="198"/>
                </a:cxn>
                <a:cxn ang="0">
                  <a:pos x="186" y="251"/>
                </a:cxn>
                <a:cxn ang="0">
                  <a:pos x="131" y="269"/>
                </a:cxn>
                <a:cxn ang="0">
                  <a:pos x="89" y="287"/>
                </a:cxn>
                <a:cxn ang="0">
                  <a:pos x="53" y="305"/>
                </a:cxn>
                <a:cxn ang="0">
                  <a:pos x="36" y="311"/>
                </a:cxn>
                <a:cxn ang="0">
                  <a:pos x="12" y="329"/>
                </a:cxn>
                <a:cxn ang="0">
                  <a:pos x="0" y="353"/>
                </a:cxn>
                <a:cxn ang="0">
                  <a:pos x="0" y="371"/>
                </a:cxn>
                <a:cxn ang="0">
                  <a:pos x="0" y="383"/>
                </a:cxn>
                <a:cxn ang="0">
                  <a:pos x="0" y="383"/>
                </a:cxn>
                <a:cxn ang="0">
                  <a:pos x="12" y="371"/>
                </a:cxn>
                <a:cxn ang="0">
                  <a:pos x="30" y="353"/>
                </a:cxn>
                <a:cxn ang="0">
                  <a:pos x="53" y="335"/>
                </a:cxn>
                <a:cxn ang="0">
                  <a:pos x="77" y="317"/>
                </a:cxn>
                <a:cxn ang="0">
                  <a:pos x="101" y="311"/>
                </a:cxn>
                <a:cxn ang="0">
                  <a:pos x="131" y="299"/>
                </a:cxn>
                <a:cxn ang="0">
                  <a:pos x="204" y="269"/>
                </a:cxn>
                <a:cxn ang="0">
                  <a:pos x="240" y="251"/>
                </a:cxn>
                <a:cxn ang="0">
                  <a:pos x="270" y="239"/>
                </a:cxn>
                <a:cxn ang="0">
                  <a:pos x="294" y="228"/>
                </a:cxn>
                <a:cxn ang="0">
                  <a:pos x="312" y="222"/>
                </a:cxn>
                <a:cxn ang="0">
                  <a:pos x="330" y="210"/>
                </a:cxn>
                <a:cxn ang="0">
                  <a:pos x="365" y="186"/>
                </a:cxn>
                <a:cxn ang="0">
                  <a:pos x="419" y="156"/>
                </a:cxn>
                <a:cxn ang="0">
                  <a:pos x="473" y="120"/>
                </a:cxn>
                <a:cxn ang="0">
                  <a:pos x="527" y="90"/>
                </a:cxn>
                <a:cxn ang="0">
                  <a:pos x="576" y="60"/>
                </a:cxn>
                <a:cxn ang="0">
                  <a:pos x="612" y="42"/>
                </a:cxn>
                <a:cxn ang="0">
                  <a:pos x="629" y="36"/>
                </a:cxn>
                <a:cxn ang="0">
                  <a:pos x="647" y="30"/>
                </a:cxn>
                <a:cxn ang="0">
                  <a:pos x="677" y="18"/>
                </a:cxn>
                <a:cxn ang="0">
                  <a:pos x="701" y="6"/>
                </a:cxn>
                <a:cxn ang="0">
                  <a:pos x="713" y="0"/>
                </a:cxn>
                <a:cxn ang="0">
                  <a:pos x="713" y="0"/>
                </a:cxn>
                <a:cxn ang="0">
                  <a:pos x="659" y="6"/>
                </a:cxn>
                <a:cxn ang="0">
                  <a:pos x="716" y="63"/>
                </a:cxn>
              </a:cxnLst>
              <a:rect l="0" t="0" r="r" b="b"/>
              <a:pathLst>
                <a:path w="716" h="383">
                  <a:moveTo>
                    <a:pt x="659" y="6"/>
                  </a:moveTo>
                  <a:lnTo>
                    <a:pt x="588" y="42"/>
                  </a:lnTo>
                  <a:lnTo>
                    <a:pt x="515" y="84"/>
                  </a:lnTo>
                  <a:lnTo>
                    <a:pt x="509" y="90"/>
                  </a:lnTo>
                  <a:lnTo>
                    <a:pt x="485" y="102"/>
                  </a:lnTo>
                  <a:lnTo>
                    <a:pt x="455" y="120"/>
                  </a:lnTo>
                  <a:lnTo>
                    <a:pt x="425" y="138"/>
                  </a:lnTo>
                  <a:lnTo>
                    <a:pt x="371" y="168"/>
                  </a:lnTo>
                  <a:lnTo>
                    <a:pt x="306" y="198"/>
                  </a:lnTo>
                  <a:lnTo>
                    <a:pt x="186" y="251"/>
                  </a:lnTo>
                  <a:lnTo>
                    <a:pt x="131" y="269"/>
                  </a:lnTo>
                  <a:lnTo>
                    <a:pt x="89" y="287"/>
                  </a:lnTo>
                  <a:lnTo>
                    <a:pt x="53" y="305"/>
                  </a:lnTo>
                  <a:lnTo>
                    <a:pt x="36" y="311"/>
                  </a:lnTo>
                  <a:lnTo>
                    <a:pt x="12" y="329"/>
                  </a:lnTo>
                  <a:lnTo>
                    <a:pt x="0" y="353"/>
                  </a:lnTo>
                  <a:lnTo>
                    <a:pt x="0" y="371"/>
                  </a:lnTo>
                  <a:lnTo>
                    <a:pt x="0" y="383"/>
                  </a:lnTo>
                  <a:lnTo>
                    <a:pt x="0" y="383"/>
                  </a:lnTo>
                  <a:lnTo>
                    <a:pt x="12" y="371"/>
                  </a:lnTo>
                  <a:lnTo>
                    <a:pt x="30" y="353"/>
                  </a:lnTo>
                  <a:lnTo>
                    <a:pt x="53" y="335"/>
                  </a:lnTo>
                  <a:lnTo>
                    <a:pt x="77" y="317"/>
                  </a:lnTo>
                  <a:lnTo>
                    <a:pt x="101" y="311"/>
                  </a:lnTo>
                  <a:lnTo>
                    <a:pt x="131" y="299"/>
                  </a:lnTo>
                  <a:lnTo>
                    <a:pt x="204" y="269"/>
                  </a:lnTo>
                  <a:lnTo>
                    <a:pt x="240" y="251"/>
                  </a:lnTo>
                  <a:lnTo>
                    <a:pt x="270" y="239"/>
                  </a:lnTo>
                  <a:lnTo>
                    <a:pt x="294" y="228"/>
                  </a:lnTo>
                  <a:lnTo>
                    <a:pt x="312" y="222"/>
                  </a:lnTo>
                  <a:lnTo>
                    <a:pt x="330" y="210"/>
                  </a:lnTo>
                  <a:lnTo>
                    <a:pt x="365" y="186"/>
                  </a:lnTo>
                  <a:lnTo>
                    <a:pt x="419" y="156"/>
                  </a:lnTo>
                  <a:lnTo>
                    <a:pt x="473" y="120"/>
                  </a:lnTo>
                  <a:lnTo>
                    <a:pt x="527" y="90"/>
                  </a:lnTo>
                  <a:lnTo>
                    <a:pt x="576" y="60"/>
                  </a:lnTo>
                  <a:lnTo>
                    <a:pt x="612" y="42"/>
                  </a:lnTo>
                  <a:lnTo>
                    <a:pt x="629" y="36"/>
                  </a:lnTo>
                  <a:lnTo>
                    <a:pt x="647" y="30"/>
                  </a:lnTo>
                  <a:lnTo>
                    <a:pt x="677" y="18"/>
                  </a:lnTo>
                  <a:lnTo>
                    <a:pt x="701" y="6"/>
                  </a:lnTo>
                  <a:lnTo>
                    <a:pt x="713" y="0"/>
                  </a:lnTo>
                  <a:lnTo>
                    <a:pt x="713" y="0"/>
                  </a:lnTo>
                  <a:lnTo>
                    <a:pt x="659" y="6"/>
                  </a:lnTo>
                  <a:lnTo>
                    <a:pt x="716" y="63"/>
                  </a:lnTo>
                </a:path>
              </a:pathLst>
            </a:custGeom>
            <a:gradFill rotWithShape="0">
              <a:gsLst>
                <a:gs pos="0">
                  <a:schemeClr val="bg2">
                    <a:gamma/>
                    <a:tint val="94118"/>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799" name="Freeform 15"/>
            <p:cNvSpPr/>
            <p:nvPr/>
          </p:nvSpPr>
          <p:spPr bwMode="hidden">
            <a:xfrm>
              <a:off x="3453" y="2271"/>
              <a:ext cx="318" cy="225"/>
            </a:xfrm>
            <a:custGeom>
              <a:avLst/>
              <a:gdLst/>
              <a:ahLst/>
              <a:cxnLst>
                <a:cxn ang="0">
                  <a:pos x="6" y="225"/>
                </a:cxn>
                <a:cxn ang="0">
                  <a:pos x="0" y="195"/>
                </a:cxn>
                <a:cxn ang="0">
                  <a:pos x="315" y="0"/>
                </a:cxn>
                <a:cxn ang="0">
                  <a:pos x="303" y="27"/>
                </a:cxn>
                <a:cxn ang="0">
                  <a:pos x="318" y="42"/>
                </a:cxn>
              </a:cxnLst>
              <a:rect l="0" t="0" r="r" b="b"/>
              <a:pathLst>
                <a:path w="318" h="225">
                  <a:moveTo>
                    <a:pt x="6" y="225"/>
                  </a:moveTo>
                  <a:lnTo>
                    <a:pt x="0" y="195"/>
                  </a:lnTo>
                  <a:lnTo>
                    <a:pt x="315" y="0"/>
                  </a:lnTo>
                  <a:lnTo>
                    <a:pt x="303" y="27"/>
                  </a:lnTo>
                  <a:lnTo>
                    <a:pt x="318" y="42"/>
                  </a:lnTo>
                </a:path>
              </a:pathLst>
            </a:custGeom>
            <a:gradFill rotWithShape="0">
              <a:gsLst>
                <a:gs pos="0">
                  <a:schemeClr val="bg2">
                    <a:gamma/>
                    <a:tint val="94118"/>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8800" name="Freeform 16"/>
            <p:cNvSpPr/>
            <p:nvPr/>
          </p:nvSpPr>
          <p:spPr bwMode="hidden">
            <a:xfrm>
              <a:off x="0" y="2659"/>
              <a:ext cx="2595" cy="932"/>
            </a:xfrm>
            <a:custGeom>
              <a:avLst/>
              <a:gdLst/>
              <a:ahLst/>
              <a:cxnLst>
                <a:cxn ang="0">
                  <a:pos x="1050" y="657"/>
                </a:cxn>
                <a:cxn ang="0">
                  <a:pos x="1581" y="690"/>
                </a:cxn>
                <a:cxn ang="0">
                  <a:pos x="1671" y="723"/>
                </a:cxn>
                <a:cxn ang="0">
                  <a:pos x="1176" y="621"/>
                </a:cxn>
                <a:cxn ang="0">
                  <a:pos x="1854" y="567"/>
                </a:cxn>
                <a:cxn ang="0">
                  <a:pos x="1869" y="612"/>
                </a:cxn>
                <a:cxn ang="0">
                  <a:pos x="2103" y="861"/>
                </a:cxn>
                <a:cxn ang="0">
                  <a:pos x="1883" y="520"/>
                </a:cxn>
                <a:cxn ang="0">
                  <a:pos x="1842" y="490"/>
                </a:cxn>
                <a:cxn ang="0">
                  <a:pos x="1770" y="466"/>
                </a:cxn>
                <a:cxn ang="0">
                  <a:pos x="1740" y="448"/>
                </a:cxn>
                <a:cxn ang="0">
                  <a:pos x="1758" y="436"/>
                </a:cxn>
                <a:cxn ang="0">
                  <a:pos x="1830" y="430"/>
                </a:cxn>
                <a:cxn ang="0">
                  <a:pos x="1877" y="424"/>
                </a:cxn>
                <a:cxn ang="0">
                  <a:pos x="1955" y="394"/>
                </a:cxn>
                <a:cxn ang="0">
                  <a:pos x="2052" y="396"/>
                </a:cxn>
                <a:cxn ang="0">
                  <a:pos x="2253" y="732"/>
                </a:cxn>
                <a:cxn ang="0">
                  <a:pos x="2415" y="933"/>
                </a:cxn>
                <a:cxn ang="0">
                  <a:pos x="2397" y="828"/>
                </a:cxn>
                <a:cxn ang="0">
                  <a:pos x="2088" y="400"/>
                </a:cxn>
                <a:cxn ang="0">
                  <a:pos x="2046" y="346"/>
                </a:cxn>
                <a:cxn ang="0">
                  <a:pos x="1997" y="304"/>
                </a:cxn>
                <a:cxn ang="0">
                  <a:pos x="1967" y="286"/>
                </a:cxn>
                <a:cxn ang="0">
                  <a:pos x="1973" y="286"/>
                </a:cxn>
                <a:cxn ang="0">
                  <a:pos x="2009" y="286"/>
                </a:cxn>
                <a:cxn ang="0">
                  <a:pos x="2082" y="322"/>
                </a:cxn>
                <a:cxn ang="0">
                  <a:pos x="2199" y="384"/>
                </a:cxn>
                <a:cxn ang="0">
                  <a:pos x="2394" y="448"/>
                </a:cxn>
                <a:cxn ang="0">
                  <a:pos x="2595" y="516"/>
                </a:cxn>
                <a:cxn ang="0">
                  <a:pos x="2388" y="424"/>
                </a:cxn>
                <a:cxn ang="0">
                  <a:pos x="2219" y="340"/>
                </a:cxn>
                <a:cxn ang="0">
                  <a:pos x="2052" y="280"/>
                </a:cxn>
                <a:cxn ang="0">
                  <a:pos x="1955" y="262"/>
                </a:cxn>
                <a:cxn ang="0">
                  <a:pos x="1877" y="274"/>
                </a:cxn>
                <a:cxn ang="0">
                  <a:pos x="1752" y="274"/>
                </a:cxn>
                <a:cxn ang="0">
                  <a:pos x="1661" y="292"/>
                </a:cxn>
                <a:cxn ang="0">
                  <a:pos x="1607" y="316"/>
                </a:cxn>
                <a:cxn ang="0">
                  <a:pos x="1589" y="322"/>
                </a:cxn>
                <a:cxn ang="0">
                  <a:pos x="1409" y="358"/>
                </a:cxn>
                <a:cxn ang="0">
                  <a:pos x="1152" y="442"/>
                </a:cxn>
                <a:cxn ang="0">
                  <a:pos x="966" y="460"/>
                </a:cxn>
                <a:cxn ang="0">
                  <a:pos x="870" y="442"/>
                </a:cxn>
                <a:cxn ang="0">
                  <a:pos x="828" y="430"/>
                </a:cxn>
                <a:cxn ang="0">
                  <a:pos x="743" y="388"/>
                </a:cxn>
                <a:cxn ang="0">
                  <a:pos x="636" y="334"/>
                </a:cxn>
                <a:cxn ang="0">
                  <a:pos x="467" y="256"/>
                </a:cxn>
                <a:cxn ang="0">
                  <a:pos x="0" y="0"/>
                </a:cxn>
                <a:cxn ang="0">
                  <a:pos x="585" y="390"/>
                </a:cxn>
                <a:cxn ang="0">
                  <a:pos x="849" y="543"/>
                </a:cxn>
                <a:cxn ang="0">
                  <a:pos x="897" y="621"/>
                </a:cxn>
              </a:cxnLst>
              <a:rect l="0" t="0" r="r" b="b"/>
              <a:pathLst>
                <a:path w="2595" h="933">
                  <a:moveTo>
                    <a:pt x="981" y="675"/>
                  </a:moveTo>
                  <a:lnTo>
                    <a:pt x="1050" y="657"/>
                  </a:lnTo>
                  <a:lnTo>
                    <a:pt x="1143" y="651"/>
                  </a:lnTo>
                  <a:lnTo>
                    <a:pt x="1581" y="690"/>
                  </a:lnTo>
                  <a:lnTo>
                    <a:pt x="1623" y="738"/>
                  </a:lnTo>
                  <a:lnTo>
                    <a:pt x="1671" y="723"/>
                  </a:lnTo>
                  <a:lnTo>
                    <a:pt x="1656" y="675"/>
                  </a:lnTo>
                  <a:lnTo>
                    <a:pt x="1176" y="621"/>
                  </a:lnTo>
                  <a:lnTo>
                    <a:pt x="1797" y="534"/>
                  </a:lnTo>
                  <a:lnTo>
                    <a:pt x="1854" y="567"/>
                  </a:lnTo>
                  <a:lnTo>
                    <a:pt x="1881" y="585"/>
                  </a:lnTo>
                  <a:lnTo>
                    <a:pt x="1869" y="612"/>
                  </a:lnTo>
                  <a:lnTo>
                    <a:pt x="1995" y="852"/>
                  </a:lnTo>
                  <a:lnTo>
                    <a:pt x="2103" y="861"/>
                  </a:lnTo>
                  <a:lnTo>
                    <a:pt x="1889" y="538"/>
                  </a:lnTo>
                  <a:lnTo>
                    <a:pt x="1883" y="520"/>
                  </a:lnTo>
                  <a:lnTo>
                    <a:pt x="1872" y="508"/>
                  </a:lnTo>
                  <a:lnTo>
                    <a:pt x="1842" y="490"/>
                  </a:lnTo>
                  <a:lnTo>
                    <a:pt x="1806" y="478"/>
                  </a:lnTo>
                  <a:lnTo>
                    <a:pt x="1770" y="466"/>
                  </a:lnTo>
                  <a:lnTo>
                    <a:pt x="1752" y="454"/>
                  </a:lnTo>
                  <a:lnTo>
                    <a:pt x="1740" y="448"/>
                  </a:lnTo>
                  <a:lnTo>
                    <a:pt x="1746" y="436"/>
                  </a:lnTo>
                  <a:lnTo>
                    <a:pt x="1758" y="436"/>
                  </a:lnTo>
                  <a:lnTo>
                    <a:pt x="1782" y="430"/>
                  </a:lnTo>
                  <a:lnTo>
                    <a:pt x="1830" y="430"/>
                  </a:lnTo>
                  <a:lnTo>
                    <a:pt x="1854" y="430"/>
                  </a:lnTo>
                  <a:lnTo>
                    <a:pt x="1877" y="424"/>
                  </a:lnTo>
                  <a:lnTo>
                    <a:pt x="1925" y="400"/>
                  </a:lnTo>
                  <a:lnTo>
                    <a:pt x="1955" y="394"/>
                  </a:lnTo>
                  <a:lnTo>
                    <a:pt x="1979" y="394"/>
                  </a:lnTo>
                  <a:lnTo>
                    <a:pt x="2052" y="396"/>
                  </a:lnTo>
                  <a:lnTo>
                    <a:pt x="2046" y="456"/>
                  </a:lnTo>
                  <a:lnTo>
                    <a:pt x="2253" y="732"/>
                  </a:lnTo>
                  <a:lnTo>
                    <a:pt x="2334" y="816"/>
                  </a:lnTo>
                  <a:lnTo>
                    <a:pt x="2415" y="933"/>
                  </a:lnTo>
                  <a:lnTo>
                    <a:pt x="2430" y="909"/>
                  </a:lnTo>
                  <a:lnTo>
                    <a:pt x="2397" y="828"/>
                  </a:lnTo>
                  <a:lnTo>
                    <a:pt x="2094" y="412"/>
                  </a:lnTo>
                  <a:lnTo>
                    <a:pt x="2088" y="400"/>
                  </a:lnTo>
                  <a:lnTo>
                    <a:pt x="2076" y="376"/>
                  </a:lnTo>
                  <a:lnTo>
                    <a:pt x="2046" y="346"/>
                  </a:lnTo>
                  <a:lnTo>
                    <a:pt x="2015" y="322"/>
                  </a:lnTo>
                  <a:lnTo>
                    <a:pt x="1997" y="304"/>
                  </a:lnTo>
                  <a:lnTo>
                    <a:pt x="1979" y="292"/>
                  </a:lnTo>
                  <a:lnTo>
                    <a:pt x="1967" y="286"/>
                  </a:lnTo>
                  <a:lnTo>
                    <a:pt x="1967" y="286"/>
                  </a:lnTo>
                  <a:lnTo>
                    <a:pt x="1973" y="286"/>
                  </a:lnTo>
                  <a:lnTo>
                    <a:pt x="1985" y="286"/>
                  </a:lnTo>
                  <a:lnTo>
                    <a:pt x="2009" y="286"/>
                  </a:lnTo>
                  <a:lnTo>
                    <a:pt x="2040" y="298"/>
                  </a:lnTo>
                  <a:lnTo>
                    <a:pt x="2082" y="322"/>
                  </a:lnTo>
                  <a:lnTo>
                    <a:pt x="2124" y="348"/>
                  </a:lnTo>
                  <a:lnTo>
                    <a:pt x="2199" y="384"/>
                  </a:lnTo>
                  <a:lnTo>
                    <a:pt x="2325" y="426"/>
                  </a:lnTo>
                  <a:lnTo>
                    <a:pt x="2394" y="448"/>
                  </a:lnTo>
                  <a:lnTo>
                    <a:pt x="2523" y="522"/>
                  </a:lnTo>
                  <a:lnTo>
                    <a:pt x="2595" y="516"/>
                  </a:lnTo>
                  <a:lnTo>
                    <a:pt x="2442" y="454"/>
                  </a:lnTo>
                  <a:lnTo>
                    <a:pt x="2388" y="424"/>
                  </a:lnTo>
                  <a:lnTo>
                    <a:pt x="2327" y="388"/>
                  </a:lnTo>
                  <a:lnTo>
                    <a:pt x="2219" y="340"/>
                  </a:lnTo>
                  <a:lnTo>
                    <a:pt x="2106" y="292"/>
                  </a:lnTo>
                  <a:lnTo>
                    <a:pt x="2052" y="280"/>
                  </a:lnTo>
                  <a:lnTo>
                    <a:pt x="2003" y="268"/>
                  </a:lnTo>
                  <a:lnTo>
                    <a:pt x="1955" y="262"/>
                  </a:lnTo>
                  <a:lnTo>
                    <a:pt x="1919" y="268"/>
                  </a:lnTo>
                  <a:lnTo>
                    <a:pt x="1877" y="274"/>
                  </a:lnTo>
                  <a:lnTo>
                    <a:pt x="1812" y="274"/>
                  </a:lnTo>
                  <a:lnTo>
                    <a:pt x="1752" y="274"/>
                  </a:lnTo>
                  <a:lnTo>
                    <a:pt x="1703" y="286"/>
                  </a:lnTo>
                  <a:lnTo>
                    <a:pt x="1661" y="292"/>
                  </a:lnTo>
                  <a:lnTo>
                    <a:pt x="1631" y="304"/>
                  </a:lnTo>
                  <a:lnTo>
                    <a:pt x="1607" y="316"/>
                  </a:lnTo>
                  <a:lnTo>
                    <a:pt x="1595" y="322"/>
                  </a:lnTo>
                  <a:lnTo>
                    <a:pt x="1589" y="322"/>
                  </a:lnTo>
                  <a:lnTo>
                    <a:pt x="1500" y="334"/>
                  </a:lnTo>
                  <a:lnTo>
                    <a:pt x="1409" y="358"/>
                  </a:lnTo>
                  <a:lnTo>
                    <a:pt x="1236" y="418"/>
                  </a:lnTo>
                  <a:lnTo>
                    <a:pt x="1152" y="442"/>
                  </a:lnTo>
                  <a:lnTo>
                    <a:pt x="1061" y="460"/>
                  </a:lnTo>
                  <a:lnTo>
                    <a:pt x="966" y="460"/>
                  </a:lnTo>
                  <a:lnTo>
                    <a:pt x="918" y="454"/>
                  </a:lnTo>
                  <a:lnTo>
                    <a:pt x="870" y="442"/>
                  </a:lnTo>
                  <a:lnTo>
                    <a:pt x="858" y="436"/>
                  </a:lnTo>
                  <a:lnTo>
                    <a:pt x="828" y="430"/>
                  </a:lnTo>
                  <a:lnTo>
                    <a:pt x="791" y="412"/>
                  </a:lnTo>
                  <a:lnTo>
                    <a:pt x="743" y="388"/>
                  </a:lnTo>
                  <a:lnTo>
                    <a:pt x="690" y="364"/>
                  </a:lnTo>
                  <a:lnTo>
                    <a:pt x="636" y="334"/>
                  </a:lnTo>
                  <a:lnTo>
                    <a:pt x="515" y="280"/>
                  </a:lnTo>
                  <a:lnTo>
                    <a:pt x="467" y="256"/>
                  </a:lnTo>
                  <a:lnTo>
                    <a:pt x="443" y="244"/>
                  </a:lnTo>
                  <a:lnTo>
                    <a:pt x="0" y="0"/>
                  </a:lnTo>
                  <a:lnTo>
                    <a:pt x="123" y="120"/>
                  </a:lnTo>
                  <a:lnTo>
                    <a:pt x="585" y="390"/>
                  </a:lnTo>
                  <a:lnTo>
                    <a:pt x="708" y="462"/>
                  </a:lnTo>
                  <a:lnTo>
                    <a:pt x="849" y="543"/>
                  </a:lnTo>
                  <a:lnTo>
                    <a:pt x="882" y="564"/>
                  </a:lnTo>
                  <a:lnTo>
                    <a:pt x="897" y="621"/>
                  </a:lnTo>
                  <a:lnTo>
                    <a:pt x="981" y="675"/>
                  </a:lnTo>
                  <a:close/>
                </a:path>
              </a:pathLst>
            </a:custGeom>
            <a:gradFill rotWithShape="0">
              <a:gsLst>
                <a:gs pos="0">
                  <a:schemeClr val="bg2">
                    <a:gamma/>
                    <a:tint val="81961"/>
                    <a:invGamma/>
                  </a:schemeClr>
                </a:gs>
                <a:gs pos="100000">
                  <a:schemeClr val="bg2"/>
                </a:gs>
              </a:gsLst>
              <a:lin ang="2700000" scaled="1"/>
            </a:gradFill>
            <a:ln w="9525">
              <a:no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70" name="Freeform 17"/>
            <p:cNvSpPr/>
            <p:nvPr userDrawn="1"/>
          </p:nvSpPr>
          <p:spPr>
            <a:xfrm>
              <a:off x="0" y="2994"/>
              <a:ext cx="2723" cy="1091"/>
            </a:xfrm>
            <a:custGeom>
              <a:avLst/>
              <a:gdLst/>
              <a:ahLst/>
              <a:cxnLst>
                <a:cxn ang="0">
                  <a:pos x="2370" y="72"/>
                </a:cxn>
                <a:cxn ang="0">
                  <a:pos x="2597" y="198"/>
                </a:cxn>
                <a:cxn ang="0">
                  <a:pos x="2639" y="276"/>
                </a:cxn>
                <a:cxn ang="0">
                  <a:pos x="2453" y="264"/>
                </a:cxn>
                <a:cxn ang="0">
                  <a:pos x="2297" y="204"/>
                </a:cxn>
                <a:cxn ang="0">
                  <a:pos x="2112" y="66"/>
                </a:cxn>
                <a:cxn ang="0">
                  <a:pos x="2088" y="72"/>
                </a:cxn>
                <a:cxn ang="0">
                  <a:pos x="2106" y="114"/>
                </a:cxn>
                <a:cxn ang="0">
                  <a:pos x="2412" y="552"/>
                </a:cxn>
                <a:cxn ang="0">
                  <a:pos x="2279" y="564"/>
                </a:cxn>
                <a:cxn ang="0">
                  <a:pos x="2189" y="492"/>
                </a:cxn>
                <a:cxn ang="0">
                  <a:pos x="2058" y="330"/>
                </a:cxn>
                <a:cxn ang="0">
                  <a:pos x="1991" y="234"/>
                </a:cxn>
                <a:cxn ang="0">
                  <a:pos x="1949" y="174"/>
                </a:cxn>
                <a:cxn ang="0">
                  <a:pos x="1824" y="132"/>
                </a:cxn>
                <a:cxn ang="0">
                  <a:pos x="1794" y="144"/>
                </a:cxn>
                <a:cxn ang="0">
                  <a:pos x="1895" y="222"/>
                </a:cxn>
                <a:cxn ang="0">
                  <a:pos x="1943" y="366"/>
                </a:cxn>
                <a:cxn ang="0">
                  <a:pos x="2064" y="630"/>
                </a:cxn>
                <a:cxn ang="0">
                  <a:pos x="2052" y="695"/>
                </a:cxn>
                <a:cxn ang="0">
                  <a:pos x="1955" y="683"/>
                </a:cxn>
                <a:cxn ang="0">
                  <a:pos x="1913" y="636"/>
                </a:cxn>
                <a:cxn ang="0">
                  <a:pos x="1703" y="312"/>
                </a:cxn>
                <a:cxn ang="0">
                  <a:pos x="1637" y="276"/>
                </a:cxn>
                <a:cxn ang="0">
                  <a:pos x="1643" y="318"/>
                </a:cxn>
                <a:cxn ang="0">
                  <a:pos x="1673" y="408"/>
                </a:cxn>
                <a:cxn ang="0">
                  <a:pos x="1716" y="779"/>
                </a:cxn>
                <a:cxn ang="0">
                  <a:pos x="1691" y="737"/>
                </a:cxn>
                <a:cxn ang="0">
                  <a:pos x="1613" y="582"/>
                </a:cxn>
                <a:cxn ang="0">
                  <a:pos x="1494" y="480"/>
                </a:cxn>
                <a:cxn ang="0">
                  <a:pos x="1248" y="528"/>
                </a:cxn>
                <a:cxn ang="0">
                  <a:pos x="996" y="630"/>
                </a:cxn>
                <a:cxn ang="0">
                  <a:pos x="714" y="534"/>
                </a:cxn>
                <a:cxn ang="0">
                  <a:pos x="198" y="288"/>
                </a:cxn>
                <a:cxn ang="0">
                  <a:pos x="0" y="460"/>
                </a:cxn>
                <a:cxn ang="0">
                  <a:pos x="288" y="570"/>
                </a:cxn>
                <a:cxn ang="0">
                  <a:pos x="461" y="654"/>
                </a:cxn>
                <a:cxn ang="0">
                  <a:pos x="725" y="755"/>
                </a:cxn>
                <a:cxn ang="0">
                  <a:pos x="966" y="791"/>
                </a:cxn>
                <a:cxn ang="0">
                  <a:pos x="1176" y="779"/>
                </a:cxn>
                <a:cxn ang="0">
                  <a:pos x="1278" y="791"/>
                </a:cxn>
                <a:cxn ang="0">
                  <a:pos x="1404" y="845"/>
                </a:cxn>
                <a:cxn ang="0">
                  <a:pos x="1416" y="887"/>
                </a:cxn>
                <a:cxn ang="0">
                  <a:pos x="1361" y="923"/>
                </a:cxn>
                <a:cxn ang="0">
                  <a:pos x="1385" y="1007"/>
                </a:cxn>
                <a:cxn ang="0">
                  <a:pos x="1494" y="1085"/>
                </a:cxn>
                <a:cxn ang="0">
                  <a:pos x="1697" y="1043"/>
                </a:cxn>
                <a:cxn ang="0">
                  <a:pos x="1812" y="989"/>
                </a:cxn>
                <a:cxn ang="0">
                  <a:pos x="1973" y="917"/>
                </a:cxn>
                <a:cxn ang="0">
                  <a:pos x="2201" y="899"/>
                </a:cxn>
                <a:cxn ang="0">
                  <a:pos x="2364" y="863"/>
                </a:cxn>
                <a:cxn ang="0">
                  <a:pos x="2400" y="743"/>
                </a:cxn>
                <a:cxn ang="0">
                  <a:pos x="2471" y="701"/>
                </a:cxn>
                <a:cxn ang="0">
                  <a:pos x="2621" y="504"/>
                </a:cxn>
                <a:cxn ang="0">
                  <a:pos x="2693" y="374"/>
                </a:cxn>
              </a:cxnLst>
              <a:pathLst>
                <a:path w="2723" h="1091">
                  <a:moveTo>
                    <a:pt x="2723" y="299"/>
                  </a:moveTo>
                  <a:lnTo>
                    <a:pt x="2715" y="240"/>
                  </a:lnTo>
                  <a:lnTo>
                    <a:pt x="2656" y="195"/>
                  </a:lnTo>
                  <a:lnTo>
                    <a:pt x="2370" y="72"/>
                  </a:lnTo>
                  <a:lnTo>
                    <a:pt x="2303" y="54"/>
                  </a:lnTo>
                  <a:lnTo>
                    <a:pt x="2585" y="186"/>
                  </a:lnTo>
                  <a:lnTo>
                    <a:pt x="2591" y="192"/>
                  </a:lnTo>
                  <a:lnTo>
                    <a:pt x="2597" y="198"/>
                  </a:lnTo>
                  <a:lnTo>
                    <a:pt x="2621" y="228"/>
                  </a:lnTo>
                  <a:lnTo>
                    <a:pt x="2639" y="258"/>
                  </a:lnTo>
                  <a:lnTo>
                    <a:pt x="2646" y="270"/>
                  </a:lnTo>
                  <a:lnTo>
                    <a:pt x="2639" y="276"/>
                  </a:lnTo>
                  <a:lnTo>
                    <a:pt x="2603" y="282"/>
                  </a:lnTo>
                  <a:lnTo>
                    <a:pt x="2555" y="282"/>
                  </a:lnTo>
                  <a:lnTo>
                    <a:pt x="2507" y="276"/>
                  </a:lnTo>
                  <a:lnTo>
                    <a:pt x="2453" y="264"/>
                  </a:lnTo>
                  <a:lnTo>
                    <a:pt x="2394" y="246"/>
                  </a:lnTo>
                  <a:lnTo>
                    <a:pt x="2340" y="222"/>
                  </a:lnTo>
                  <a:lnTo>
                    <a:pt x="2321" y="216"/>
                  </a:lnTo>
                  <a:lnTo>
                    <a:pt x="2297" y="204"/>
                  </a:lnTo>
                  <a:lnTo>
                    <a:pt x="2171" y="126"/>
                  </a:lnTo>
                  <a:lnTo>
                    <a:pt x="2165" y="120"/>
                  </a:lnTo>
                  <a:lnTo>
                    <a:pt x="2154" y="102"/>
                  </a:lnTo>
                  <a:lnTo>
                    <a:pt x="2112" y="66"/>
                  </a:lnTo>
                  <a:lnTo>
                    <a:pt x="2064" y="24"/>
                  </a:lnTo>
                  <a:lnTo>
                    <a:pt x="2046" y="6"/>
                  </a:lnTo>
                  <a:lnTo>
                    <a:pt x="2034" y="0"/>
                  </a:lnTo>
                  <a:lnTo>
                    <a:pt x="2088" y="72"/>
                  </a:lnTo>
                  <a:lnTo>
                    <a:pt x="2106" y="108"/>
                  </a:lnTo>
                  <a:lnTo>
                    <a:pt x="2106" y="114"/>
                  </a:lnTo>
                  <a:lnTo>
                    <a:pt x="2112" y="114"/>
                  </a:lnTo>
                  <a:lnTo>
                    <a:pt x="2406" y="516"/>
                  </a:lnTo>
                  <a:lnTo>
                    <a:pt x="2412" y="534"/>
                  </a:lnTo>
                  <a:lnTo>
                    <a:pt x="2412" y="552"/>
                  </a:lnTo>
                  <a:lnTo>
                    <a:pt x="2394" y="576"/>
                  </a:lnTo>
                  <a:lnTo>
                    <a:pt x="2364" y="588"/>
                  </a:lnTo>
                  <a:lnTo>
                    <a:pt x="2321" y="588"/>
                  </a:lnTo>
                  <a:lnTo>
                    <a:pt x="2279" y="564"/>
                  </a:lnTo>
                  <a:lnTo>
                    <a:pt x="2237" y="534"/>
                  </a:lnTo>
                  <a:lnTo>
                    <a:pt x="2201" y="504"/>
                  </a:lnTo>
                  <a:lnTo>
                    <a:pt x="2195" y="498"/>
                  </a:lnTo>
                  <a:lnTo>
                    <a:pt x="2189" y="492"/>
                  </a:lnTo>
                  <a:lnTo>
                    <a:pt x="2171" y="462"/>
                  </a:lnTo>
                  <a:lnTo>
                    <a:pt x="2142" y="420"/>
                  </a:lnTo>
                  <a:lnTo>
                    <a:pt x="2100" y="378"/>
                  </a:lnTo>
                  <a:lnTo>
                    <a:pt x="2058" y="330"/>
                  </a:lnTo>
                  <a:lnTo>
                    <a:pt x="2040" y="318"/>
                  </a:lnTo>
                  <a:lnTo>
                    <a:pt x="2028" y="300"/>
                  </a:lnTo>
                  <a:lnTo>
                    <a:pt x="2009" y="264"/>
                  </a:lnTo>
                  <a:lnTo>
                    <a:pt x="1991" y="234"/>
                  </a:lnTo>
                  <a:lnTo>
                    <a:pt x="1985" y="210"/>
                  </a:lnTo>
                  <a:lnTo>
                    <a:pt x="1973" y="192"/>
                  </a:lnTo>
                  <a:lnTo>
                    <a:pt x="1967" y="180"/>
                  </a:lnTo>
                  <a:lnTo>
                    <a:pt x="1949" y="174"/>
                  </a:lnTo>
                  <a:lnTo>
                    <a:pt x="1907" y="156"/>
                  </a:lnTo>
                  <a:lnTo>
                    <a:pt x="1860" y="138"/>
                  </a:lnTo>
                  <a:lnTo>
                    <a:pt x="1836" y="132"/>
                  </a:lnTo>
                  <a:lnTo>
                    <a:pt x="1824" y="132"/>
                  </a:lnTo>
                  <a:lnTo>
                    <a:pt x="1806" y="132"/>
                  </a:lnTo>
                  <a:lnTo>
                    <a:pt x="1800" y="138"/>
                  </a:lnTo>
                  <a:lnTo>
                    <a:pt x="1794" y="144"/>
                  </a:lnTo>
                  <a:lnTo>
                    <a:pt x="1842" y="156"/>
                  </a:lnTo>
                  <a:lnTo>
                    <a:pt x="1872" y="180"/>
                  </a:lnTo>
                  <a:lnTo>
                    <a:pt x="1889" y="204"/>
                  </a:lnTo>
                  <a:lnTo>
                    <a:pt x="1895" y="222"/>
                  </a:lnTo>
                  <a:lnTo>
                    <a:pt x="1889" y="240"/>
                  </a:lnTo>
                  <a:lnTo>
                    <a:pt x="1901" y="270"/>
                  </a:lnTo>
                  <a:lnTo>
                    <a:pt x="1919" y="318"/>
                  </a:lnTo>
                  <a:lnTo>
                    <a:pt x="1943" y="366"/>
                  </a:lnTo>
                  <a:lnTo>
                    <a:pt x="1991" y="480"/>
                  </a:lnTo>
                  <a:lnTo>
                    <a:pt x="2021" y="534"/>
                  </a:lnTo>
                  <a:lnTo>
                    <a:pt x="2040" y="582"/>
                  </a:lnTo>
                  <a:lnTo>
                    <a:pt x="2064" y="630"/>
                  </a:lnTo>
                  <a:lnTo>
                    <a:pt x="2076" y="666"/>
                  </a:lnTo>
                  <a:lnTo>
                    <a:pt x="2082" y="683"/>
                  </a:lnTo>
                  <a:lnTo>
                    <a:pt x="2070" y="695"/>
                  </a:lnTo>
                  <a:lnTo>
                    <a:pt x="2052" y="695"/>
                  </a:lnTo>
                  <a:lnTo>
                    <a:pt x="2021" y="695"/>
                  </a:lnTo>
                  <a:lnTo>
                    <a:pt x="1997" y="695"/>
                  </a:lnTo>
                  <a:lnTo>
                    <a:pt x="1973" y="689"/>
                  </a:lnTo>
                  <a:lnTo>
                    <a:pt x="1955" y="683"/>
                  </a:lnTo>
                  <a:lnTo>
                    <a:pt x="1949" y="683"/>
                  </a:lnTo>
                  <a:lnTo>
                    <a:pt x="1949" y="677"/>
                  </a:lnTo>
                  <a:lnTo>
                    <a:pt x="1943" y="672"/>
                  </a:lnTo>
                  <a:lnTo>
                    <a:pt x="1913" y="636"/>
                  </a:lnTo>
                  <a:lnTo>
                    <a:pt x="1806" y="324"/>
                  </a:lnTo>
                  <a:lnTo>
                    <a:pt x="1776" y="330"/>
                  </a:lnTo>
                  <a:lnTo>
                    <a:pt x="1746" y="330"/>
                  </a:lnTo>
                  <a:lnTo>
                    <a:pt x="1703" y="312"/>
                  </a:lnTo>
                  <a:lnTo>
                    <a:pt x="1673" y="288"/>
                  </a:lnTo>
                  <a:lnTo>
                    <a:pt x="1667" y="276"/>
                  </a:lnTo>
                  <a:lnTo>
                    <a:pt x="1655" y="270"/>
                  </a:lnTo>
                  <a:lnTo>
                    <a:pt x="1637" y="276"/>
                  </a:lnTo>
                  <a:lnTo>
                    <a:pt x="1631" y="288"/>
                  </a:lnTo>
                  <a:lnTo>
                    <a:pt x="1625" y="306"/>
                  </a:lnTo>
                  <a:lnTo>
                    <a:pt x="1625" y="312"/>
                  </a:lnTo>
                  <a:lnTo>
                    <a:pt x="1643" y="318"/>
                  </a:lnTo>
                  <a:lnTo>
                    <a:pt x="1655" y="336"/>
                  </a:lnTo>
                  <a:lnTo>
                    <a:pt x="1667" y="366"/>
                  </a:lnTo>
                  <a:lnTo>
                    <a:pt x="1673" y="402"/>
                  </a:lnTo>
                  <a:lnTo>
                    <a:pt x="1673" y="408"/>
                  </a:lnTo>
                  <a:lnTo>
                    <a:pt x="1673" y="414"/>
                  </a:lnTo>
                  <a:lnTo>
                    <a:pt x="1716" y="761"/>
                  </a:lnTo>
                  <a:lnTo>
                    <a:pt x="1716" y="773"/>
                  </a:lnTo>
                  <a:lnTo>
                    <a:pt x="1716" y="779"/>
                  </a:lnTo>
                  <a:lnTo>
                    <a:pt x="1709" y="773"/>
                  </a:lnTo>
                  <a:lnTo>
                    <a:pt x="1703" y="755"/>
                  </a:lnTo>
                  <a:lnTo>
                    <a:pt x="1697" y="749"/>
                  </a:lnTo>
                  <a:lnTo>
                    <a:pt x="1691" y="737"/>
                  </a:lnTo>
                  <a:lnTo>
                    <a:pt x="1679" y="713"/>
                  </a:lnTo>
                  <a:lnTo>
                    <a:pt x="1661" y="672"/>
                  </a:lnTo>
                  <a:lnTo>
                    <a:pt x="1643" y="630"/>
                  </a:lnTo>
                  <a:lnTo>
                    <a:pt x="1613" y="582"/>
                  </a:lnTo>
                  <a:lnTo>
                    <a:pt x="1589" y="540"/>
                  </a:lnTo>
                  <a:lnTo>
                    <a:pt x="1560" y="510"/>
                  </a:lnTo>
                  <a:lnTo>
                    <a:pt x="1536" y="492"/>
                  </a:lnTo>
                  <a:lnTo>
                    <a:pt x="1494" y="480"/>
                  </a:lnTo>
                  <a:lnTo>
                    <a:pt x="1446" y="480"/>
                  </a:lnTo>
                  <a:lnTo>
                    <a:pt x="1397" y="486"/>
                  </a:lnTo>
                  <a:lnTo>
                    <a:pt x="1349" y="498"/>
                  </a:lnTo>
                  <a:lnTo>
                    <a:pt x="1248" y="528"/>
                  </a:lnTo>
                  <a:lnTo>
                    <a:pt x="1158" y="570"/>
                  </a:lnTo>
                  <a:lnTo>
                    <a:pt x="1104" y="600"/>
                  </a:lnTo>
                  <a:lnTo>
                    <a:pt x="1037" y="624"/>
                  </a:lnTo>
                  <a:lnTo>
                    <a:pt x="996" y="630"/>
                  </a:lnTo>
                  <a:lnTo>
                    <a:pt x="948" y="630"/>
                  </a:lnTo>
                  <a:lnTo>
                    <a:pt x="900" y="618"/>
                  </a:lnTo>
                  <a:lnTo>
                    <a:pt x="840" y="588"/>
                  </a:lnTo>
                  <a:lnTo>
                    <a:pt x="714" y="534"/>
                  </a:lnTo>
                  <a:lnTo>
                    <a:pt x="582" y="474"/>
                  </a:lnTo>
                  <a:lnTo>
                    <a:pt x="443" y="408"/>
                  </a:lnTo>
                  <a:lnTo>
                    <a:pt x="318" y="348"/>
                  </a:lnTo>
                  <a:lnTo>
                    <a:pt x="198" y="288"/>
                  </a:lnTo>
                  <a:lnTo>
                    <a:pt x="149" y="264"/>
                  </a:lnTo>
                  <a:lnTo>
                    <a:pt x="102" y="240"/>
                  </a:lnTo>
                  <a:lnTo>
                    <a:pt x="0" y="187"/>
                  </a:lnTo>
                  <a:lnTo>
                    <a:pt x="0" y="460"/>
                  </a:lnTo>
                  <a:lnTo>
                    <a:pt x="36" y="474"/>
                  </a:lnTo>
                  <a:lnTo>
                    <a:pt x="149" y="516"/>
                  </a:lnTo>
                  <a:lnTo>
                    <a:pt x="216" y="540"/>
                  </a:lnTo>
                  <a:lnTo>
                    <a:pt x="288" y="570"/>
                  </a:lnTo>
                  <a:lnTo>
                    <a:pt x="348" y="594"/>
                  </a:lnTo>
                  <a:lnTo>
                    <a:pt x="396" y="618"/>
                  </a:lnTo>
                  <a:lnTo>
                    <a:pt x="432" y="636"/>
                  </a:lnTo>
                  <a:lnTo>
                    <a:pt x="461" y="654"/>
                  </a:lnTo>
                  <a:lnTo>
                    <a:pt x="504" y="672"/>
                  </a:lnTo>
                  <a:lnTo>
                    <a:pt x="588" y="707"/>
                  </a:lnTo>
                  <a:lnTo>
                    <a:pt x="684" y="743"/>
                  </a:lnTo>
                  <a:lnTo>
                    <a:pt x="725" y="755"/>
                  </a:lnTo>
                  <a:lnTo>
                    <a:pt x="761" y="767"/>
                  </a:lnTo>
                  <a:lnTo>
                    <a:pt x="828" y="779"/>
                  </a:lnTo>
                  <a:lnTo>
                    <a:pt x="894" y="785"/>
                  </a:lnTo>
                  <a:lnTo>
                    <a:pt x="966" y="791"/>
                  </a:lnTo>
                  <a:lnTo>
                    <a:pt x="1031" y="791"/>
                  </a:lnTo>
                  <a:lnTo>
                    <a:pt x="1092" y="785"/>
                  </a:lnTo>
                  <a:lnTo>
                    <a:pt x="1146" y="785"/>
                  </a:lnTo>
                  <a:lnTo>
                    <a:pt x="1176" y="779"/>
                  </a:lnTo>
                  <a:lnTo>
                    <a:pt x="1188" y="779"/>
                  </a:lnTo>
                  <a:lnTo>
                    <a:pt x="1236" y="785"/>
                  </a:lnTo>
                  <a:lnTo>
                    <a:pt x="1278" y="791"/>
                  </a:lnTo>
                  <a:lnTo>
                    <a:pt x="1307" y="803"/>
                  </a:lnTo>
                  <a:lnTo>
                    <a:pt x="1337" y="809"/>
                  </a:lnTo>
                  <a:lnTo>
                    <a:pt x="1379" y="827"/>
                  </a:lnTo>
                  <a:lnTo>
                    <a:pt x="1404" y="845"/>
                  </a:lnTo>
                  <a:lnTo>
                    <a:pt x="1416" y="863"/>
                  </a:lnTo>
                  <a:lnTo>
                    <a:pt x="1416" y="875"/>
                  </a:lnTo>
                  <a:lnTo>
                    <a:pt x="1416" y="881"/>
                  </a:lnTo>
                  <a:lnTo>
                    <a:pt x="1416" y="887"/>
                  </a:lnTo>
                  <a:lnTo>
                    <a:pt x="1410" y="887"/>
                  </a:lnTo>
                  <a:lnTo>
                    <a:pt x="1397" y="893"/>
                  </a:lnTo>
                  <a:lnTo>
                    <a:pt x="1379" y="905"/>
                  </a:lnTo>
                  <a:lnTo>
                    <a:pt x="1361" y="923"/>
                  </a:lnTo>
                  <a:lnTo>
                    <a:pt x="1355" y="941"/>
                  </a:lnTo>
                  <a:lnTo>
                    <a:pt x="1361" y="971"/>
                  </a:lnTo>
                  <a:lnTo>
                    <a:pt x="1367" y="989"/>
                  </a:lnTo>
                  <a:lnTo>
                    <a:pt x="1385" y="1007"/>
                  </a:lnTo>
                  <a:lnTo>
                    <a:pt x="1404" y="1025"/>
                  </a:lnTo>
                  <a:lnTo>
                    <a:pt x="1434" y="1049"/>
                  </a:lnTo>
                  <a:lnTo>
                    <a:pt x="1464" y="1067"/>
                  </a:lnTo>
                  <a:lnTo>
                    <a:pt x="1494" y="1085"/>
                  </a:lnTo>
                  <a:lnTo>
                    <a:pt x="1554" y="1091"/>
                  </a:lnTo>
                  <a:lnTo>
                    <a:pt x="1607" y="1085"/>
                  </a:lnTo>
                  <a:lnTo>
                    <a:pt x="1661" y="1067"/>
                  </a:lnTo>
                  <a:lnTo>
                    <a:pt x="1697" y="1043"/>
                  </a:lnTo>
                  <a:lnTo>
                    <a:pt x="1734" y="1019"/>
                  </a:lnTo>
                  <a:lnTo>
                    <a:pt x="1752" y="995"/>
                  </a:lnTo>
                  <a:lnTo>
                    <a:pt x="1758" y="989"/>
                  </a:lnTo>
                  <a:lnTo>
                    <a:pt x="1812" y="989"/>
                  </a:lnTo>
                  <a:lnTo>
                    <a:pt x="1860" y="983"/>
                  </a:lnTo>
                  <a:lnTo>
                    <a:pt x="1907" y="965"/>
                  </a:lnTo>
                  <a:lnTo>
                    <a:pt x="1943" y="941"/>
                  </a:lnTo>
                  <a:lnTo>
                    <a:pt x="1973" y="917"/>
                  </a:lnTo>
                  <a:lnTo>
                    <a:pt x="2003" y="899"/>
                  </a:lnTo>
                  <a:lnTo>
                    <a:pt x="2015" y="881"/>
                  </a:lnTo>
                  <a:lnTo>
                    <a:pt x="2021" y="875"/>
                  </a:lnTo>
                  <a:lnTo>
                    <a:pt x="2201" y="899"/>
                  </a:lnTo>
                  <a:lnTo>
                    <a:pt x="2243" y="905"/>
                  </a:lnTo>
                  <a:lnTo>
                    <a:pt x="2273" y="899"/>
                  </a:lnTo>
                  <a:lnTo>
                    <a:pt x="2327" y="887"/>
                  </a:lnTo>
                  <a:lnTo>
                    <a:pt x="2364" y="863"/>
                  </a:lnTo>
                  <a:lnTo>
                    <a:pt x="2388" y="827"/>
                  </a:lnTo>
                  <a:lnTo>
                    <a:pt x="2400" y="797"/>
                  </a:lnTo>
                  <a:lnTo>
                    <a:pt x="2400" y="767"/>
                  </a:lnTo>
                  <a:lnTo>
                    <a:pt x="2400" y="743"/>
                  </a:lnTo>
                  <a:lnTo>
                    <a:pt x="2400" y="737"/>
                  </a:lnTo>
                  <a:lnTo>
                    <a:pt x="2418" y="737"/>
                  </a:lnTo>
                  <a:lnTo>
                    <a:pt x="2436" y="731"/>
                  </a:lnTo>
                  <a:lnTo>
                    <a:pt x="2471" y="701"/>
                  </a:lnTo>
                  <a:lnTo>
                    <a:pt x="2513" y="660"/>
                  </a:lnTo>
                  <a:lnTo>
                    <a:pt x="2555" y="606"/>
                  </a:lnTo>
                  <a:lnTo>
                    <a:pt x="2591" y="552"/>
                  </a:lnTo>
                  <a:lnTo>
                    <a:pt x="2621" y="504"/>
                  </a:lnTo>
                  <a:lnTo>
                    <a:pt x="2639" y="468"/>
                  </a:lnTo>
                  <a:lnTo>
                    <a:pt x="2646" y="462"/>
                  </a:lnTo>
                  <a:lnTo>
                    <a:pt x="2646" y="456"/>
                  </a:lnTo>
                  <a:lnTo>
                    <a:pt x="2693" y="374"/>
                  </a:lnTo>
                  <a:lnTo>
                    <a:pt x="2723" y="299"/>
                  </a:lnTo>
                  <a:close/>
                </a:path>
              </a:pathLst>
            </a:custGeom>
            <a:solidFill>
              <a:schemeClr val="bg1">
                <a:alpha val="100000"/>
              </a:schemeClr>
            </a:solidFill>
            <a:ln w="9525">
              <a:noFill/>
            </a:ln>
          </p:spPr>
          <p:txBody>
            <a:bodyPr/>
            <a:p>
              <a:endParaRPr lang="zh-CN" altLang="en-US"/>
            </a:p>
          </p:txBody>
        </p:sp>
      </p:grpSp>
      <p:sp>
        <p:nvSpPr>
          <p:cNvPr id="118802" name="Rectangle 18"/>
          <p:cNvSpPr>
            <a:spLocks noGrp="1" noChangeArrowheads="1"/>
          </p:cNvSpPr>
          <p:nvPr>
            <p:ph type="title"/>
          </p:nvPr>
        </p:nvSpPr>
        <p:spPr bwMode="auto">
          <a:xfrm>
            <a:off x="457200" y="206375"/>
            <a:ext cx="8229600" cy="857250"/>
          </a:xfrm>
          <a:prstGeom prst="rect">
            <a:avLst/>
          </a:prstGeom>
          <a:noFill/>
          <a:ln w="9525">
            <a:noFill/>
            <a:miter lim="800000"/>
          </a:ln>
          <a:effectLst/>
        </p:spPr>
        <p:txBody>
          <a:bodyPr vert="horz" wrap="square" lIns="91440" tIns="45720" rIns="91440" bIns="45720" numCol="1" anchor="ctr" anchorCtr="1" compatLnSpc="1"/>
          <a:lstStyle/>
          <a:p>
            <a:pPr lvl="0"/>
            <a:r>
              <a:rPr lang="zh-CN" altLang="en-US" smtClean="0"/>
              <a:t>单击此处编辑母版标题样式</a:t>
            </a:r>
            <a:endParaRPr lang="zh-CN" altLang="en-US" smtClean="0"/>
          </a:p>
        </p:txBody>
      </p:sp>
      <p:sp>
        <p:nvSpPr>
          <p:cNvPr id="118803" name="Rectangle 19"/>
          <p:cNvSpPr>
            <a:spLocks noGrp="1" noChangeArrowheads="1"/>
          </p:cNvSpPr>
          <p:nvPr>
            <p:ph type="dt" sz="half" idx="2"/>
          </p:nvPr>
        </p:nvSpPr>
        <p:spPr bwMode="auto">
          <a:xfrm>
            <a:off x="457200" y="4686300"/>
            <a:ext cx="2133600" cy="342900"/>
          </a:xfrm>
          <a:prstGeom prst="rect">
            <a:avLst/>
          </a:prstGeom>
          <a:noFill/>
          <a:ln w="9525">
            <a:noFill/>
            <a:miter lim="800000"/>
          </a:ln>
          <a:effectLst/>
        </p:spPr>
        <p:txBody>
          <a:bodyPr vert="horz" wrap="square" lIns="91440" tIns="45720" rIns="91440" bIns="45720" numCol="1" anchor="b" anchorCtr="0" compatLnSpc="1"/>
          <a:lstStyle>
            <a:lvl1pPr>
              <a:defRPr sz="120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51BAAA8-EE84-41D9-88A9-BAA3A2838F8F}" type="datetimeFigureOut">
              <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18804" name="Rectangle 20"/>
          <p:cNvSpPr>
            <a:spLocks noGrp="1" noChangeArrowheads="1"/>
          </p:cNvSpPr>
          <p:nvPr>
            <p:ph type="ftr" sz="quarter" idx="3"/>
          </p:nvPr>
        </p:nvSpPr>
        <p:spPr bwMode="auto">
          <a:xfrm>
            <a:off x="3124200" y="4686300"/>
            <a:ext cx="2895600" cy="342900"/>
          </a:xfrm>
          <a:prstGeom prst="rect">
            <a:avLst/>
          </a:prstGeom>
          <a:noFill/>
          <a:ln w="9525">
            <a:noFill/>
            <a:miter lim="800000"/>
          </a:ln>
          <a:effectLst/>
        </p:spPr>
        <p:txBody>
          <a:bodyPr vert="horz" wrap="square" lIns="91440" tIns="45720" rIns="91440" bIns="45720" numCol="1" anchor="b" anchorCtr="0" compatLnSpc="1"/>
          <a:lstStyle>
            <a:lvl1pPr algn="ctr">
              <a:defRPr sz="120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18805" name="Rectangle 21"/>
          <p:cNvSpPr>
            <a:spLocks noGrp="1" noChangeArrowheads="1"/>
          </p:cNvSpPr>
          <p:nvPr>
            <p:ph type="sldNum" sz="quarter" idx="4"/>
          </p:nvPr>
        </p:nvSpPr>
        <p:spPr bwMode="auto">
          <a:xfrm>
            <a:off x="6553200" y="4686300"/>
            <a:ext cx="2133600" cy="342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Garamond" panose="02020404030301010803" pitchFamily="18" charset="0"/>
              </a:defRPr>
            </a:lvl1pPr>
          </a:lstStyle>
          <a:p>
            <a:pPr lvl="0" eaLnBrk="1" hangingPunct="1">
              <a:buNone/>
            </a:pPr>
            <a:fld id="{9A0DB2DC-4C9A-4742-B13C-FB6460FD3503}" type="slidenum">
              <a:rPr lang="zh-CN" altLang="en-US" dirty="0"/>
            </a:fld>
            <a:endParaRPr lang="zh-CN" altLang="en-US" dirty="0">
              <a:latin typeface="Arial" panose="020B0604020202020204" pitchFamily="34" charset="0"/>
            </a:endParaRPr>
          </a:p>
        </p:txBody>
      </p:sp>
      <p:sp>
        <p:nvSpPr>
          <p:cNvPr id="118806" name="Rectangle 22"/>
          <p:cNvSpPr>
            <a:spLocks noGrp="1" noChangeArrowheads="1"/>
          </p:cNvSpPr>
          <p:nvPr>
            <p:ph type="body" idx="1"/>
          </p:nvPr>
        </p:nvSpPr>
        <p:spPr bwMode="auto">
          <a:xfrm>
            <a:off x="457200" y="1200150"/>
            <a:ext cx="8229600" cy="3371850"/>
          </a:xfrm>
          <a:prstGeom prst="rect">
            <a:avLst/>
          </a:prstGeom>
          <a:noFill/>
          <a:ln w="9525">
            <a:noFill/>
            <a:miter lim="800000"/>
          </a:ln>
          <a:effec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 bg1="dk2" tx1="lt1" bg2="dk1"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Char char="•"/>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Char char="•"/>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hyperlink" Target="&#20013;&#21326;&#20256;&#32479;&#25991;&#21270;&#27427;&#36175;.wmv" TargetMode="Externa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jpeg"/><Relationship Id="rId2" Type="http://schemas.openxmlformats.org/officeDocument/2006/relationships/slide" Target="slide10.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jpeg"/></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image" Target="../media/image14.jpeg"/><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jpe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3.xml.rels><?xml version="1.0" encoding="UTF-8" standalone="yes"?>
<Relationships xmlns="http://schemas.openxmlformats.org/package/2006/relationships"><Relationship Id="rId9" Type="http://schemas.openxmlformats.org/officeDocument/2006/relationships/hyperlink" Target="http://baike.baidu.com/view/1129087.htm" TargetMode="External"/><Relationship Id="rId8" Type="http://schemas.openxmlformats.org/officeDocument/2006/relationships/image" Target="../media/image18.jpeg"/><Relationship Id="rId7" Type="http://schemas.openxmlformats.org/officeDocument/2006/relationships/hyperlink" Target="http://baike.baidu.com/pic/142/1203163970629150.jpg" TargetMode="External"/><Relationship Id="rId6" Type="http://schemas.openxmlformats.org/officeDocument/2006/relationships/hyperlink" Target="http://baike.baidu.com/view/1154974.htm" TargetMode="External"/><Relationship Id="rId5" Type="http://schemas.openxmlformats.org/officeDocument/2006/relationships/image" Target="../media/image17.jpeg"/><Relationship Id="rId4" Type="http://schemas.openxmlformats.org/officeDocument/2006/relationships/hyperlink" Target="http://baike.baidu.com/pic/142/12031378649317431.jpg" TargetMode="External"/><Relationship Id="rId3" Type="http://schemas.openxmlformats.org/officeDocument/2006/relationships/image" Target="../media/image16.jpeg"/><Relationship Id="rId2" Type="http://schemas.openxmlformats.org/officeDocument/2006/relationships/hyperlink" Target="http://baike.baidu.com/pic/142/12031721317245466.jpg" TargetMode="External"/><Relationship Id="rId11" Type="http://schemas.openxmlformats.org/officeDocument/2006/relationships/slideLayout" Target="../slideLayouts/slideLayout7.xml"/><Relationship Id="rId10" Type="http://schemas.openxmlformats.org/officeDocument/2006/relationships/hyperlink" Target="&#38738;&#33457;&#29943;.mp3" TargetMode="External"/><Relationship Id="rId1" Type="http://schemas.openxmlformats.org/officeDocument/2006/relationships/hyperlink" Target="http://baike.baidu.com/view/1278371.htm" TargetMode="Externa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21548;&#22920;&#22920;&#30340;&#35805;.mp3" TargetMode="External"/><Relationship Id="rId2" Type="http://schemas.openxmlformats.org/officeDocument/2006/relationships/image" Target="../media/image19.jpeg"/><Relationship Id="rId1" Type="http://schemas.openxmlformats.org/officeDocument/2006/relationships/hyperlink" Target="http://www.yxuj.com/mm/zjl/index3.htm" TargetMode="Externa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30.xml"/><Relationship Id="rId2" Type="http://schemas.openxmlformats.org/officeDocument/2006/relationships/slide" Target="slide29.xml"/><Relationship Id="rId1" Type="http://schemas.openxmlformats.org/officeDocument/2006/relationships/image" Target="../media/image2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22885;&#36816;&#24320;&#24149;&#24335;/1.mp4" TargetMode="External"/><Relationship Id="rId2" Type="http://schemas.openxmlformats.org/officeDocument/2006/relationships/hyperlink" Target="olympics-opening4-NBC.mp4" TargetMode="External"/><Relationship Id="rId1" Type="http://schemas.openxmlformats.org/officeDocument/2006/relationships/image" Target="../media/image2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 Target="slide15.xml"/><Relationship Id="rId1" Type="http://schemas.openxmlformats.org/officeDocument/2006/relationships/image" Target="../media/image22.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5.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slide" Target="slide15.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 Target="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3"/>
          <p:cNvSpPr/>
          <p:nvPr/>
        </p:nvSpPr>
        <p:spPr>
          <a:xfrm>
            <a:off x="323850" y="461963"/>
            <a:ext cx="8281988" cy="4125912"/>
          </a:xfrm>
          <a:prstGeom prst="rect">
            <a:avLst/>
          </a:prstGeom>
          <a:noFill/>
          <a:ln w="9525">
            <a:noFill/>
          </a:ln>
        </p:spPr>
        <p:txBody>
          <a:bodyPr anchor="ctr" anchorCtr="0">
            <a:spAutoFit/>
          </a:bodyPr>
          <a:p>
            <a:pPr>
              <a:lnSpc>
                <a:spcPct val="135000"/>
              </a:lnSpc>
            </a:pPr>
            <a:r>
              <a:rPr lang="zh-CN" altLang="en-US" sz="2800" b="1" dirty="0">
                <a:latin typeface="Arial" panose="020B0604020202020204" pitchFamily="34" charset="0"/>
              </a:rPr>
              <a:t>        民本思想是中国传统文化宝库中重要的思想资源，对中国历史发展产生了广泛而深刻的影响。有人认为，“民本思想和‘以人为本’的产生都是与当时的社会条件相适应的，其政治运用的目的根本上是一致的。”</a:t>
            </a:r>
            <a:endParaRPr lang="zh-CN" altLang="en-US" sz="2800" b="1" dirty="0">
              <a:latin typeface="Arial" panose="020B0604020202020204" pitchFamily="34" charset="0"/>
            </a:endParaRPr>
          </a:p>
          <a:p>
            <a:pPr>
              <a:lnSpc>
                <a:spcPct val="135000"/>
              </a:lnSpc>
            </a:pPr>
            <a:r>
              <a:rPr lang="zh-CN" altLang="en-US" sz="2800" b="1" dirty="0">
                <a:latin typeface="Arial" panose="020B0604020202020204" pitchFamily="34" charset="0"/>
              </a:rPr>
              <a:t>       请你运用文化与经济、政治关系的知识，对这一观点加以评价。</a:t>
            </a:r>
            <a:endParaRPr lang="zh-CN" altLang="en-US" sz="2800" b="1" dirty="0">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p:nvPr/>
        </p:nvSpPr>
        <p:spPr>
          <a:xfrm>
            <a:off x="539750" y="630238"/>
            <a:ext cx="8280400" cy="4041775"/>
          </a:xfrm>
          <a:prstGeom prst="rect">
            <a:avLst/>
          </a:prstGeom>
          <a:noFill/>
          <a:ln w="9525">
            <a:noFill/>
          </a:ln>
        </p:spPr>
        <p:txBody>
          <a:bodyPr anchor="ctr" anchorCtr="0">
            <a:spAutoFit/>
          </a:bodyPr>
          <a:p>
            <a:pPr defTabSz="914400">
              <a:lnSpc>
                <a:spcPct val="135000"/>
              </a:lnSpc>
              <a:tabLst>
                <a:tab pos="228600" algn="l"/>
              </a:tabLst>
            </a:pPr>
            <a:r>
              <a:rPr lang="zh-CN" altLang="en-US" sz="2400" b="1" dirty="0">
                <a:latin typeface="Arial" panose="020B0604020202020204" pitchFamily="34" charset="0"/>
              </a:rPr>
              <a:t>（</a:t>
            </a:r>
            <a:r>
              <a:rPr lang="en-US" altLang="zh-CN" sz="2400" b="1" dirty="0">
                <a:latin typeface="Arial" panose="020B0604020202020204" pitchFamily="34" charset="0"/>
              </a:rPr>
              <a:t>1</a:t>
            </a:r>
            <a:r>
              <a:rPr lang="zh-CN" altLang="en-US" sz="2400" b="1" dirty="0">
                <a:latin typeface="Arial" panose="020B0604020202020204" pitchFamily="34" charset="0"/>
              </a:rPr>
              <a:t>）经济、政治决定文化，文化是经济、政治的反映。民本思想和中国共产党“以人为本”都是一定社会经济、政治制度的产物。传统的民本思想是剥削制度的产物，中国共产党“以人为本”建立在社会主义经济、政治制度的基础上。</a:t>
            </a:r>
            <a:endParaRPr lang="en-US" altLang="zh-CN" sz="2400" b="1" dirty="0">
              <a:latin typeface="Arial" panose="020B0604020202020204" pitchFamily="34" charset="0"/>
            </a:endParaRPr>
          </a:p>
          <a:p>
            <a:pPr defTabSz="914400">
              <a:lnSpc>
                <a:spcPct val="135000"/>
              </a:lnSpc>
              <a:tabLst>
                <a:tab pos="228600" algn="l"/>
              </a:tabLst>
            </a:pPr>
            <a:r>
              <a:rPr lang="zh-CN" altLang="en-US" sz="2400" b="1" dirty="0">
                <a:latin typeface="Arial" panose="020B0604020202020204" pitchFamily="34" charset="0"/>
              </a:rPr>
              <a:t>（</a:t>
            </a:r>
            <a:r>
              <a:rPr lang="en-US" altLang="zh-CN" sz="2400" b="1" dirty="0">
                <a:latin typeface="Arial" panose="020B0604020202020204" pitchFamily="34" charset="0"/>
              </a:rPr>
              <a:t>2</a:t>
            </a:r>
            <a:r>
              <a:rPr lang="zh-CN" altLang="en-US" sz="2400" b="1" dirty="0">
                <a:latin typeface="Arial" panose="020B0604020202020204" pitchFamily="34" charset="0"/>
              </a:rPr>
              <a:t>）文化反作用于政治、经济，给予政治、经济以重大影响。传统的民本思想有利于缓和当时社会的阶级矛盾，根本上是为了巩固剥削阶级的统治。中国共产党“以人为本”的实践促进了我国政治、经济的发展，根本上是为人民服务。</a:t>
            </a:r>
            <a:endParaRPr lang="zh-CN" altLang="en-US" sz="2400" b="1"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nvSpPr>
        <p:spPr>
          <a:xfrm>
            <a:off x="250825" y="123825"/>
            <a:ext cx="8497888" cy="4911725"/>
          </a:xfrm>
          <a:prstGeom prst="rect">
            <a:avLst/>
          </a:prstGeom>
          <a:noFill/>
          <a:ln w="9525">
            <a:noFill/>
          </a:ln>
        </p:spPr>
        <p:txBody>
          <a:bodyPr anchor="ctr" anchorCtr="0">
            <a:spAutoFit/>
          </a:bodyPr>
          <a:p>
            <a:pPr>
              <a:lnSpc>
                <a:spcPct val="120000"/>
              </a:lnSpc>
            </a:pPr>
            <a:r>
              <a:rPr lang="zh-CN" altLang="en-US" sz="2400" b="1" dirty="0">
                <a:latin typeface="Arial" panose="020B0604020202020204" pitchFamily="34" charset="0"/>
              </a:rPr>
              <a:t>        近年来，浙江省政府在统筹城乡发展方面采取了一系列措施。在经济上，着力改变传统工业层次低、布局散、竞争力弱的状况，推进新兴产业，发展现代农业，培育各类专业市场，加大对“三农”的财政投入和转移支付的力度，推进农村住房改造和城镇化建设，力推“家电下乡”，建立和健全城乡居民社会保障制度等。在文化上，实施农村文化基础设施建设、农村电影放映“</a:t>
            </a:r>
            <a:r>
              <a:rPr lang="en-US" altLang="zh-CN" sz="2400" b="1" dirty="0">
                <a:latin typeface="Arial" panose="020B0604020202020204" pitchFamily="34" charset="0"/>
              </a:rPr>
              <a:t>2131”</a:t>
            </a:r>
            <a:r>
              <a:rPr lang="zh-CN" altLang="en-US" sz="2400" b="1" dirty="0">
                <a:latin typeface="Arial" panose="020B0604020202020204" pitchFamily="34" charset="0"/>
              </a:rPr>
              <a:t>、送戏送书下农村、广播电视“村村通”等一系列文化工程，推进农村文化建设。</a:t>
            </a:r>
            <a:endParaRPr lang="zh-CN" altLang="en-US" sz="2400" b="1" dirty="0">
              <a:latin typeface="Arial" panose="020B0604020202020204" pitchFamily="34" charset="0"/>
            </a:endParaRPr>
          </a:p>
          <a:p>
            <a:pPr>
              <a:lnSpc>
                <a:spcPct val="120000"/>
              </a:lnSpc>
            </a:pPr>
            <a:r>
              <a:rPr lang="zh-CN" altLang="en-US" sz="2400" b="1" dirty="0">
                <a:latin typeface="Arial" panose="020B0604020202020204" pitchFamily="34" charset="0"/>
              </a:rPr>
              <a:t>       有人认为：“统筹城乡发展，政府只要多出钱就行了，不必搞什么文化工程。”运用</a:t>
            </a:r>
            <a:r>
              <a:rPr lang="en-US" altLang="zh-CN" sz="2400" b="1" dirty="0">
                <a:latin typeface="Arial" panose="020B0604020202020204" pitchFamily="34" charset="0"/>
              </a:rPr>
              <a:t>《</a:t>
            </a:r>
            <a:r>
              <a:rPr lang="zh-CN" altLang="en-US" sz="2400" b="1" dirty="0">
                <a:latin typeface="Arial" panose="020B0604020202020204" pitchFamily="34" charset="0"/>
              </a:rPr>
              <a:t>文化生活</a:t>
            </a:r>
            <a:r>
              <a:rPr lang="en-US" altLang="zh-CN" sz="2400" b="1" dirty="0">
                <a:latin typeface="Arial" panose="020B0604020202020204" pitchFamily="34" charset="0"/>
              </a:rPr>
              <a:t>》</a:t>
            </a:r>
            <a:r>
              <a:rPr lang="zh-CN" altLang="en-US" sz="2400" b="1" dirty="0">
                <a:latin typeface="Arial" panose="020B0604020202020204" pitchFamily="34" charset="0"/>
              </a:rPr>
              <a:t>的有关知识对该观点进行评析。 </a:t>
            </a:r>
            <a:endParaRPr lang="zh-CN" altLang="en-US" sz="2400" b="1"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p:nvPr/>
        </p:nvSpPr>
        <p:spPr>
          <a:xfrm>
            <a:off x="250825" y="400050"/>
            <a:ext cx="8748713" cy="4067175"/>
          </a:xfrm>
          <a:prstGeom prst="rect">
            <a:avLst/>
          </a:prstGeom>
          <a:noFill/>
          <a:ln w="9525">
            <a:noFill/>
          </a:ln>
        </p:spPr>
        <p:txBody>
          <a:bodyPr anchor="ctr" anchorCtr="0">
            <a:spAutoFit/>
          </a:bodyPr>
          <a:p>
            <a:pPr>
              <a:lnSpc>
                <a:spcPct val="125000"/>
              </a:lnSpc>
            </a:pPr>
            <a:r>
              <a:rPr lang="zh-CN" altLang="en-US" sz="2600" b="1" dirty="0">
                <a:latin typeface="Arial" panose="020B0604020202020204" pitchFamily="34" charset="0"/>
              </a:rPr>
              <a:t>（</a:t>
            </a:r>
            <a:r>
              <a:rPr lang="en-US" altLang="zh-CN" sz="2600" b="1" dirty="0">
                <a:latin typeface="Arial" panose="020B0604020202020204" pitchFamily="34" charset="0"/>
              </a:rPr>
              <a:t>1</a:t>
            </a:r>
            <a:r>
              <a:rPr lang="zh-CN" altLang="en-US" sz="2600" b="1" dirty="0">
                <a:latin typeface="Arial" panose="020B0604020202020204" pitchFamily="34" charset="0"/>
              </a:rPr>
              <a:t>）农村的发展不仅需要经济的发展，还需要文化的发展。经济是文化的基础，然而文化对经济有反作用。实施一系列农村文化建设工程，可以为农村发展提供精神动力和智力支持，满足农村居民日益增长的文化需求。</a:t>
            </a:r>
            <a:endParaRPr lang="zh-CN" altLang="en-US" sz="2600" b="1" dirty="0">
              <a:latin typeface="Arial" panose="020B0604020202020204" pitchFamily="34" charset="0"/>
            </a:endParaRPr>
          </a:p>
          <a:p>
            <a:pPr>
              <a:lnSpc>
                <a:spcPct val="125000"/>
              </a:lnSpc>
            </a:pPr>
            <a:r>
              <a:rPr lang="zh-CN" altLang="en-US" sz="2600" b="1" dirty="0">
                <a:latin typeface="Arial" panose="020B0604020202020204" pitchFamily="34" charset="0"/>
              </a:rPr>
              <a:t>（</a:t>
            </a:r>
            <a:r>
              <a:rPr lang="en-US" altLang="zh-CN" sz="2600" b="1" dirty="0">
                <a:latin typeface="Arial" panose="020B0604020202020204" pitchFamily="34" charset="0"/>
              </a:rPr>
              <a:t>2</a:t>
            </a:r>
            <a:r>
              <a:rPr lang="zh-CN" altLang="en-US" sz="2600" b="1" dirty="0">
                <a:latin typeface="Arial" panose="020B0604020202020204" pitchFamily="34" charset="0"/>
              </a:rPr>
              <a:t>）文化建设既需要物质载体，也需要正确引导。实施文化工程，不仅有助于农村文化的繁荣和发展，也有利于保证中国特色的社会主义文化方向。因此，统筹城乡发展，政府既要给钱，也要加强文化工程建设。</a:t>
            </a:r>
            <a:endParaRPr lang="zh-CN" altLang="en-US" sz="2600" b="1" dirty="0">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Text Box 2"/>
          <p:cNvSpPr txBox="1">
            <a:spLocks noChangeArrowheads="1"/>
          </p:cNvSpPr>
          <p:nvPr/>
        </p:nvSpPr>
        <p:spPr bwMode="auto">
          <a:xfrm>
            <a:off x="323850" y="484188"/>
            <a:ext cx="8496300" cy="3902075"/>
          </a:xfrm>
          <a:prstGeom prst="rect">
            <a:avLst/>
          </a:prstGeom>
          <a:noFill/>
          <a:ln w="9525">
            <a:noFill/>
            <a:miter lim="800000"/>
          </a:ln>
          <a:effectLst/>
        </p:spPr>
        <p:txBody>
          <a:bodyPr>
            <a:spAutoFit/>
          </a:bodyPr>
          <a:lstStyle/>
          <a:p>
            <a:pPr marR="0" defTabSz="914400">
              <a:lnSpc>
                <a:spcPct val="125000"/>
              </a:lnSpc>
              <a:buClrTx/>
              <a:buSzTx/>
              <a:buFontTx/>
              <a:buNone/>
              <a:defRPr/>
            </a:pPr>
            <a:r>
              <a:rPr kumimoji="0" lang="zh-CN" altLang="en-US" sz="3200" b="1" kern="1200" cap="none" spc="0" normalizeH="0" baseline="0" noProof="0">
                <a:solidFill>
                  <a:srgbClr val="006600"/>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       </a:t>
            </a:r>
            <a:r>
              <a:rPr kumimoji="0" lang="zh-CN" altLang="en-US" sz="3200" b="1" kern="1200" cap="none" spc="0" normalizeH="0" baseline="0" noProof="0">
                <a:effectLst>
                  <a:outerShdw blurRad="38100" dist="38100" dir="2700000" algn="tl">
                    <a:srgbClr val="C0C0C0"/>
                  </a:outerShdw>
                </a:effectLst>
                <a:latin typeface="幼圆" panose="02010509060101010101" pitchFamily="49" charset="-122"/>
                <a:ea typeface="幼圆" panose="02010509060101010101" pitchFamily="49" charset="-122"/>
                <a:cs typeface="+mn-cs"/>
              </a:rPr>
              <a:t>一个民族自立于世界之林，必须具有民族的自信心与自尊心。而民族的自信心和自尊心有其思想基础，即对于民族文化的优秀传统有比较全面的了解。</a:t>
            </a:r>
            <a:endParaRPr kumimoji="0" lang="zh-CN" altLang="en-US" sz="3200" b="1" kern="1200" cap="none" spc="0" normalizeH="0" baseline="0" noProof="0">
              <a:effectLst>
                <a:outerShdw blurRad="38100" dist="38100" dir="2700000" algn="tl">
                  <a:srgbClr val="C0C0C0"/>
                </a:outerShdw>
              </a:effectLst>
              <a:latin typeface="幼圆" panose="02010509060101010101" pitchFamily="49" charset="-122"/>
              <a:ea typeface="幼圆" panose="02010509060101010101" pitchFamily="49" charset="-122"/>
              <a:cs typeface="+mn-cs"/>
            </a:endParaRPr>
          </a:p>
          <a:p>
            <a:pPr marR="0" defTabSz="914400">
              <a:lnSpc>
                <a:spcPct val="125000"/>
              </a:lnSpc>
              <a:buClrTx/>
              <a:buSzTx/>
              <a:buFontTx/>
              <a:buNone/>
              <a:defRPr/>
            </a:pPr>
            <a:r>
              <a:rPr kumimoji="0" lang="en-US" altLang="zh-CN" sz="3200" b="1" kern="1200" cap="none" spc="0" normalizeH="0" baseline="0" noProof="0">
                <a:effectLst>
                  <a:outerShdw blurRad="38100" dist="38100" dir="2700000" algn="tl">
                    <a:srgbClr val="C0C0C0"/>
                  </a:outerShdw>
                </a:effectLst>
                <a:latin typeface="幼圆" panose="02010509060101010101" pitchFamily="49" charset="-122"/>
                <a:ea typeface="幼圆" panose="02010509060101010101" pitchFamily="49" charset="-122"/>
                <a:cs typeface="+mn-cs"/>
              </a:rPr>
              <a:t>                                                                </a:t>
            </a:r>
            <a:r>
              <a:rPr kumimoji="0" lang="en-US" altLang="zh-CN" sz="4000" b="1" kern="1200" cap="none" spc="0" normalizeH="0" baseline="0" noProof="0">
                <a:effectLst>
                  <a:outerShdw blurRad="38100" dist="38100" dir="2700000" algn="tl">
                    <a:srgbClr val="C0C0C0"/>
                  </a:outerShdw>
                </a:effectLst>
                <a:latin typeface="Arial" panose="020B0604020202020204"/>
                <a:ea typeface="华文行楷" panose="02010800040101010101" pitchFamily="2" charset="-122"/>
                <a:cs typeface="+mn-cs"/>
              </a:rPr>
              <a:t>——</a:t>
            </a:r>
            <a:r>
              <a:rPr kumimoji="0" lang="zh-CN" altLang="en-US" sz="4000" b="1" kern="1200" cap="none" spc="0" normalizeH="0" baseline="0" noProof="0">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张岱年</a:t>
            </a:r>
            <a:endParaRPr kumimoji="0" lang="zh-CN" altLang="en-US" sz="4000" b="1" kern="1200" cap="none" spc="0" normalizeH="0" baseline="0" noProof="0">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6"/>
          <p:cNvSpPr txBox="1"/>
          <p:nvPr/>
        </p:nvSpPr>
        <p:spPr>
          <a:xfrm>
            <a:off x="827088" y="411163"/>
            <a:ext cx="8066087" cy="1311275"/>
          </a:xfrm>
          <a:prstGeom prst="rect">
            <a:avLst/>
          </a:prstGeom>
          <a:noFill/>
          <a:ln w="9525">
            <a:noFill/>
          </a:ln>
        </p:spPr>
        <p:txBody>
          <a:bodyPr>
            <a:spAutoFit/>
          </a:bodyPr>
          <a:p>
            <a:r>
              <a:rPr lang="zh-CN" altLang="en-US" sz="8000" b="1" dirty="0">
                <a:latin typeface="Arial" panose="020B0604020202020204" pitchFamily="34" charset="0"/>
                <a:ea typeface="隶书" panose="02010509060101010101" pitchFamily="49" charset="-122"/>
              </a:rPr>
              <a:t>传统文化的继承</a:t>
            </a:r>
            <a:endParaRPr lang="zh-CN" altLang="en-US" sz="8000" b="1" dirty="0">
              <a:latin typeface="Arial" panose="020B0604020202020204" pitchFamily="34" charset="0"/>
              <a:ea typeface="隶书" panose="02010509060101010101" pitchFamily="49" charset="-122"/>
            </a:endParaRPr>
          </a:p>
        </p:txBody>
      </p:sp>
      <p:pic>
        <p:nvPicPr>
          <p:cNvPr id="10243" name="Picture 8" descr="1088732736">
            <a:hlinkClick r:id="rId1" action="ppaction://hlinkfile"/>
          </p:cNvPr>
          <p:cNvPicPr>
            <a:picLocks noChangeAspect="1"/>
          </p:cNvPicPr>
          <p:nvPr/>
        </p:nvPicPr>
        <p:blipFill>
          <a:blip r:embed="rId2"/>
          <a:stretch>
            <a:fillRect/>
          </a:stretch>
        </p:blipFill>
        <p:spPr>
          <a:xfrm>
            <a:off x="0" y="2428875"/>
            <a:ext cx="3708400" cy="2714625"/>
          </a:xfrm>
          <a:prstGeom prst="rect">
            <a:avLst/>
          </a:prstGeom>
          <a:noFill/>
          <a:ln w="9525">
            <a:noFill/>
          </a:ln>
        </p:spPr>
      </p:pic>
    </p:spTree>
  </p:cSld>
  <p:clrMapOvr>
    <a:masterClrMapping/>
  </p:clrMapOvr>
  <p:transition spd="med">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6" name="Picture 3" descr="幻灯片5"/>
          <p:cNvPicPr>
            <a:picLocks noChangeAspect="1"/>
          </p:cNvPicPr>
          <p:nvPr/>
        </p:nvPicPr>
        <p:blipFill>
          <a:blip r:embed="rId1"/>
          <a:stretch>
            <a:fillRect/>
          </a:stretch>
        </p:blipFill>
        <p:spPr>
          <a:xfrm>
            <a:off x="0" y="0"/>
            <a:ext cx="5867400" cy="3795713"/>
          </a:xfrm>
          <a:prstGeom prst="rect">
            <a:avLst/>
          </a:prstGeom>
          <a:noFill/>
          <a:ln w="9525">
            <a:noFill/>
          </a:ln>
        </p:spPr>
      </p:pic>
      <p:pic>
        <p:nvPicPr>
          <p:cNvPr id="11267" name="Picture 4" descr="幻灯片2">
            <a:hlinkClick r:id="rId2" action="ppaction://hlinksldjump"/>
          </p:cNvPr>
          <p:cNvPicPr>
            <a:picLocks noChangeAspect="1"/>
          </p:cNvPicPr>
          <p:nvPr/>
        </p:nvPicPr>
        <p:blipFill>
          <a:blip r:embed="rId3"/>
          <a:stretch>
            <a:fillRect/>
          </a:stretch>
        </p:blipFill>
        <p:spPr>
          <a:xfrm>
            <a:off x="4752975" y="2066925"/>
            <a:ext cx="4391025" cy="3076575"/>
          </a:xfrm>
          <a:prstGeom prst="rect">
            <a:avLst/>
          </a:prstGeom>
          <a:noFill/>
          <a:ln w="9525">
            <a:noFill/>
          </a:ln>
        </p:spPr>
      </p:pic>
      <p:sp>
        <p:nvSpPr>
          <p:cNvPr id="88070" name="Rectangle 6"/>
          <p:cNvSpPr>
            <a:spLocks noChangeArrowheads="1"/>
          </p:cNvSpPr>
          <p:nvPr/>
        </p:nvSpPr>
        <p:spPr bwMode="auto">
          <a:xfrm>
            <a:off x="755650" y="3651250"/>
            <a:ext cx="3589338" cy="9144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5400" b="1" i="0" u="none" strike="noStrike" kern="1200" cap="none" spc="0" normalizeH="0" baseline="0" noProof="0">
                <a:ln>
                  <a:noFill/>
                </a:ln>
                <a:solidFill>
                  <a:srgbClr val="003399"/>
                </a:solidFill>
                <a:effectLst>
                  <a:outerShdw blurRad="38100" dist="38100" dir="2700000" algn="tl">
                    <a:srgbClr val="C0C0C0"/>
                  </a:outerShdw>
                </a:effectLst>
                <a:uLnTx/>
                <a:uFillTx/>
                <a:latin typeface="华文中宋" panose="02010600040101010101" pitchFamily="2" charset="-122"/>
                <a:ea typeface="华文中宋" panose="02010600040101010101" pitchFamily="2" charset="-122"/>
                <a:cs typeface="+mn-cs"/>
              </a:rPr>
              <a:t>传 统 建 筑</a:t>
            </a:r>
            <a:endParaRPr kumimoji="1" lang="zh-CN" altLang="en-US" sz="5400" b="1" i="0" u="none" strike="noStrike" kern="1200" cap="none" spc="0" normalizeH="0" baseline="0" noProof="0">
              <a:ln>
                <a:noFill/>
              </a:ln>
              <a:solidFill>
                <a:srgbClr val="003399"/>
              </a:solidFill>
              <a:effectLst>
                <a:outerShdw blurRad="38100" dist="38100" dir="2700000" algn="tl">
                  <a:srgbClr val="C0C0C0"/>
                </a:outerShdw>
              </a:effectLst>
              <a:uLnTx/>
              <a:uFillTx/>
              <a:latin typeface="华文中宋" panose="02010600040101010101" pitchFamily="2" charset="-122"/>
              <a:ea typeface="华文中宋" panose="02010600040101010101" pitchFamily="2" charset="-122"/>
              <a:cs typeface="+mn-cs"/>
            </a:endParaRPr>
          </a:p>
        </p:txBody>
      </p:sp>
      <p:sp>
        <p:nvSpPr>
          <p:cNvPr id="11269" name="AutoShape 7">
            <a:hlinkClick r:id="rId2" action="ppaction://hlinksldjump"/>
          </p:cNvPr>
          <p:cNvSpPr/>
          <p:nvPr/>
        </p:nvSpPr>
        <p:spPr>
          <a:xfrm>
            <a:off x="468313" y="4732338"/>
            <a:ext cx="381000" cy="285750"/>
          </a:xfrm>
          <a:prstGeom prst="smileyFace">
            <a:avLst>
              <a:gd name="adj" fmla="val 4653"/>
            </a:avLst>
          </a:prstGeom>
          <a:noFill/>
          <a:ln w="19050" cap="flat" cmpd="sng">
            <a:solidFill>
              <a:schemeClr val="tx2"/>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90" name="Picture 2" descr="江南水乡民居"/>
          <p:cNvPicPr>
            <a:picLocks noChangeAspect="1"/>
          </p:cNvPicPr>
          <p:nvPr/>
        </p:nvPicPr>
        <p:blipFill>
          <a:blip r:embed="rId1"/>
          <a:stretch>
            <a:fillRect/>
          </a:stretch>
        </p:blipFill>
        <p:spPr>
          <a:xfrm>
            <a:off x="4495800" y="0"/>
            <a:ext cx="4648200" cy="2457450"/>
          </a:xfrm>
          <a:prstGeom prst="rect">
            <a:avLst/>
          </a:prstGeom>
          <a:noFill/>
          <a:ln w="9525">
            <a:noFill/>
          </a:ln>
        </p:spPr>
      </p:pic>
      <p:pic>
        <p:nvPicPr>
          <p:cNvPr id="12291" name="Picture 3" descr="陕北民居－窑洞宅院"/>
          <p:cNvPicPr>
            <a:picLocks noChangeAspect="1"/>
          </p:cNvPicPr>
          <p:nvPr/>
        </p:nvPicPr>
        <p:blipFill>
          <a:blip r:embed="rId2"/>
          <a:stretch>
            <a:fillRect/>
          </a:stretch>
        </p:blipFill>
        <p:spPr>
          <a:xfrm>
            <a:off x="0" y="2628900"/>
            <a:ext cx="4495800" cy="2514600"/>
          </a:xfrm>
          <a:prstGeom prst="rect">
            <a:avLst/>
          </a:prstGeom>
          <a:noFill/>
          <a:ln w="9525">
            <a:noFill/>
          </a:ln>
        </p:spPr>
      </p:pic>
      <p:pic>
        <p:nvPicPr>
          <p:cNvPr id="12292" name="Picture 4" descr="福建民居"/>
          <p:cNvPicPr>
            <a:picLocks noChangeAspect="1"/>
          </p:cNvPicPr>
          <p:nvPr/>
        </p:nvPicPr>
        <p:blipFill>
          <a:blip r:embed="rId3"/>
          <a:stretch>
            <a:fillRect/>
          </a:stretch>
        </p:blipFill>
        <p:spPr>
          <a:xfrm>
            <a:off x="0" y="0"/>
            <a:ext cx="4495800" cy="2457450"/>
          </a:xfrm>
          <a:prstGeom prst="rect">
            <a:avLst/>
          </a:prstGeom>
          <a:noFill/>
          <a:ln w="9525">
            <a:noFill/>
          </a:ln>
        </p:spPr>
      </p:pic>
      <p:pic>
        <p:nvPicPr>
          <p:cNvPr id="12293" name="Picture 5" descr="内蒙古民居"/>
          <p:cNvPicPr>
            <a:picLocks noChangeAspect="1"/>
          </p:cNvPicPr>
          <p:nvPr/>
        </p:nvPicPr>
        <p:blipFill>
          <a:blip r:embed="rId4"/>
          <a:stretch>
            <a:fillRect/>
          </a:stretch>
        </p:blipFill>
        <p:spPr>
          <a:xfrm>
            <a:off x="4495800" y="2628900"/>
            <a:ext cx="4648200" cy="2514600"/>
          </a:xfrm>
          <a:prstGeom prst="rect">
            <a:avLst/>
          </a:prstGeom>
          <a:noFill/>
          <a:ln w="9525">
            <a:noFill/>
          </a:ln>
        </p:spPr>
      </p:pic>
      <p:sp>
        <p:nvSpPr>
          <p:cNvPr id="113670" name="Text Box 6"/>
          <p:cNvSpPr txBox="1"/>
          <p:nvPr/>
        </p:nvSpPr>
        <p:spPr>
          <a:xfrm>
            <a:off x="0" y="0"/>
            <a:ext cx="1295400" cy="434975"/>
          </a:xfrm>
          <a:prstGeom prst="rect">
            <a:avLst/>
          </a:prstGeom>
          <a:noFill/>
          <a:ln w="9525">
            <a:noFill/>
          </a:ln>
        </p:spPr>
        <p:txBody>
          <a:bodyPr>
            <a:spAutoFit/>
          </a:bodyPr>
          <a:p>
            <a:pPr>
              <a:spcBef>
                <a:spcPct val="50000"/>
              </a:spcBef>
            </a:pPr>
            <a:r>
              <a:rPr lang="zh-CN" altLang="en-US" sz="3200" b="1" dirty="0">
                <a:solidFill>
                  <a:schemeClr val="bg1"/>
                </a:solidFill>
                <a:latin typeface="Arial" panose="020B0604020202020204" pitchFamily="34" charset="0"/>
                <a:ea typeface="华文新魏" panose="02010800040101010101" pitchFamily="2" charset="-122"/>
              </a:rPr>
              <a:t>福建</a:t>
            </a:r>
            <a:endParaRPr lang="zh-CN" altLang="en-US" sz="3200" b="1" dirty="0">
              <a:solidFill>
                <a:schemeClr val="bg1"/>
              </a:solidFill>
              <a:latin typeface="Arial" panose="020B0604020202020204" pitchFamily="34" charset="0"/>
              <a:ea typeface="华文新魏" panose="02010800040101010101" pitchFamily="2" charset="-122"/>
            </a:endParaRPr>
          </a:p>
        </p:txBody>
      </p:sp>
      <p:sp>
        <p:nvSpPr>
          <p:cNvPr id="113671" name="Text Box 7"/>
          <p:cNvSpPr txBox="1"/>
          <p:nvPr/>
        </p:nvSpPr>
        <p:spPr>
          <a:xfrm>
            <a:off x="8153400" y="0"/>
            <a:ext cx="1066800" cy="434975"/>
          </a:xfrm>
          <a:prstGeom prst="rect">
            <a:avLst/>
          </a:prstGeom>
          <a:noFill/>
          <a:ln w="9525">
            <a:noFill/>
          </a:ln>
        </p:spPr>
        <p:txBody>
          <a:bodyPr>
            <a:spAutoFit/>
          </a:bodyPr>
          <a:p>
            <a:pPr>
              <a:spcBef>
                <a:spcPct val="50000"/>
              </a:spcBef>
            </a:pPr>
            <a:r>
              <a:rPr lang="zh-CN" altLang="en-US" sz="3200" b="1" dirty="0">
                <a:solidFill>
                  <a:srgbClr val="3333CC"/>
                </a:solidFill>
                <a:latin typeface="Arial" panose="020B0604020202020204" pitchFamily="34" charset="0"/>
                <a:ea typeface="华文新魏" panose="02010800040101010101" pitchFamily="2" charset="-122"/>
              </a:rPr>
              <a:t>江南</a:t>
            </a:r>
            <a:endParaRPr lang="zh-CN" altLang="en-US" sz="3200" b="1" dirty="0">
              <a:solidFill>
                <a:srgbClr val="3333CC"/>
              </a:solidFill>
              <a:latin typeface="Arial" panose="020B0604020202020204" pitchFamily="34" charset="0"/>
              <a:ea typeface="华文新魏" panose="02010800040101010101" pitchFamily="2" charset="-122"/>
            </a:endParaRPr>
          </a:p>
        </p:txBody>
      </p:sp>
      <p:sp>
        <p:nvSpPr>
          <p:cNvPr id="113672" name="Text Box 8"/>
          <p:cNvSpPr txBox="1"/>
          <p:nvPr/>
        </p:nvSpPr>
        <p:spPr>
          <a:xfrm>
            <a:off x="0" y="2571750"/>
            <a:ext cx="1447800" cy="434975"/>
          </a:xfrm>
          <a:prstGeom prst="rect">
            <a:avLst/>
          </a:prstGeom>
          <a:noFill/>
          <a:ln w="9525">
            <a:noFill/>
          </a:ln>
        </p:spPr>
        <p:txBody>
          <a:bodyPr>
            <a:spAutoFit/>
          </a:bodyPr>
          <a:p>
            <a:pPr>
              <a:spcBef>
                <a:spcPct val="50000"/>
              </a:spcBef>
            </a:pPr>
            <a:r>
              <a:rPr lang="zh-CN" altLang="en-US" sz="3200" dirty="0">
                <a:solidFill>
                  <a:srgbClr val="2222CC"/>
                </a:solidFill>
                <a:latin typeface="Arial" panose="020B0604020202020204" pitchFamily="34" charset="0"/>
                <a:ea typeface="华文新魏" panose="02010800040101010101" pitchFamily="2" charset="-122"/>
              </a:rPr>
              <a:t>陕北</a:t>
            </a:r>
            <a:endParaRPr lang="zh-CN" altLang="en-US" sz="3200" dirty="0">
              <a:solidFill>
                <a:srgbClr val="2222CC"/>
              </a:solidFill>
              <a:latin typeface="Arial" panose="020B0604020202020204" pitchFamily="34" charset="0"/>
              <a:ea typeface="华文新魏" panose="02010800040101010101" pitchFamily="2" charset="-122"/>
            </a:endParaRPr>
          </a:p>
        </p:txBody>
      </p:sp>
      <p:sp>
        <p:nvSpPr>
          <p:cNvPr id="113673" name="Text Box 9">
            <a:hlinkClick r:id="" action="ppaction://noaction"/>
          </p:cNvPr>
          <p:cNvSpPr txBox="1"/>
          <p:nvPr/>
        </p:nvSpPr>
        <p:spPr>
          <a:xfrm>
            <a:off x="7696200" y="2571750"/>
            <a:ext cx="1524000" cy="434975"/>
          </a:xfrm>
          <a:prstGeom prst="rect">
            <a:avLst/>
          </a:prstGeom>
          <a:noFill/>
          <a:ln w="9525">
            <a:noFill/>
          </a:ln>
        </p:spPr>
        <p:txBody>
          <a:bodyPr>
            <a:spAutoFit/>
          </a:bodyPr>
          <a:p>
            <a:pPr>
              <a:spcBef>
                <a:spcPct val="50000"/>
              </a:spcBef>
            </a:pPr>
            <a:r>
              <a:rPr lang="zh-CN" altLang="en-US" sz="3200" b="1" dirty="0">
                <a:solidFill>
                  <a:srgbClr val="FA007D"/>
                </a:solidFill>
                <a:latin typeface="Arial" panose="020B0604020202020204" pitchFamily="34" charset="0"/>
                <a:ea typeface="华文新魏" panose="02010800040101010101" pitchFamily="2" charset="-122"/>
              </a:rPr>
              <a:t>内蒙古</a:t>
            </a:r>
            <a:endParaRPr lang="zh-CN" altLang="en-US" sz="3200" b="1" dirty="0">
              <a:solidFill>
                <a:srgbClr val="FA007D"/>
              </a:solidFill>
              <a:latin typeface="Arial" panose="020B0604020202020204" pitchFamily="34" charset="0"/>
              <a:ea typeface="华文新魏" panose="02010800040101010101" pitchFamily="2" charset="-122"/>
            </a:endParaRPr>
          </a:p>
        </p:txBody>
      </p:sp>
      <p:sp>
        <p:nvSpPr>
          <p:cNvPr id="12298" name="AutoShape 10">
            <a:hlinkClick r:id="" action="ppaction://noaction"/>
          </p:cNvPr>
          <p:cNvSpPr/>
          <p:nvPr/>
        </p:nvSpPr>
        <p:spPr>
          <a:xfrm>
            <a:off x="8610600" y="4743450"/>
            <a:ext cx="381000" cy="285750"/>
          </a:xfrm>
          <a:prstGeom prst="smileyFace">
            <a:avLst>
              <a:gd name="adj" fmla="val 4653"/>
            </a:avLst>
          </a:prstGeom>
          <a:noFill/>
          <a:ln w="19050" cap="flat" cmpd="sng">
            <a:solidFill>
              <a:schemeClr val="bg1"/>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3670"/>
                                        </p:tgtEl>
                                        <p:attrNameLst>
                                          <p:attrName>style.visibility</p:attrName>
                                        </p:attrNameLst>
                                      </p:cBhvr>
                                      <p:to>
                                        <p:strVal val="visible"/>
                                      </p:to>
                                    </p:set>
                                    <p:anim calcmode="lin" valueType="num">
                                      <p:cBhvr additive="base">
                                        <p:cTn id="7" dur="500" fill="hold"/>
                                        <p:tgtEl>
                                          <p:spTgt spid="113670"/>
                                        </p:tgtEl>
                                        <p:attrNameLst>
                                          <p:attrName>ppt_x</p:attrName>
                                        </p:attrNameLst>
                                      </p:cBhvr>
                                      <p:tavLst>
                                        <p:tav tm="0">
                                          <p:val>
                                            <p:strVal val="0-#ppt_w/2"/>
                                          </p:val>
                                        </p:tav>
                                        <p:tav tm="100000">
                                          <p:val>
                                            <p:strVal val="#ppt_x"/>
                                          </p:val>
                                        </p:tav>
                                      </p:tavLst>
                                    </p:anim>
                                    <p:anim calcmode="lin" valueType="num">
                                      <p:cBhvr additive="base">
                                        <p:cTn id="8" dur="500" fill="hold"/>
                                        <p:tgtEl>
                                          <p:spTgt spid="1136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13671"/>
                                        </p:tgtEl>
                                        <p:attrNameLst>
                                          <p:attrName>style.visibility</p:attrName>
                                        </p:attrNameLst>
                                      </p:cBhvr>
                                      <p:to>
                                        <p:strVal val="visible"/>
                                      </p:to>
                                    </p:set>
                                    <p:anim calcmode="lin" valueType="num">
                                      <p:cBhvr additive="base">
                                        <p:cTn id="13" dur="500" fill="hold"/>
                                        <p:tgtEl>
                                          <p:spTgt spid="113671"/>
                                        </p:tgtEl>
                                        <p:attrNameLst>
                                          <p:attrName>ppt_x</p:attrName>
                                        </p:attrNameLst>
                                      </p:cBhvr>
                                      <p:tavLst>
                                        <p:tav tm="0">
                                          <p:val>
                                            <p:strVal val="1+#ppt_w/2"/>
                                          </p:val>
                                        </p:tav>
                                        <p:tav tm="100000">
                                          <p:val>
                                            <p:strVal val="#ppt_x"/>
                                          </p:val>
                                        </p:tav>
                                      </p:tavLst>
                                    </p:anim>
                                    <p:anim calcmode="lin" valueType="num">
                                      <p:cBhvr additive="base">
                                        <p:cTn id="14" dur="500" fill="hold"/>
                                        <p:tgtEl>
                                          <p:spTgt spid="11367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3672"/>
                                        </p:tgtEl>
                                        <p:attrNameLst>
                                          <p:attrName>style.visibility</p:attrName>
                                        </p:attrNameLst>
                                      </p:cBhvr>
                                      <p:to>
                                        <p:strVal val="visible"/>
                                      </p:to>
                                    </p:set>
                                    <p:anim calcmode="lin" valueType="num">
                                      <p:cBhvr additive="base">
                                        <p:cTn id="19" dur="500" fill="hold"/>
                                        <p:tgtEl>
                                          <p:spTgt spid="113672"/>
                                        </p:tgtEl>
                                        <p:attrNameLst>
                                          <p:attrName>ppt_x</p:attrName>
                                        </p:attrNameLst>
                                      </p:cBhvr>
                                      <p:tavLst>
                                        <p:tav tm="0">
                                          <p:val>
                                            <p:strVal val="0-#ppt_w/2"/>
                                          </p:val>
                                        </p:tav>
                                        <p:tav tm="100000">
                                          <p:val>
                                            <p:strVal val="#ppt_x"/>
                                          </p:val>
                                        </p:tav>
                                      </p:tavLst>
                                    </p:anim>
                                    <p:anim calcmode="lin" valueType="num">
                                      <p:cBhvr additive="base">
                                        <p:cTn id="20" dur="500" fill="hold"/>
                                        <p:tgtEl>
                                          <p:spTgt spid="11367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13673"/>
                                        </p:tgtEl>
                                        <p:attrNameLst>
                                          <p:attrName>style.visibility</p:attrName>
                                        </p:attrNameLst>
                                      </p:cBhvr>
                                      <p:to>
                                        <p:strVal val="visible"/>
                                      </p:to>
                                    </p:set>
                                    <p:anim calcmode="lin" valueType="num">
                                      <p:cBhvr additive="base">
                                        <p:cTn id="25" dur="500" fill="hold"/>
                                        <p:tgtEl>
                                          <p:spTgt spid="113673"/>
                                        </p:tgtEl>
                                        <p:attrNameLst>
                                          <p:attrName>ppt_x</p:attrName>
                                        </p:attrNameLst>
                                      </p:cBhvr>
                                      <p:tavLst>
                                        <p:tav tm="0">
                                          <p:val>
                                            <p:strVal val="1+#ppt_w/2"/>
                                          </p:val>
                                        </p:tav>
                                        <p:tav tm="100000">
                                          <p:val>
                                            <p:strVal val="#ppt_x"/>
                                          </p:val>
                                        </p:tav>
                                      </p:tavLst>
                                    </p:anim>
                                    <p:anim calcmode="lin" valueType="num">
                                      <p:cBhvr additive="base">
                                        <p:cTn id="26" dur="500" fill="hold"/>
                                        <p:tgtEl>
                                          <p:spTgt spid="1136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0" grpId="0"/>
      <p:bldP spid="113671" grpId="0"/>
      <p:bldP spid="113672" grpId="0"/>
      <p:bldP spid="1136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4" name="Picture 2" descr="自强不息，厚德载物"/>
          <p:cNvPicPr>
            <a:picLocks noChangeAspect="1"/>
          </p:cNvPicPr>
          <p:nvPr/>
        </p:nvPicPr>
        <p:blipFill>
          <a:blip r:embed="rId1"/>
          <a:stretch>
            <a:fillRect/>
          </a:stretch>
        </p:blipFill>
        <p:spPr>
          <a:xfrm>
            <a:off x="2484438" y="1708150"/>
            <a:ext cx="4824412" cy="3359150"/>
          </a:xfrm>
          <a:prstGeom prst="rect">
            <a:avLst/>
          </a:prstGeom>
          <a:noFill/>
          <a:ln w="9525">
            <a:noFill/>
          </a:ln>
        </p:spPr>
      </p:pic>
      <p:pic>
        <p:nvPicPr>
          <p:cNvPr id="13315" name="Picture 3" descr="天下为公"/>
          <p:cNvPicPr>
            <a:picLocks noChangeAspect="1"/>
          </p:cNvPicPr>
          <p:nvPr/>
        </p:nvPicPr>
        <p:blipFill>
          <a:blip r:embed="rId2"/>
          <a:srcRect t="16327" r="1334" b="10204"/>
          <a:stretch>
            <a:fillRect/>
          </a:stretch>
        </p:blipFill>
        <p:spPr>
          <a:xfrm>
            <a:off x="0" y="0"/>
            <a:ext cx="9144000" cy="1668463"/>
          </a:xfrm>
          <a:prstGeom prst="rect">
            <a:avLst/>
          </a:prstGeom>
          <a:noFill/>
          <a:ln w="9525">
            <a:noFill/>
          </a:ln>
        </p:spPr>
      </p:pic>
      <p:sp>
        <p:nvSpPr>
          <p:cNvPr id="13316" name="AutoShape 6">
            <a:hlinkClick r:id="" action="ppaction://noaction"/>
          </p:cNvPr>
          <p:cNvSpPr/>
          <p:nvPr/>
        </p:nvSpPr>
        <p:spPr>
          <a:xfrm>
            <a:off x="8839200" y="4914900"/>
            <a:ext cx="304800" cy="228600"/>
          </a:xfrm>
          <a:prstGeom prst="actionButtonBlank">
            <a:avLst/>
          </a:prstGeom>
          <a:solidFill>
            <a:schemeClr val="accent2"/>
          </a:solidFill>
          <a:ln w="9525">
            <a:noFill/>
          </a:ln>
        </p:spPr>
        <p:txBody>
          <a:bodyPr wrap="none" anchor="ctr" anchorCtr="0"/>
          <a:p>
            <a:endParaRPr lang="zh-CN" altLang="en-US" dirty="0">
              <a:latin typeface="Arial" panose="020B0604020202020204" pitchFamily="34" charset="0"/>
            </a:endParaRPr>
          </a:p>
        </p:txBody>
      </p:sp>
      <p:sp>
        <p:nvSpPr>
          <p:cNvPr id="124936" name="Text Box 8"/>
          <p:cNvSpPr txBox="1">
            <a:spLocks noChangeArrowheads="1"/>
          </p:cNvSpPr>
          <p:nvPr/>
        </p:nvSpPr>
        <p:spPr bwMode="auto">
          <a:xfrm>
            <a:off x="827088" y="1492250"/>
            <a:ext cx="1006475" cy="4319588"/>
          </a:xfrm>
          <a:prstGeom prst="rect">
            <a:avLst/>
          </a:prstGeom>
          <a:noFill/>
          <a:ln w="9525">
            <a:noFill/>
            <a:miter lim="800000"/>
          </a:ln>
          <a:effectLst/>
        </p:spPr>
        <p:txBody>
          <a:bodyPr vert="eaVert">
            <a:spAutoFit/>
          </a:bodyPr>
          <a:lstStyle/>
          <a:p>
            <a:pPr marR="0" defTabSz="914400">
              <a:spcBef>
                <a:spcPct val="50000"/>
              </a:spcBef>
              <a:buClrTx/>
              <a:buSzTx/>
              <a:buFontTx/>
              <a:buNone/>
              <a:defRPr/>
            </a:pPr>
            <a:r>
              <a:rPr kumimoji="1" lang="zh-CN" altLang="en-US" sz="5400" b="1" kern="1200" cap="none" spc="0" normalizeH="0" baseline="0" noProof="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传统文艺</a:t>
            </a:r>
            <a:endParaRPr kumimoji="1" lang="zh-CN" altLang="en-US" sz="5400" b="1" kern="1200" cap="none" spc="0" normalizeH="0" baseline="0" noProof="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8" name="Picture 2" descr="捕捉1"/>
          <p:cNvPicPr>
            <a:picLocks noChangeAspect="1"/>
          </p:cNvPicPr>
          <p:nvPr/>
        </p:nvPicPr>
        <p:blipFill>
          <a:blip r:embed="rId1"/>
          <a:stretch>
            <a:fillRect/>
          </a:stretch>
        </p:blipFill>
        <p:spPr>
          <a:xfrm>
            <a:off x="76200" y="228600"/>
            <a:ext cx="2681288" cy="2057400"/>
          </a:xfrm>
          <a:prstGeom prst="rect">
            <a:avLst/>
          </a:prstGeom>
          <a:noFill/>
          <a:ln w="9525">
            <a:noFill/>
          </a:ln>
        </p:spPr>
      </p:pic>
      <p:pic>
        <p:nvPicPr>
          <p:cNvPr id="14339" name="Picture 3" descr="捕捉_2"/>
          <p:cNvPicPr>
            <a:picLocks noChangeAspect="1"/>
          </p:cNvPicPr>
          <p:nvPr/>
        </p:nvPicPr>
        <p:blipFill>
          <a:blip r:embed="rId2"/>
          <a:stretch>
            <a:fillRect/>
          </a:stretch>
        </p:blipFill>
        <p:spPr>
          <a:xfrm>
            <a:off x="2895600" y="228600"/>
            <a:ext cx="6248400" cy="2057400"/>
          </a:xfrm>
          <a:prstGeom prst="rect">
            <a:avLst/>
          </a:prstGeom>
          <a:noFill/>
          <a:ln w="9525">
            <a:noFill/>
          </a:ln>
        </p:spPr>
      </p:pic>
      <p:pic>
        <p:nvPicPr>
          <p:cNvPr id="14340" name="Picture 4" descr="元宵"/>
          <p:cNvPicPr>
            <a:picLocks noChangeAspect="1"/>
          </p:cNvPicPr>
          <p:nvPr/>
        </p:nvPicPr>
        <p:blipFill>
          <a:blip r:embed="rId3"/>
          <a:stretch>
            <a:fillRect/>
          </a:stretch>
        </p:blipFill>
        <p:spPr>
          <a:xfrm>
            <a:off x="0" y="2571750"/>
            <a:ext cx="2692400" cy="1797050"/>
          </a:xfrm>
          <a:prstGeom prst="rect">
            <a:avLst/>
          </a:prstGeom>
          <a:noFill/>
          <a:ln w="9525">
            <a:noFill/>
          </a:ln>
        </p:spPr>
      </p:pic>
      <p:pic>
        <p:nvPicPr>
          <p:cNvPr id="14341" name="Picture 5" descr="pic_36007"/>
          <p:cNvPicPr>
            <a:picLocks noChangeAspect="1"/>
          </p:cNvPicPr>
          <p:nvPr/>
        </p:nvPicPr>
        <p:blipFill>
          <a:blip r:embed="rId4"/>
          <a:stretch>
            <a:fillRect/>
          </a:stretch>
        </p:blipFill>
        <p:spPr>
          <a:xfrm>
            <a:off x="2895600" y="2514600"/>
            <a:ext cx="3429000" cy="1860550"/>
          </a:xfrm>
          <a:prstGeom prst="rect">
            <a:avLst/>
          </a:prstGeom>
          <a:noFill/>
          <a:ln w="9525">
            <a:noFill/>
          </a:ln>
        </p:spPr>
      </p:pic>
      <p:grpSp>
        <p:nvGrpSpPr>
          <p:cNvPr id="14342" name="Group 6"/>
          <p:cNvGrpSpPr/>
          <p:nvPr/>
        </p:nvGrpSpPr>
        <p:grpSpPr>
          <a:xfrm>
            <a:off x="1879600" y="1714500"/>
            <a:ext cx="5384800" cy="1674813"/>
            <a:chOff x="0" y="1406"/>
            <a:chExt cx="3392" cy="1406"/>
          </a:xfrm>
        </p:grpSpPr>
        <p:sp>
          <p:nvSpPr>
            <p:cNvPr id="14346" name="Rectangle 7"/>
            <p:cNvSpPr/>
            <p:nvPr/>
          </p:nvSpPr>
          <p:spPr>
            <a:xfrm>
              <a:off x="0" y="1406"/>
              <a:ext cx="3392" cy="1406"/>
            </a:xfrm>
            <a:prstGeom prst="rect">
              <a:avLst/>
            </a:prstGeom>
            <a:noFill/>
            <a:ln w="9525">
              <a:noFill/>
            </a:ln>
          </p:spPr>
          <p:txBody>
            <a:bodyPr>
              <a:spAutoFit/>
            </a:bodyPr>
            <a:p>
              <a:endParaRPr lang="zh-CN" altLang="en-US" dirty="0">
                <a:latin typeface="Arial" panose="020B0604020202020204" pitchFamily="34" charset="0"/>
              </a:endParaRPr>
            </a:p>
          </p:txBody>
        </p:sp>
        <p:sp>
          <p:nvSpPr>
            <p:cNvPr id="14347" name="Rectangle 8"/>
            <p:cNvSpPr/>
            <p:nvPr/>
          </p:nvSpPr>
          <p:spPr>
            <a:xfrm>
              <a:off x="0" y="1406"/>
              <a:ext cx="3392" cy="912"/>
            </a:xfrm>
            <a:prstGeom prst="rect">
              <a:avLst/>
            </a:prstGeom>
            <a:noFill/>
            <a:ln w="9525">
              <a:noFill/>
            </a:ln>
          </p:spPr>
          <p:txBody>
            <a:bodyPr/>
            <a:p>
              <a:r>
                <a:rPr lang="zh-CN" altLang="en-US" sz="2400" dirty="0">
                  <a:latin typeface="Times New Roman" panose="02020603050405020304" pitchFamily="18" charset="0"/>
                </a:rPr>
                <a:t>  </a:t>
              </a:r>
              <a:r>
                <a:rPr lang="zh-CN" altLang="en-US" sz="8900" dirty="0">
                  <a:latin typeface="Times New Roman" panose="02020603050405020304" pitchFamily="18" charset="0"/>
                </a:rPr>
                <a:t> </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grpSp>
      <p:pic>
        <p:nvPicPr>
          <p:cNvPr id="14343" name="Picture 9" descr="yuanxiao02"/>
          <p:cNvPicPr>
            <a:picLocks noChangeAspect="1"/>
          </p:cNvPicPr>
          <p:nvPr/>
        </p:nvPicPr>
        <p:blipFill>
          <a:blip r:embed="rId5"/>
          <a:stretch>
            <a:fillRect/>
          </a:stretch>
        </p:blipFill>
        <p:spPr>
          <a:xfrm>
            <a:off x="6477000" y="2514600"/>
            <a:ext cx="2590800" cy="1885950"/>
          </a:xfrm>
          <a:prstGeom prst="rect">
            <a:avLst/>
          </a:prstGeom>
          <a:noFill/>
          <a:ln w="9525">
            <a:noFill/>
          </a:ln>
        </p:spPr>
      </p:pic>
      <p:sp>
        <p:nvSpPr>
          <p:cNvPr id="87050" name="Text Box 10"/>
          <p:cNvSpPr txBox="1">
            <a:spLocks noChangeArrowheads="1"/>
          </p:cNvSpPr>
          <p:nvPr/>
        </p:nvSpPr>
        <p:spPr bwMode="auto">
          <a:xfrm>
            <a:off x="2484438" y="4229100"/>
            <a:ext cx="4648200" cy="9144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5400" b="1" kern="1200" cap="none" spc="0" normalizeH="0" baseline="0" noProof="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传 统 习 俗</a:t>
            </a:r>
            <a:endParaRPr kumimoji="1" lang="zh-CN" altLang="en-US" sz="5400" b="1" kern="1200" cap="none" spc="0" normalizeH="0" baseline="0" noProof="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endParaRPr>
          </a:p>
        </p:txBody>
      </p:sp>
      <p:sp>
        <p:nvSpPr>
          <p:cNvPr id="14345" name="AutoShape 11">
            <a:hlinkClick r:id="rId6" action="ppaction://hlinksldjump"/>
          </p:cNvPr>
          <p:cNvSpPr/>
          <p:nvPr/>
        </p:nvSpPr>
        <p:spPr>
          <a:xfrm>
            <a:off x="8610600" y="4743450"/>
            <a:ext cx="381000" cy="285750"/>
          </a:xfrm>
          <a:prstGeom prst="smileyFace">
            <a:avLst>
              <a:gd name="adj" fmla="val 4653"/>
            </a:avLst>
          </a:prstGeom>
          <a:noFill/>
          <a:ln w="19050" cap="flat" cmpd="sng">
            <a:solidFill>
              <a:schemeClr val="tx2"/>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8" name="Text Box 4"/>
          <p:cNvSpPr txBox="1"/>
          <p:nvPr/>
        </p:nvSpPr>
        <p:spPr>
          <a:xfrm>
            <a:off x="179388" y="2859088"/>
            <a:ext cx="4464050" cy="1006475"/>
          </a:xfrm>
          <a:prstGeom prst="rect">
            <a:avLst/>
          </a:prstGeom>
          <a:noFill/>
          <a:ln w="9525">
            <a:noFill/>
          </a:ln>
        </p:spPr>
        <p:txBody>
          <a:bodyPr>
            <a:spAutoFit/>
          </a:bodyPr>
          <a:p>
            <a:r>
              <a:rPr lang="zh-CN" altLang="en-US" sz="2000" b="1" dirty="0">
                <a:solidFill>
                  <a:srgbClr val="3333CC"/>
                </a:solidFill>
                <a:latin typeface="Arial" panose="020B0604020202020204" pitchFamily="34" charset="0"/>
              </a:rPr>
              <a:t>    思考：通过阅读以上两则材料，你能说说“和谐社会”的思想与传统文化的“和”、“合”思想有怎样的关系吗？</a:t>
            </a:r>
            <a:r>
              <a:rPr lang="zh-CN" altLang="en-US" sz="2000" dirty="0">
                <a:solidFill>
                  <a:srgbClr val="3333CC"/>
                </a:solidFill>
                <a:latin typeface="Arial" panose="020B0604020202020204" pitchFamily="34" charset="0"/>
              </a:rPr>
              <a:t> </a:t>
            </a:r>
            <a:endParaRPr lang="zh-CN" altLang="en-US" sz="2000" dirty="0">
              <a:solidFill>
                <a:srgbClr val="3333CC"/>
              </a:solidFill>
              <a:latin typeface="Arial" panose="020B0604020202020204" pitchFamily="34" charset="0"/>
            </a:endParaRPr>
          </a:p>
        </p:txBody>
      </p:sp>
      <p:pic>
        <p:nvPicPr>
          <p:cNvPr id="15363" name="Picture 6" descr="传统国学与现代文化"/>
          <p:cNvPicPr>
            <a:picLocks noChangeAspect="1"/>
          </p:cNvPicPr>
          <p:nvPr/>
        </p:nvPicPr>
        <p:blipFill>
          <a:blip r:embed="rId1"/>
          <a:stretch>
            <a:fillRect/>
          </a:stretch>
        </p:blipFill>
        <p:spPr>
          <a:xfrm>
            <a:off x="5867400" y="339725"/>
            <a:ext cx="2971800" cy="1352550"/>
          </a:xfrm>
          <a:prstGeom prst="rect">
            <a:avLst/>
          </a:prstGeom>
          <a:noFill/>
          <a:ln w="9525">
            <a:noFill/>
          </a:ln>
        </p:spPr>
      </p:pic>
      <p:sp>
        <p:nvSpPr>
          <p:cNvPr id="93191" name="Rectangle 7"/>
          <p:cNvSpPr/>
          <p:nvPr/>
        </p:nvSpPr>
        <p:spPr>
          <a:xfrm>
            <a:off x="5364163" y="2284413"/>
            <a:ext cx="3600450" cy="366712"/>
          </a:xfrm>
          <a:prstGeom prst="rect">
            <a:avLst/>
          </a:prstGeom>
          <a:noFill/>
          <a:ln w="9525">
            <a:noFill/>
          </a:ln>
        </p:spPr>
        <p:txBody>
          <a:bodyPr>
            <a:spAutoFit/>
          </a:bodyPr>
          <a:p>
            <a:r>
              <a:rPr lang="zh-CN" altLang="en-US" b="1" dirty="0">
                <a:solidFill>
                  <a:srgbClr val="0000CC"/>
                </a:solidFill>
                <a:latin typeface="Arial" panose="020B0604020202020204" pitchFamily="34" charset="0"/>
              </a:rPr>
              <a:t>我国现代的“和谐世界”之理念</a:t>
            </a:r>
            <a:endParaRPr lang="zh-CN" altLang="en-US" b="1" dirty="0">
              <a:solidFill>
                <a:srgbClr val="0000CC"/>
              </a:solidFill>
              <a:latin typeface="Arial" panose="020B0604020202020204" pitchFamily="34" charset="0"/>
            </a:endParaRPr>
          </a:p>
        </p:txBody>
      </p:sp>
      <p:sp>
        <p:nvSpPr>
          <p:cNvPr id="93193" name="Rectangle 9"/>
          <p:cNvSpPr/>
          <p:nvPr/>
        </p:nvSpPr>
        <p:spPr>
          <a:xfrm>
            <a:off x="0" y="2571750"/>
            <a:ext cx="4751388" cy="1616075"/>
          </a:xfrm>
          <a:prstGeom prst="rect">
            <a:avLst/>
          </a:prstGeom>
          <a:noFill/>
          <a:ln w="9525">
            <a:noFill/>
          </a:ln>
        </p:spPr>
        <p:txBody>
          <a:bodyPr>
            <a:spAutoFit/>
          </a:bodyPr>
          <a:p>
            <a:r>
              <a:rPr lang="zh-CN" altLang="en-US" sz="2000" b="1" dirty="0">
                <a:solidFill>
                  <a:schemeClr val="tx2"/>
                </a:solidFill>
                <a:latin typeface="Arial" panose="020B0604020202020204" pitchFamily="34" charset="0"/>
              </a:rPr>
              <a:t>      </a:t>
            </a:r>
            <a:r>
              <a:rPr lang="zh-CN" altLang="en-US" sz="2000" b="1" dirty="0">
                <a:solidFill>
                  <a:srgbClr val="FF0000"/>
                </a:solidFill>
                <a:latin typeface="Arial" panose="020B0604020202020204" pitchFamily="34" charset="0"/>
              </a:rPr>
              <a:t>“和谐社会”的理念体现了传统文化中的“和”、“合”思想，强调人与人、人与自然的和谐相处；但去掉传统思想中将天神化的糟粕内容，顺应社会变化，对社会与人的发展起着积极的作用。</a:t>
            </a:r>
            <a:endParaRPr lang="zh-CN" altLang="en-US" sz="2000" b="1" dirty="0">
              <a:solidFill>
                <a:srgbClr val="FF0000"/>
              </a:solidFill>
              <a:latin typeface="Arial" panose="020B0604020202020204" pitchFamily="34" charset="0"/>
            </a:endParaRPr>
          </a:p>
        </p:txBody>
      </p:sp>
      <p:sp>
        <p:nvSpPr>
          <p:cNvPr id="93195" name="Rectangle 11"/>
          <p:cNvSpPr>
            <a:spLocks noChangeArrowheads="1"/>
          </p:cNvSpPr>
          <p:nvPr/>
        </p:nvSpPr>
        <p:spPr bwMode="auto">
          <a:xfrm>
            <a:off x="1476375" y="0"/>
            <a:ext cx="2706688" cy="701675"/>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1200" cap="none" spc="0" normalizeH="0" baseline="0" noProof="0">
                <a:ln>
                  <a:noFill/>
                </a:ln>
                <a:solidFill>
                  <a:srgbClr val="003399"/>
                </a:solidFill>
                <a:effectLst>
                  <a:outerShdw blurRad="38100" dist="38100" dir="2700000" algn="tl">
                    <a:srgbClr val="C0C0C0"/>
                  </a:outerShdw>
                </a:effectLst>
                <a:uLnTx/>
                <a:uFillTx/>
                <a:latin typeface="华文中宋" panose="02010600040101010101" pitchFamily="2" charset="-122"/>
                <a:ea typeface="华文中宋" panose="02010600040101010101" pitchFamily="2" charset="-122"/>
                <a:cs typeface="+mn-cs"/>
              </a:rPr>
              <a:t>传 统 思 想</a:t>
            </a:r>
            <a:endParaRPr kumimoji="1" lang="zh-CN" altLang="en-US" sz="4000" b="1" i="0" u="none" strike="noStrike" kern="1200" cap="none" spc="0" normalizeH="0" baseline="0" noProof="0">
              <a:ln>
                <a:noFill/>
              </a:ln>
              <a:solidFill>
                <a:srgbClr val="003399"/>
              </a:solidFill>
              <a:effectLst>
                <a:outerShdw blurRad="38100" dist="38100" dir="2700000" algn="tl">
                  <a:srgbClr val="C0C0C0"/>
                </a:outerShdw>
              </a:effectLst>
              <a:uLnTx/>
              <a:uFillTx/>
              <a:latin typeface="华文中宋" panose="02010600040101010101" pitchFamily="2" charset="-122"/>
              <a:ea typeface="华文中宋" panose="02010600040101010101" pitchFamily="2" charset="-122"/>
              <a:cs typeface="+mn-cs"/>
            </a:endParaRPr>
          </a:p>
        </p:txBody>
      </p:sp>
      <p:sp>
        <p:nvSpPr>
          <p:cNvPr id="15367" name="Rectangle 12"/>
          <p:cNvSpPr/>
          <p:nvPr/>
        </p:nvSpPr>
        <p:spPr>
          <a:xfrm>
            <a:off x="395288" y="700088"/>
            <a:ext cx="4321175" cy="15113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ndParaRPr>
          </a:p>
        </p:txBody>
      </p:sp>
      <p:sp>
        <p:nvSpPr>
          <p:cNvPr id="15368" name="Text Box 13"/>
          <p:cNvSpPr txBox="1"/>
          <p:nvPr/>
        </p:nvSpPr>
        <p:spPr>
          <a:xfrm>
            <a:off x="395288" y="915988"/>
            <a:ext cx="4321175" cy="1006475"/>
          </a:xfrm>
          <a:prstGeom prst="rect">
            <a:avLst/>
          </a:prstGeom>
          <a:noFill/>
          <a:ln w="9525">
            <a:noFill/>
          </a:ln>
        </p:spPr>
        <p:txBody>
          <a:bodyPr>
            <a:spAutoFit/>
          </a:bodyPr>
          <a:p>
            <a:pPr>
              <a:spcBef>
                <a:spcPct val="50000"/>
              </a:spcBef>
            </a:pPr>
            <a:r>
              <a:rPr lang="zh-CN" altLang="en-US" dirty="0">
                <a:latin typeface="Arial" panose="020B0604020202020204" pitchFamily="34" charset="0"/>
                <a:ea typeface="隶书" panose="02010509060101010101" pitchFamily="49" charset="-122"/>
              </a:rPr>
              <a:t>材料一：</a:t>
            </a:r>
            <a:r>
              <a:rPr lang="zh-CN" altLang="en-US" sz="2000" dirty="0">
                <a:latin typeface="Arial" panose="020B0604020202020204" pitchFamily="34" charset="0"/>
                <a:ea typeface="隶书" panose="02010509060101010101" pitchFamily="49" charset="-122"/>
              </a:rPr>
              <a:t>古语云： “家和万事兴”、“和实生物”、“和为贵”、 “事应顺于名，名应顺于天，天人之际，合而为一”</a:t>
            </a:r>
            <a:endParaRPr lang="zh-CN" altLang="en-US" sz="2000" dirty="0">
              <a:latin typeface="Arial" panose="020B0604020202020204" pitchFamily="34" charset="0"/>
              <a:ea typeface="隶书" panose="02010509060101010101" pitchFamily="49" charset="-122"/>
            </a:endParaRPr>
          </a:p>
        </p:txBody>
      </p:sp>
      <p:sp>
        <p:nvSpPr>
          <p:cNvPr id="93198" name="Rectangle 14"/>
          <p:cNvSpPr/>
          <p:nvPr/>
        </p:nvSpPr>
        <p:spPr>
          <a:xfrm>
            <a:off x="4643438" y="2643188"/>
            <a:ext cx="4356100" cy="19431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endParaRPr lang="zh-CN" altLang="en-US" dirty="0">
              <a:latin typeface="Arial" panose="020B0604020202020204" pitchFamily="34" charset="0"/>
            </a:endParaRPr>
          </a:p>
        </p:txBody>
      </p:sp>
      <p:sp>
        <p:nvSpPr>
          <p:cNvPr id="93199" name="Text Box 15"/>
          <p:cNvSpPr txBox="1"/>
          <p:nvPr/>
        </p:nvSpPr>
        <p:spPr>
          <a:xfrm>
            <a:off x="4716463" y="2787650"/>
            <a:ext cx="4321175" cy="1739900"/>
          </a:xfrm>
          <a:prstGeom prst="rect">
            <a:avLst/>
          </a:prstGeom>
          <a:noFill/>
          <a:ln w="9525">
            <a:noFill/>
          </a:ln>
        </p:spPr>
        <p:txBody>
          <a:bodyPr>
            <a:spAutoFit/>
          </a:bodyPr>
          <a:p>
            <a:pPr>
              <a:spcBef>
                <a:spcPct val="50000"/>
              </a:spcBef>
            </a:pPr>
            <a:r>
              <a:rPr lang="zh-CN" altLang="en-US" dirty="0">
                <a:latin typeface="Arial" panose="020B0604020202020204" pitchFamily="34" charset="0"/>
                <a:ea typeface="隶书" panose="02010509060101010101" pitchFamily="49" charset="-122"/>
              </a:rPr>
              <a:t>材料二：根据新世纪新阶段中国经济社会发展的新要求和社会出现的新趋势新特点，我国所要建设的社会主义和谐社会，应该是民主法治、公平正义、诚信友爱、充满活力、安定有序、人与自然和谐相处的社会。</a:t>
            </a:r>
            <a:endParaRPr lang="zh-CN" altLang="en-US" sz="2000" dirty="0">
              <a:latin typeface="Arial" panose="020B0604020202020204" pitchFamily="34" charset="0"/>
              <a:ea typeface="隶书" panose="02010509060101010101" pitchFamily="49" charset="-122"/>
            </a:endParaRPr>
          </a:p>
        </p:txBody>
      </p:sp>
      <p:sp>
        <p:nvSpPr>
          <p:cNvPr id="93200" name="Line 16"/>
          <p:cNvSpPr/>
          <p:nvPr/>
        </p:nvSpPr>
        <p:spPr>
          <a:xfrm>
            <a:off x="6300788" y="3651250"/>
            <a:ext cx="2447925" cy="0"/>
          </a:xfrm>
          <a:prstGeom prst="line">
            <a:avLst/>
          </a:prstGeom>
          <a:ln w="31750" cap="flat" cmpd="sng">
            <a:solidFill>
              <a:srgbClr val="FF0000"/>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98"/>
                                        </p:tgtEl>
                                        <p:attrNameLst>
                                          <p:attrName>style.visibility</p:attrName>
                                        </p:attrNameLst>
                                      </p:cBhvr>
                                      <p:to>
                                        <p:strVal val="visible"/>
                                      </p:to>
                                    </p:set>
                                    <p:animEffect transition="in" filter="blinds(horizontal)">
                                      <p:cBhvr>
                                        <p:cTn id="7" dur="500"/>
                                        <p:tgtEl>
                                          <p:spTgt spid="93198"/>
                                        </p:tgtEl>
                                      </p:cBhvr>
                                    </p:animEffect>
                                  </p:childTnLst>
                                </p:cTn>
                              </p:par>
                              <p:par>
                                <p:cTn id="8" presetID="2" presetClass="entr" presetSubtype="4" fill="hold" grpId="0" nodeType="withEffect">
                                  <p:stCondLst>
                                    <p:cond delay="0"/>
                                  </p:stCondLst>
                                  <p:childTnLst>
                                    <p:set>
                                      <p:cBhvr>
                                        <p:cTn id="9" dur="1" fill="hold">
                                          <p:stCondLst>
                                            <p:cond delay="0"/>
                                          </p:stCondLst>
                                        </p:cTn>
                                        <p:tgtEl>
                                          <p:spTgt spid="93199"/>
                                        </p:tgtEl>
                                        <p:attrNameLst>
                                          <p:attrName>style.visibility</p:attrName>
                                        </p:attrNameLst>
                                      </p:cBhvr>
                                      <p:to>
                                        <p:strVal val="visible"/>
                                      </p:to>
                                    </p:set>
                                    <p:anim calcmode="lin" valueType="num">
                                      <p:cBhvr additive="base">
                                        <p:cTn id="10" dur="500" fill="hold"/>
                                        <p:tgtEl>
                                          <p:spTgt spid="93199"/>
                                        </p:tgtEl>
                                        <p:attrNameLst>
                                          <p:attrName>ppt_x</p:attrName>
                                        </p:attrNameLst>
                                      </p:cBhvr>
                                      <p:tavLst>
                                        <p:tav tm="0">
                                          <p:val>
                                            <p:strVal val="#ppt_x"/>
                                          </p:val>
                                        </p:tav>
                                        <p:tav tm="100000">
                                          <p:val>
                                            <p:strVal val="#ppt_x"/>
                                          </p:val>
                                        </p:tav>
                                      </p:tavLst>
                                    </p:anim>
                                    <p:anim calcmode="lin" valueType="num">
                                      <p:cBhvr additive="base">
                                        <p:cTn id="11" dur="500" fill="hold"/>
                                        <p:tgtEl>
                                          <p:spTgt spid="93199"/>
                                        </p:tgtEl>
                                        <p:attrNameLst>
                                          <p:attrName>ppt_y</p:attrName>
                                        </p:attrNameLst>
                                      </p:cBhvr>
                                      <p:tavLst>
                                        <p:tav tm="0">
                                          <p:val>
                                            <p:strVal val="1+#ppt_h/2"/>
                                          </p:val>
                                        </p:tav>
                                        <p:tav tm="100000">
                                          <p:val>
                                            <p:strVal val="#ppt_y"/>
                                          </p:val>
                                        </p:tav>
                                      </p:tavLst>
                                    </p:anim>
                                  </p:childTnLst>
                                </p:cTn>
                              </p:par>
                              <p:par>
                                <p:cTn id="12" presetID="3" presetClass="entr" presetSubtype="10" fill="hold" grpId="0" nodeType="withEffect">
                                  <p:stCondLst>
                                    <p:cond delay="0"/>
                                  </p:stCondLst>
                                  <p:childTnLst>
                                    <p:set>
                                      <p:cBhvr>
                                        <p:cTn id="13" dur="1" fill="hold">
                                          <p:stCondLst>
                                            <p:cond delay="0"/>
                                          </p:stCondLst>
                                        </p:cTn>
                                        <p:tgtEl>
                                          <p:spTgt spid="93191"/>
                                        </p:tgtEl>
                                        <p:attrNameLst>
                                          <p:attrName>style.visibility</p:attrName>
                                        </p:attrNameLst>
                                      </p:cBhvr>
                                      <p:to>
                                        <p:strVal val="visible"/>
                                      </p:to>
                                    </p:set>
                                    <p:animEffect transition="in" filter="blinds(horizontal)">
                                      <p:cBhvr>
                                        <p:cTn id="14" dur="500"/>
                                        <p:tgtEl>
                                          <p:spTgt spid="93191"/>
                                        </p:tgtEl>
                                      </p:cBhvr>
                                    </p:animEffect>
                                  </p:childTnLst>
                                </p:cTn>
                              </p:par>
                              <p:par>
                                <p:cTn id="15" presetID="3" presetClass="entr" presetSubtype="10" fill="hold" nodeType="withEffect">
                                  <p:stCondLst>
                                    <p:cond delay="0"/>
                                  </p:stCondLst>
                                  <p:childTnLst>
                                    <p:set>
                                      <p:cBhvr>
                                        <p:cTn id="16" dur="1" fill="hold">
                                          <p:stCondLst>
                                            <p:cond delay="0"/>
                                          </p:stCondLst>
                                        </p:cTn>
                                        <p:tgtEl>
                                          <p:spTgt spid="93200"/>
                                        </p:tgtEl>
                                        <p:attrNameLst>
                                          <p:attrName>style.visibility</p:attrName>
                                        </p:attrNameLst>
                                      </p:cBhvr>
                                      <p:to>
                                        <p:strVal val="visible"/>
                                      </p:to>
                                    </p:set>
                                    <p:animEffect transition="in" filter="blinds(horizontal)">
                                      <p:cBhvr>
                                        <p:cTn id="17" dur="500"/>
                                        <p:tgtEl>
                                          <p:spTgt spid="9320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3188"/>
                                        </p:tgtEl>
                                        <p:attrNameLst>
                                          <p:attrName>style.visibility</p:attrName>
                                        </p:attrNameLst>
                                      </p:cBhvr>
                                      <p:to>
                                        <p:strVal val="visible"/>
                                      </p:to>
                                    </p:set>
                                    <p:animEffect transition="in" filter="blinds(horizontal)">
                                      <p:cBhvr>
                                        <p:cTn id="22" dur="500"/>
                                        <p:tgtEl>
                                          <p:spTgt spid="93188"/>
                                        </p:tgtEl>
                                      </p:cBhvr>
                                    </p:animEffect>
                                  </p:childTnLst>
                                  <p:subTnLst>
                                    <p:set>
                                      <p:cBhvr override="childStyle">
                                        <p:cTn dur="1" fill="hold" display="0" masterRel="nextClick" afterEffect="1"/>
                                        <p:tgtEl>
                                          <p:spTgt spid="9318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3193"/>
                                        </p:tgtEl>
                                        <p:attrNameLst>
                                          <p:attrName>style.visibility</p:attrName>
                                        </p:attrNameLst>
                                      </p:cBhvr>
                                      <p:to>
                                        <p:strVal val="visible"/>
                                      </p:to>
                                    </p:set>
                                    <p:animEffect transition="in" filter="box(in)">
                                      <p:cBhvr>
                                        <p:cTn id="27" dur="500"/>
                                        <p:tgtEl>
                                          <p:spTgt spid="93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P spid="93191" grpId="0"/>
      <p:bldP spid="93193" grpId="0"/>
      <p:bldP spid="93198" grpId="0" animBg="1"/>
      <p:bldP spid="9319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内容占位符 3"/>
          <p:cNvGraphicFramePr>
            <a:graphicFrameLocks noGrp="1"/>
          </p:cNvGraphicFramePr>
          <p:nvPr>
            <p:ph idx="1"/>
          </p:nvPr>
        </p:nvGraphicFramePr>
        <p:xfrm>
          <a:off x="1912065" y="1146774"/>
          <a:ext cx="6964147" cy="365690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6387" name="WordArt 8">
            <a:hlinkClick r:id="" action="ppaction://noaction"/>
          </p:cNvPr>
          <p:cNvSpPr>
            <a:spLocks noTextEdit="1"/>
          </p:cNvSpPr>
          <p:nvPr/>
        </p:nvSpPr>
        <p:spPr>
          <a:xfrm>
            <a:off x="323850" y="1274763"/>
            <a:ext cx="1800225" cy="431800"/>
          </a:xfrm>
          <a:prstGeom prst="rect">
            <a:avLst/>
          </a:prstGeom>
        </p:spPr>
        <p:txBody>
          <a:bodyPr wrap="none" fromWordArt="1">
            <a:prstTxWarp prst="textPlain">
              <a:avLst>
                <a:gd name="adj" fmla="val 50000"/>
              </a:avLst>
            </a:prstTxWarp>
            <a:normAutofit/>
          </a:bodyPr>
          <a:p>
            <a:pPr algn="ctr" eaLnBrk="0" hangingPunct="0"/>
            <a:r>
              <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rPr>
              <a:t>传统习俗</a:t>
            </a:r>
            <a:endPar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endParaRPr>
          </a:p>
        </p:txBody>
      </p:sp>
      <p:sp>
        <p:nvSpPr>
          <p:cNvPr id="16388" name="WordArt 9"/>
          <p:cNvSpPr>
            <a:spLocks noTextEdit="1"/>
          </p:cNvSpPr>
          <p:nvPr/>
        </p:nvSpPr>
        <p:spPr>
          <a:xfrm>
            <a:off x="323850" y="2211388"/>
            <a:ext cx="1800225" cy="431800"/>
          </a:xfrm>
          <a:prstGeom prst="rect">
            <a:avLst/>
          </a:prstGeom>
        </p:spPr>
        <p:txBody>
          <a:bodyPr wrap="none" fromWordArt="1">
            <a:prstTxWarp prst="textPlain">
              <a:avLst>
                <a:gd name="adj" fmla="val 50000"/>
              </a:avLst>
            </a:prstTxWarp>
            <a:normAutofit/>
          </a:bodyPr>
          <a:p>
            <a:pPr algn="ctr" eaLnBrk="0" hangingPunct="0"/>
            <a:r>
              <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rPr>
              <a:t>传统建筑</a:t>
            </a:r>
            <a:endPar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endParaRPr>
          </a:p>
        </p:txBody>
      </p:sp>
      <p:sp>
        <p:nvSpPr>
          <p:cNvPr id="16389" name="WordArt 10"/>
          <p:cNvSpPr>
            <a:spLocks noTextEdit="1"/>
          </p:cNvSpPr>
          <p:nvPr/>
        </p:nvSpPr>
        <p:spPr>
          <a:xfrm>
            <a:off x="323850" y="3219450"/>
            <a:ext cx="1800225" cy="431800"/>
          </a:xfrm>
          <a:prstGeom prst="rect">
            <a:avLst/>
          </a:prstGeom>
        </p:spPr>
        <p:txBody>
          <a:bodyPr wrap="none" fromWordArt="1">
            <a:prstTxWarp prst="textPlain">
              <a:avLst>
                <a:gd name="adj" fmla="val 50000"/>
              </a:avLst>
            </a:prstTxWarp>
            <a:normAutofit/>
          </a:bodyPr>
          <a:p>
            <a:pPr algn="ctr" eaLnBrk="0" hangingPunct="0"/>
            <a:r>
              <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rPr>
              <a:t>传统文艺</a:t>
            </a:r>
            <a:endPar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endParaRPr>
          </a:p>
        </p:txBody>
      </p:sp>
      <p:sp>
        <p:nvSpPr>
          <p:cNvPr id="16390" name="WordArt 11">
            <a:hlinkClick r:id="" action="ppaction://noaction"/>
          </p:cNvPr>
          <p:cNvSpPr>
            <a:spLocks noTextEdit="1"/>
          </p:cNvSpPr>
          <p:nvPr/>
        </p:nvSpPr>
        <p:spPr>
          <a:xfrm>
            <a:off x="323850" y="4227513"/>
            <a:ext cx="1800225" cy="431800"/>
          </a:xfrm>
          <a:prstGeom prst="rect">
            <a:avLst/>
          </a:prstGeom>
        </p:spPr>
        <p:txBody>
          <a:bodyPr wrap="none" fromWordArt="1">
            <a:prstTxWarp prst="textPlain">
              <a:avLst>
                <a:gd name="adj" fmla="val 50000"/>
              </a:avLst>
            </a:prstTxWarp>
            <a:normAutofit/>
          </a:bodyPr>
          <a:p>
            <a:pPr algn="ctr" eaLnBrk="0" hangingPunct="0"/>
            <a:r>
              <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rPr>
              <a:t>传统思想</a:t>
            </a:r>
            <a:endPar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隶书" panose="02010509060101010101" pitchFamily="49" charset="-122"/>
              <a:ea typeface="隶书" panose="02010509060101010101" pitchFamily="49" charset="-122"/>
            </a:endParaRPr>
          </a:p>
        </p:txBody>
      </p:sp>
      <p:sp>
        <p:nvSpPr>
          <p:cNvPr id="16391" name="WordArt 13"/>
          <p:cNvSpPr>
            <a:spLocks noTextEdit="1"/>
          </p:cNvSpPr>
          <p:nvPr/>
        </p:nvSpPr>
        <p:spPr>
          <a:xfrm>
            <a:off x="2339975" y="123825"/>
            <a:ext cx="4392613" cy="719138"/>
          </a:xfrm>
          <a:prstGeom prst="rect">
            <a:avLst/>
          </a:prstGeom>
        </p:spPr>
        <p:txBody>
          <a:bodyPr wrap="none" fromWordArt="1">
            <a:prstTxWarp prst="textPlain">
              <a:avLst>
                <a:gd name="adj" fmla="val 50000"/>
              </a:avLst>
            </a:prstTxWarp>
            <a:normAutofit/>
          </a:bodyPr>
          <a:p>
            <a:pPr algn="ctr" eaLnBrk="0" hangingPunct="0"/>
            <a:r>
              <a:rPr lang="zh-CN" altLang="en-US" sz="3600" b="1">
                <a:ln w="19050" cap="flat" cmpd="sng">
                  <a:solidFill>
                    <a:srgbClr val="99CCFF"/>
                  </a:solidFill>
                  <a:prstDash val="solid"/>
                  <a:headEnd type="none" w="med" len="med"/>
                  <a:tailEnd type="none" w="med" len="med"/>
                </a:ln>
                <a:solidFill>
                  <a:srgbClr val="0066CC"/>
                </a:solidFill>
                <a:effectLst>
                  <a:outerShdw dist="35921" dir="2699999" algn="ctr" rotWithShape="0">
                    <a:srgbClr val="990000"/>
                  </a:outerShdw>
                </a:effectLst>
                <a:latin typeface="隶书" panose="02010509060101010101" pitchFamily="49" charset="-122"/>
                <a:ea typeface="隶书" panose="02010509060101010101" pitchFamily="49" charset="-122"/>
              </a:rPr>
              <a:t>传统文化面面观</a:t>
            </a:r>
            <a:endParaRPr lang="zh-CN" altLang="en-US" sz="3600" b="1">
              <a:ln w="19050" cap="flat" cmpd="sng">
                <a:solidFill>
                  <a:srgbClr val="99CCFF"/>
                </a:solidFill>
                <a:prstDash val="solid"/>
                <a:headEnd type="none" w="med" len="med"/>
                <a:tailEnd type="none" w="med" len="med"/>
              </a:ln>
              <a:solidFill>
                <a:srgbClr val="0066CC"/>
              </a:solidFill>
              <a:effectLst>
                <a:outerShdw dist="35921" dir="2699999" algn="ctr" rotWithShape="0">
                  <a:srgbClr val="990000"/>
                </a:outerShdw>
              </a:effectLst>
              <a:latin typeface="隶书" panose="02010509060101010101" pitchFamily="49" charset="-122"/>
              <a:ea typeface="隶书" panose="02010509060101010101" pitchFamily="49" charset="-122"/>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4"/>
          <p:cNvSpPr/>
          <p:nvPr/>
        </p:nvSpPr>
        <p:spPr>
          <a:xfrm>
            <a:off x="107950" y="3471863"/>
            <a:ext cx="2160588" cy="1187450"/>
          </a:xfrm>
          <a:prstGeom prst="rect">
            <a:avLst/>
          </a:prstGeom>
          <a:noFill/>
          <a:ln w="9525">
            <a:noFill/>
          </a:ln>
        </p:spPr>
        <p:txBody>
          <a:bodyPr anchor="ctr" anchorCtr="0">
            <a:spAutoFit/>
          </a:bodyPr>
          <a:p>
            <a:pPr eaLnBrk="0" hangingPunct="0"/>
            <a:r>
              <a:rPr lang="zh-CN" altLang="en-US" sz="2400" b="1" dirty="0">
                <a:latin typeface="Arial" panose="020B0604020202020204" pitchFamily="34" charset="0"/>
                <a:ea typeface="幼圆" panose="02010509060101010101" pitchFamily="49" charset="-122"/>
              </a:rPr>
              <a:t>南京博物馆藏</a:t>
            </a:r>
            <a:r>
              <a:rPr lang="zh-CN" altLang="en-US" sz="2400" b="1" dirty="0">
                <a:latin typeface="Arial" panose="020B0604020202020204" pitchFamily="34" charset="0"/>
                <a:ea typeface="幼圆" panose="02010509060101010101" pitchFamily="49" charset="-122"/>
                <a:hlinkClick r:id="rId1"/>
              </a:rPr>
              <a:t>元 青花缠枝牡丹纹梅瓶</a:t>
            </a:r>
            <a:endParaRPr lang="zh-CN" altLang="en-US" sz="2400" dirty="0">
              <a:latin typeface="Arial" panose="020B0604020202020204" pitchFamily="34" charset="0"/>
              <a:ea typeface="幼圆" panose="02010509060101010101" pitchFamily="49" charset="-122"/>
            </a:endParaRPr>
          </a:p>
        </p:txBody>
      </p:sp>
      <p:pic>
        <p:nvPicPr>
          <p:cNvPr id="17411" name="Picture 7" descr="12031721317245466_small">
            <a:hlinkClick r:id="rId2"/>
          </p:cNvPr>
          <p:cNvPicPr>
            <a:picLocks noChangeAspect="1"/>
          </p:cNvPicPr>
          <p:nvPr/>
        </p:nvPicPr>
        <p:blipFill>
          <a:blip r:embed="rId3"/>
          <a:stretch>
            <a:fillRect/>
          </a:stretch>
        </p:blipFill>
        <p:spPr>
          <a:xfrm>
            <a:off x="0" y="0"/>
            <a:ext cx="2333625" cy="3219450"/>
          </a:xfrm>
          <a:prstGeom prst="rect">
            <a:avLst/>
          </a:prstGeom>
          <a:noFill/>
          <a:ln w="9525">
            <a:noFill/>
          </a:ln>
        </p:spPr>
      </p:pic>
      <p:pic>
        <p:nvPicPr>
          <p:cNvPr id="17412" name="Picture 9" descr="12031378649317431_small">
            <a:hlinkClick r:id="rId4"/>
          </p:cNvPr>
          <p:cNvPicPr>
            <a:picLocks noChangeAspect="1"/>
          </p:cNvPicPr>
          <p:nvPr/>
        </p:nvPicPr>
        <p:blipFill>
          <a:blip r:embed="rId5"/>
          <a:stretch>
            <a:fillRect/>
          </a:stretch>
        </p:blipFill>
        <p:spPr>
          <a:xfrm>
            <a:off x="2867025" y="1708150"/>
            <a:ext cx="2713038" cy="3435350"/>
          </a:xfrm>
          <a:prstGeom prst="rect">
            <a:avLst/>
          </a:prstGeom>
          <a:noFill/>
          <a:ln w="9525">
            <a:noFill/>
          </a:ln>
        </p:spPr>
      </p:pic>
      <p:sp>
        <p:nvSpPr>
          <p:cNvPr id="17413" name="Rectangle 10"/>
          <p:cNvSpPr/>
          <p:nvPr/>
        </p:nvSpPr>
        <p:spPr>
          <a:xfrm>
            <a:off x="3132138" y="195263"/>
            <a:ext cx="2087562" cy="1187450"/>
          </a:xfrm>
          <a:prstGeom prst="rect">
            <a:avLst/>
          </a:prstGeom>
          <a:noFill/>
          <a:ln w="9525">
            <a:noFill/>
          </a:ln>
        </p:spPr>
        <p:txBody>
          <a:bodyPr anchor="ctr" anchorCtr="0">
            <a:spAutoFit/>
          </a:bodyPr>
          <a:p>
            <a:pPr eaLnBrk="0" hangingPunct="0"/>
            <a:r>
              <a:rPr lang="zh-CN" altLang="en-US" sz="2400" b="1" dirty="0">
                <a:latin typeface="Arial" panose="020B0604020202020204" pitchFamily="34" charset="0"/>
                <a:ea typeface="幼圆" panose="02010509060101010101" pitchFamily="49" charset="-122"/>
              </a:rPr>
              <a:t>故宫博物院藏</a:t>
            </a:r>
            <a:r>
              <a:rPr lang="zh-CN" altLang="en-US" sz="2400" b="1" dirty="0">
                <a:latin typeface="Arial" panose="020B0604020202020204" pitchFamily="34" charset="0"/>
                <a:ea typeface="幼圆" panose="02010509060101010101" pitchFamily="49" charset="-122"/>
                <a:hlinkClick r:id="rId6"/>
              </a:rPr>
              <a:t>明宣德 青花三果纹执壶</a:t>
            </a:r>
            <a:endParaRPr lang="zh-CN" altLang="en-US" sz="2400" b="1" dirty="0">
              <a:latin typeface="Arial" panose="020B0604020202020204" pitchFamily="34" charset="0"/>
              <a:ea typeface="幼圆" panose="02010509060101010101" pitchFamily="49" charset="-122"/>
            </a:endParaRPr>
          </a:p>
        </p:txBody>
      </p:sp>
      <p:pic>
        <p:nvPicPr>
          <p:cNvPr id="17414" name="Picture 12" descr="1203163970629150_small">
            <a:hlinkClick r:id="rId7"/>
          </p:cNvPr>
          <p:cNvPicPr>
            <a:picLocks noChangeAspect="1"/>
          </p:cNvPicPr>
          <p:nvPr/>
        </p:nvPicPr>
        <p:blipFill>
          <a:blip r:embed="rId8"/>
          <a:stretch>
            <a:fillRect/>
          </a:stretch>
        </p:blipFill>
        <p:spPr>
          <a:xfrm>
            <a:off x="6373813" y="0"/>
            <a:ext cx="2770187" cy="3148013"/>
          </a:xfrm>
          <a:prstGeom prst="rect">
            <a:avLst/>
          </a:prstGeom>
          <a:noFill/>
          <a:ln w="9525">
            <a:noFill/>
          </a:ln>
        </p:spPr>
      </p:pic>
      <p:sp>
        <p:nvSpPr>
          <p:cNvPr id="17415" name="Rectangle 13"/>
          <p:cNvSpPr/>
          <p:nvPr/>
        </p:nvSpPr>
        <p:spPr>
          <a:xfrm>
            <a:off x="6443663" y="3343275"/>
            <a:ext cx="2520950" cy="1373188"/>
          </a:xfrm>
          <a:prstGeom prst="rect">
            <a:avLst/>
          </a:prstGeom>
          <a:noFill/>
          <a:ln w="9525">
            <a:noFill/>
          </a:ln>
        </p:spPr>
        <p:txBody>
          <a:bodyPr anchor="ctr" anchorCtr="0">
            <a:spAutoFit/>
          </a:bodyPr>
          <a:p>
            <a:pPr eaLnBrk="0" hangingPunct="0"/>
            <a:r>
              <a:rPr lang="zh-CN" altLang="en-US" sz="2800" b="1" dirty="0">
                <a:latin typeface="幼圆" panose="02010509060101010101" pitchFamily="49" charset="-122"/>
                <a:ea typeface="幼圆" panose="02010509060101010101" pitchFamily="49" charset="-122"/>
              </a:rPr>
              <a:t>故宫博物院藏</a:t>
            </a:r>
            <a:r>
              <a:rPr lang="zh-CN" altLang="en-US" sz="2800" b="1" dirty="0">
                <a:latin typeface="幼圆" panose="02010509060101010101" pitchFamily="49" charset="-122"/>
                <a:ea typeface="幼圆" panose="02010509060101010101" pitchFamily="49" charset="-122"/>
                <a:hlinkClick r:id="rId9"/>
              </a:rPr>
              <a:t>清康熙 青花山水人物纹盖罐</a:t>
            </a:r>
            <a:r>
              <a:rPr lang="zh-CN" altLang="en-US" sz="2000" b="1" dirty="0">
                <a:latin typeface="幼圆" panose="02010509060101010101" pitchFamily="49" charset="-122"/>
                <a:ea typeface="幼圆" panose="02010509060101010101" pitchFamily="49" charset="-122"/>
              </a:rPr>
              <a:t> </a:t>
            </a:r>
            <a:endParaRPr lang="zh-CN" altLang="en-US" sz="2000" b="1" dirty="0">
              <a:latin typeface="幼圆" panose="02010509060101010101" pitchFamily="49" charset="-122"/>
              <a:ea typeface="幼圆" panose="02010509060101010101" pitchFamily="49" charset="-122"/>
            </a:endParaRPr>
          </a:p>
        </p:txBody>
      </p:sp>
      <p:sp>
        <p:nvSpPr>
          <p:cNvPr id="17416" name="WordArt 14">
            <a:hlinkClick r:id="rId10" action="ppaction://hlinkfile"/>
          </p:cNvPr>
          <p:cNvSpPr>
            <a:spLocks noTextEdit="1"/>
          </p:cNvSpPr>
          <p:nvPr/>
        </p:nvSpPr>
        <p:spPr>
          <a:xfrm rot="5400000">
            <a:off x="4535488" y="2751138"/>
            <a:ext cx="2952750" cy="720725"/>
          </a:xfrm>
          <a:prstGeom prst="rect">
            <a:avLst/>
          </a:prstGeom>
        </p:spPr>
        <p:txBody>
          <a:bodyPr vert="eaVert" wrap="none" fromWordArt="1">
            <a:prstTxWarp prst="textPlain">
              <a:avLst>
                <a:gd name="adj" fmla="val 50000"/>
              </a:avLst>
            </a:prstTxWarp>
            <a:normAutofit/>
          </a:bodyPr>
          <a:p>
            <a:pPr algn="ctr" eaLnBrk="0" hangingPunct="0"/>
            <a:r>
              <a:rPr lang="zh-CN" altLang="en-US" sz="3600" b="1" i="1">
                <a:ln w="9525" cap="flat" cmpd="sng">
                  <a:solidFill>
                    <a:srgbClr val="800000"/>
                  </a:solidFill>
                  <a:prstDash val="solid"/>
                  <a:headEnd type="none" w="med" len="med"/>
                  <a:tailEnd type="none" w="med" len="med"/>
                </a:ln>
                <a:solidFill>
                  <a:srgbClr val="800000"/>
                </a:solidFill>
                <a:effectLst>
                  <a:outerShdw dist="35921" dir="2699999" algn="ctr" rotWithShape="0">
                    <a:srgbClr val="B2B2B2">
                      <a:alpha val="79999"/>
                    </a:srgbClr>
                  </a:outerShdw>
                </a:effectLst>
                <a:latin typeface="华文行楷" panose="02010800040101010101" pitchFamily="2" charset="-122"/>
                <a:ea typeface="华文行楷" panose="02010800040101010101" pitchFamily="2" charset="-122"/>
              </a:rPr>
              <a:t>欣赏：青花瓷</a:t>
            </a:r>
            <a:endParaRPr lang="zh-CN" altLang="en-US" sz="3600" b="1" i="1">
              <a:ln w="9525" cap="flat" cmpd="sng">
                <a:solidFill>
                  <a:srgbClr val="800000"/>
                </a:solidFill>
                <a:prstDash val="solid"/>
                <a:headEnd type="none" w="med" len="med"/>
                <a:tailEnd type="none" w="med" len="med"/>
              </a:ln>
              <a:solidFill>
                <a:srgbClr val="800000"/>
              </a:solidFill>
              <a:effectLst>
                <a:outerShdw dist="35921" dir="2699999" algn="ctr" rotWithShape="0">
                  <a:srgbClr val="B2B2B2">
                    <a:alpha val="79999"/>
                  </a:srgbClr>
                </a:outerShdw>
              </a:effectLst>
              <a:latin typeface="华文行楷" panose="02010800040101010101" pitchFamily="2" charset="-122"/>
              <a:ea typeface="华文行楷" panose="02010800040101010101" pitchFamily="2" charset="-122"/>
            </a:endParaRPr>
          </a:p>
        </p:txBody>
      </p:sp>
    </p:spTree>
  </p:cSld>
  <p:clrMapOvr>
    <a:masterClrMapping/>
  </p:clrMapOvr>
  <p:transition spd="slow">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17416"/>
                                        </p:tgtEl>
                                        <p:attrNameLst>
                                          <p:attrName>style.visibility</p:attrName>
                                        </p:attrNameLst>
                                      </p:cBhvr>
                                      <p:to>
                                        <p:strVal val="visible"/>
                                      </p:to>
                                    </p:set>
                                    <p:anim calcmode="lin" valueType="num">
                                      <p:cBhvr>
                                        <p:cTn id="7" dur="500" decel="50000" fill="hold">
                                          <p:stCondLst>
                                            <p:cond delay="0"/>
                                          </p:stCondLst>
                                        </p:cTn>
                                        <p:tgtEl>
                                          <p:spTgt spid="17416"/>
                                        </p:tgtEl>
                                        <p:attrNameLst>
                                          <p:attrName>style.rotation</p:attrName>
                                        </p:attrNameLst>
                                      </p:cBhvr>
                                      <p:tavLst>
                                        <p:tav tm="0">
                                          <p:val>
                                            <p:fltVal val="-90.000000"/>
                                          </p:val>
                                        </p:tav>
                                        <p:tav tm="100000">
                                          <p:val>
                                            <p:fltVal val="0.000000"/>
                                          </p:val>
                                        </p:tav>
                                      </p:tavLst>
                                    </p:anim>
                                    <p:anim calcmode="lin" valueType="num">
                                      <p:cBhvr>
                                        <p:cTn id="8" dur="500" decel="50000" fill="hold">
                                          <p:stCondLst>
                                            <p:cond delay="0"/>
                                          </p:stCondLst>
                                        </p:cTn>
                                        <p:tgtEl>
                                          <p:spTgt spid="17416"/>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7416"/>
                                        </p:tgtEl>
                                        <p:attrNameLst>
                                          <p:attrName>ppt_w</p:attrName>
                                        </p:attrNameLst>
                                      </p:cBhvr>
                                      <p:tavLst>
                                        <p:tav tm="0">
                                          <p:val>
                                            <p:strVal val="#ppt_w*.05"/>
                                          </p:val>
                                        </p:tav>
                                        <p:tav tm="100000">
                                          <p:val>
                                            <p:strVal val="#ppt_w"/>
                                          </p:val>
                                        </p:tav>
                                      </p:tavLst>
                                    </p:anim>
                                    <p:anim calcmode="lin" valueType="num">
                                      <p:cBhvr>
                                        <p:cTn id="10" dur="1000" fill="hold"/>
                                        <p:tgtEl>
                                          <p:spTgt spid="17416"/>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7416"/>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7416"/>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7416"/>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4" name="Picture 5" descr="46">
            <a:hlinkClick r:id="rId1"/>
          </p:cNvPr>
          <p:cNvPicPr>
            <a:picLocks noChangeAspect="1"/>
          </p:cNvPicPr>
          <p:nvPr/>
        </p:nvPicPr>
        <p:blipFill>
          <a:blip r:embed="rId2"/>
          <a:stretch>
            <a:fillRect/>
          </a:stretch>
        </p:blipFill>
        <p:spPr>
          <a:xfrm>
            <a:off x="250825" y="2716213"/>
            <a:ext cx="2808288" cy="2106612"/>
          </a:xfrm>
          <a:prstGeom prst="rect">
            <a:avLst/>
          </a:prstGeom>
          <a:noFill/>
          <a:ln w="9525">
            <a:noFill/>
          </a:ln>
        </p:spPr>
      </p:pic>
      <p:sp>
        <p:nvSpPr>
          <p:cNvPr id="76802" name="Rectangle 2"/>
          <p:cNvSpPr>
            <a:spLocks noGrp="1" noRot="1" noChangeArrowheads="1"/>
          </p:cNvSpPr>
          <p:nvPr>
            <p:ph type="title"/>
          </p:nvPr>
        </p:nvSpPr>
        <p:spPr>
          <a:xfrm>
            <a:off x="298450" y="-92075"/>
            <a:ext cx="8540750" cy="85725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smtClean="0">
                <a:ln>
                  <a:noFill/>
                </a:ln>
                <a:solidFill>
                  <a:srgbClr val="006600"/>
                </a:solidFill>
                <a:effectLst>
                  <a:outerShdw blurRad="38100" dist="38100" dir="2700000" algn="tl">
                    <a:srgbClr val="C0C0C0"/>
                  </a:outerShdw>
                </a:effectLst>
                <a:uLnTx/>
                <a:uFillTx/>
                <a:latin typeface="+mj-lt"/>
                <a:ea typeface="黑体" panose="02010609060101010101" pitchFamily="49" charset="-122"/>
                <a:cs typeface="+mj-cs"/>
              </a:rPr>
              <a:t>从周杰伦的歌看中国传统文化的延续</a:t>
            </a:r>
            <a:r>
              <a:rPr kumimoji="0" lang="en-US" altLang="zh-CN" sz="3200" b="1" i="0" u="none" strike="noStrike" kern="0" cap="none" spc="0" normalizeH="0" baseline="0" noProof="0" smtClean="0">
                <a:ln>
                  <a:noFill/>
                </a:ln>
                <a:solidFill>
                  <a:srgbClr val="006600"/>
                </a:solidFill>
                <a:effectLst>
                  <a:outerShdw blurRad="38100" dist="38100" dir="2700000" algn="tl">
                    <a:srgbClr val="C0C0C0"/>
                  </a:outerShdw>
                </a:effectLst>
                <a:uLnTx/>
                <a:uFillTx/>
                <a:latin typeface="+mj-lt"/>
                <a:ea typeface="黑体" panose="02010609060101010101" pitchFamily="49" charset="-122"/>
                <a:cs typeface="+mj-cs"/>
              </a:rPr>
              <a:t>……</a:t>
            </a:r>
            <a:endParaRPr kumimoji="0" lang="en-US" altLang="zh-CN" sz="3200" b="1" i="0" u="none" strike="noStrike" kern="0" cap="none" spc="0" normalizeH="0" baseline="0" noProof="0" smtClean="0">
              <a:ln>
                <a:noFill/>
              </a:ln>
              <a:solidFill>
                <a:srgbClr val="006600"/>
              </a:solidFill>
              <a:effectLst>
                <a:outerShdw blurRad="38100" dist="38100" dir="2700000" algn="tl">
                  <a:srgbClr val="C0C0C0"/>
                </a:outerShdw>
              </a:effectLst>
              <a:uLnTx/>
              <a:uFillTx/>
              <a:latin typeface="+mj-lt"/>
              <a:ea typeface="黑体" panose="02010609060101010101" pitchFamily="49" charset="-122"/>
              <a:cs typeface="+mj-cs"/>
            </a:endParaRPr>
          </a:p>
        </p:txBody>
      </p:sp>
      <p:sp>
        <p:nvSpPr>
          <p:cNvPr id="76803" name="Rectangle 3"/>
          <p:cNvSpPr>
            <a:spLocks noGrp="1" noRot="1"/>
          </p:cNvSpPr>
          <p:nvPr>
            <p:ph idx="1"/>
          </p:nvPr>
        </p:nvSpPr>
        <p:spPr>
          <a:xfrm>
            <a:off x="250825" y="842963"/>
            <a:ext cx="8642350" cy="4033837"/>
          </a:xfrm>
          <a:ln/>
        </p:spPr>
        <p:txBody>
          <a:bodyPr vert="horz" wrap="square" lIns="91440" tIns="45720" rIns="91440" bIns="45720" anchor="t" anchorCtr="0"/>
          <a:p>
            <a:pPr eaLnBrk="1" hangingPunct="1">
              <a:lnSpc>
                <a:spcPct val="85000"/>
              </a:lnSpc>
            </a:pPr>
            <a:r>
              <a:rPr lang="en-US" altLang="zh-CN" sz="2400" b="1" dirty="0"/>
              <a:t>《</a:t>
            </a:r>
            <a:r>
              <a:rPr lang="zh-CN" altLang="en-US" sz="2400" b="1" dirty="0"/>
              <a:t>青花瓷</a:t>
            </a:r>
            <a:r>
              <a:rPr lang="en-US" altLang="zh-CN" sz="2400" b="1" dirty="0"/>
              <a:t>》——</a:t>
            </a:r>
            <a:r>
              <a:rPr lang="zh-CN" altLang="en-US" sz="2400" b="1" dirty="0">
                <a:solidFill>
                  <a:srgbClr val="0000CC"/>
                </a:solidFill>
              </a:rPr>
              <a:t>古筝</a:t>
            </a:r>
            <a:r>
              <a:rPr lang="zh-CN" altLang="en-US" sz="2400" b="1" dirty="0"/>
              <a:t>撩拨，</a:t>
            </a:r>
            <a:r>
              <a:rPr lang="zh-CN" altLang="en-US" sz="2400" b="1" dirty="0">
                <a:solidFill>
                  <a:srgbClr val="0000CC"/>
                </a:solidFill>
              </a:rPr>
              <a:t>牙板</a:t>
            </a:r>
            <a:r>
              <a:rPr lang="zh-CN" altLang="en-US" sz="2400" b="1" dirty="0"/>
              <a:t>清脆，</a:t>
            </a:r>
            <a:r>
              <a:rPr lang="zh-CN" altLang="en-US" sz="2400" b="1" dirty="0">
                <a:solidFill>
                  <a:srgbClr val="0000CC"/>
                </a:solidFill>
              </a:rPr>
              <a:t>琵琶</a:t>
            </a:r>
            <a:r>
              <a:rPr lang="zh-CN" altLang="en-US" sz="2400" b="1" dirty="0"/>
              <a:t>淙淙，中国风分外动人，</a:t>
            </a:r>
            <a:r>
              <a:rPr lang="zh-CN" altLang="en-US" sz="2400" b="1" dirty="0">
                <a:solidFill>
                  <a:srgbClr val="0000CC"/>
                </a:solidFill>
              </a:rPr>
              <a:t>“素胚”“仕女图”“泼墨山水华”</a:t>
            </a:r>
            <a:r>
              <a:rPr lang="zh-CN" altLang="en-US" sz="2400" b="1" dirty="0"/>
              <a:t>等词汇描摹了传世青花瓷的风采。</a:t>
            </a:r>
            <a:endParaRPr lang="en-US" altLang="zh-CN" sz="2400" b="1" dirty="0"/>
          </a:p>
          <a:p>
            <a:pPr eaLnBrk="1" hangingPunct="1">
              <a:lnSpc>
                <a:spcPct val="85000"/>
              </a:lnSpc>
            </a:pPr>
            <a:r>
              <a:rPr lang="en-US" altLang="zh-CN" sz="2400" b="1" dirty="0"/>
              <a:t>《</a:t>
            </a:r>
            <a:r>
              <a:rPr lang="zh-CN" altLang="en-US" sz="2400" b="1" dirty="0"/>
              <a:t>东风破</a:t>
            </a:r>
            <a:r>
              <a:rPr lang="en-US" altLang="zh-CN" sz="2400" b="1" dirty="0"/>
              <a:t>》——</a:t>
            </a:r>
            <a:r>
              <a:rPr lang="zh-CN" altLang="en-US" sz="2400" b="1" dirty="0"/>
              <a:t>在缓慢悠扬的</a:t>
            </a:r>
            <a:r>
              <a:rPr lang="zh-CN" altLang="en-US" sz="2400" b="1" dirty="0">
                <a:solidFill>
                  <a:srgbClr val="0000CC"/>
                </a:solidFill>
              </a:rPr>
              <a:t>古乐声</a:t>
            </a:r>
            <a:r>
              <a:rPr lang="zh-CN" altLang="en-US" sz="2400" b="1" dirty="0"/>
              <a:t>中，在</a:t>
            </a:r>
            <a:r>
              <a:rPr lang="zh-CN" altLang="en-US" sz="2400" b="1" dirty="0">
                <a:solidFill>
                  <a:srgbClr val="0000CC"/>
                </a:solidFill>
              </a:rPr>
              <a:t>古色古香的建筑</a:t>
            </a:r>
            <a:r>
              <a:rPr lang="zh-CN" altLang="en-US" sz="2400" b="1" dirty="0"/>
              <a:t>中，周董以其一贯的哼唱风格，如潺潺流水般向我们表达了哀怨缠绵，离愁别恨。</a:t>
            </a:r>
            <a:endParaRPr lang="zh-CN" altLang="en-US" sz="2400" b="1" dirty="0"/>
          </a:p>
          <a:p>
            <a:pPr eaLnBrk="1" hangingPunct="1">
              <a:lnSpc>
                <a:spcPct val="85000"/>
              </a:lnSpc>
            </a:pPr>
            <a:r>
              <a:rPr lang="en-US" altLang="zh-CN" sz="2400" b="1" dirty="0"/>
              <a:t>《</a:t>
            </a:r>
            <a:r>
              <a:rPr lang="zh-CN" altLang="en-US" sz="2400" b="1" dirty="0"/>
              <a:t>双节棍</a:t>
            </a:r>
            <a:r>
              <a:rPr lang="en-US" altLang="zh-CN" sz="2400" b="1" dirty="0"/>
              <a:t>》《</a:t>
            </a:r>
            <a:r>
              <a:rPr lang="zh-CN" altLang="en-US" sz="2400" b="1" dirty="0"/>
              <a:t>龙拳</a:t>
            </a:r>
            <a:r>
              <a:rPr lang="en-US" altLang="zh-CN" sz="2400" b="1" dirty="0"/>
              <a:t>》《</a:t>
            </a:r>
            <a:r>
              <a:rPr lang="zh-CN" altLang="en-US" sz="2400" b="1" dirty="0"/>
              <a:t>霍元甲</a:t>
            </a:r>
            <a:r>
              <a:rPr lang="en-US" altLang="zh-CN" sz="2400" b="1" dirty="0"/>
              <a:t>》——</a:t>
            </a:r>
            <a:r>
              <a:rPr lang="zh-CN" altLang="en-US" sz="2400" b="1" dirty="0"/>
              <a:t>博大精深的</a:t>
            </a:r>
            <a:r>
              <a:rPr lang="zh-CN" altLang="en-US" sz="2400" b="1" dirty="0">
                <a:solidFill>
                  <a:srgbClr val="0000CC"/>
                </a:solidFill>
              </a:rPr>
              <a:t>中华武术</a:t>
            </a:r>
            <a:r>
              <a:rPr lang="zh-CN" altLang="en-US" sz="2400" b="1" dirty="0"/>
              <a:t>，大气磅礴的旋律让人的血液跌宕澎湃 。</a:t>
            </a:r>
            <a:endParaRPr lang="zh-CN" altLang="en-US" sz="2400" b="1" dirty="0"/>
          </a:p>
          <a:p>
            <a:pPr eaLnBrk="1" hangingPunct="1">
              <a:lnSpc>
                <a:spcPct val="85000"/>
              </a:lnSpc>
            </a:pPr>
            <a:r>
              <a:rPr lang="en-US" altLang="zh-CN" sz="2400" b="1" dirty="0"/>
              <a:t>《</a:t>
            </a:r>
            <a:r>
              <a:rPr lang="zh-CN" altLang="en-US" sz="2400" b="1" dirty="0"/>
              <a:t>外婆</a:t>
            </a:r>
            <a:r>
              <a:rPr lang="en-US" altLang="zh-CN" sz="2400" b="1" dirty="0"/>
              <a:t>》《</a:t>
            </a:r>
            <a:r>
              <a:rPr lang="zh-CN" altLang="en-US" sz="2400" b="1" dirty="0"/>
              <a:t>爷爷泡的茶</a:t>
            </a:r>
            <a:r>
              <a:rPr lang="en-US" altLang="zh-CN" sz="2400" b="1" dirty="0"/>
              <a:t>》《</a:t>
            </a:r>
            <a:r>
              <a:rPr lang="zh-CN" altLang="en-US" sz="2400" b="1" dirty="0">
                <a:hlinkClick r:id="rId3" action="ppaction://hlinkfile"/>
              </a:rPr>
              <a:t>听妈妈的话</a:t>
            </a:r>
            <a:r>
              <a:rPr lang="en-US" altLang="zh-CN" sz="2400" b="1" dirty="0"/>
              <a:t>》——</a:t>
            </a:r>
            <a:r>
              <a:rPr lang="zh-CN" altLang="en-US" sz="2400" b="1" dirty="0"/>
              <a:t>要尽“孝”，陪外婆兜风、回忆往事，陪爷爷喝茶</a:t>
            </a:r>
            <a:r>
              <a:rPr lang="en-US" altLang="zh-CN" sz="2400" b="1" dirty="0"/>
              <a:t>…… </a:t>
            </a:r>
            <a:endParaRPr lang="en-US" altLang="zh-CN" sz="2400" b="1" dirty="0"/>
          </a:p>
        </p:txBody>
      </p:sp>
      <p:sp>
        <p:nvSpPr>
          <p:cNvPr id="18437" name="WordArt 4"/>
          <p:cNvSpPr>
            <a:spLocks noTextEdit="1"/>
          </p:cNvSpPr>
          <p:nvPr/>
        </p:nvSpPr>
        <p:spPr>
          <a:xfrm>
            <a:off x="5867400" y="3003550"/>
            <a:ext cx="2808288" cy="1944688"/>
          </a:xfrm>
          <a:prstGeom prst="rect">
            <a:avLst/>
          </a:prstGeom>
        </p:spPr>
        <p:txBody>
          <a:bodyPr wrap="none" fromWordArt="1">
            <a:prstTxWarp prst="textPlain">
              <a:avLst>
                <a:gd name="adj" fmla="val 50000"/>
              </a:avLst>
            </a:prstTxWarp>
            <a:normAutofit/>
          </a:bodyPr>
          <a:p>
            <a:pPr algn="ctr" eaLnBrk="0" hangingPunct="0"/>
            <a:r>
              <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方正舒体" panose="02010601030101010101" charset="-122"/>
                <a:ea typeface="方正舒体" panose="02010601030101010101" charset="-122"/>
              </a:rPr>
              <a:t>“孝”</a:t>
            </a:r>
            <a:endPar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方正舒体" panose="02010601030101010101" charset="-122"/>
              <a:ea typeface="方正舒体" panose="02010601030101010101" charset="-122"/>
            </a:endParaRPr>
          </a:p>
        </p:txBody>
      </p:sp>
    </p:spTree>
  </p:cSld>
  <p:clrMapOvr>
    <a:masterClrMapping/>
  </p:clrMapOvr>
  <p:transition spd="slow">
    <p:cover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grpId="0" nodeType="clickEffect">
                                  <p:stCondLst>
                                    <p:cond delay="0"/>
                                  </p:stCondLst>
                                  <p:childTnLst>
                                    <p:set>
                                      <p:cBhvr>
                                        <p:cTn id="6" dur="1" fill="hold">
                                          <p:stCondLst>
                                            <p:cond delay="0"/>
                                          </p:stCondLst>
                                        </p:cTn>
                                        <p:tgtEl>
                                          <p:spTgt spid="76803">
                                            <p:txEl>
                                              <p:charRg st="62" end="125"/>
                                            </p:txEl>
                                          </p:spTgt>
                                        </p:tgtEl>
                                        <p:attrNameLst>
                                          <p:attrName>style.visibility</p:attrName>
                                        </p:attrNameLst>
                                      </p:cBhvr>
                                      <p:to>
                                        <p:strVal val="visible"/>
                                      </p:to>
                                    </p:set>
                                    <p:anim calcmode="lin" valueType="num">
                                      <p:cBhvr>
                                        <p:cTn id="7" dur="500" decel="50000" fill="hold">
                                          <p:stCondLst>
                                            <p:cond delay="0"/>
                                          </p:stCondLst>
                                        </p:cTn>
                                        <p:tgtEl>
                                          <p:spTgt spid="76803">
                                            <p:txEl>
                                              <p:charRg st="62" end="125"/>
                                            </p:txEl>
                                          </p:spTgt>
                                        </p:tgtEl>
                                        <p:attrNameLst>
                                          <p:attrName>style.rotation</p:attrName>
                                        </p:attrNameLst>
                                      </p:cBhvr>
                                      <p:tavLst>
                                        <p:tav tm="0">
                                          <p:val>
                                            <p:fltVal val="-90.000000"/>
                                          </p:val>
                                        </p:tav>
                                        <p:tav tm="100000">
                                          <p:val>
                                            <p:fltVal val="0.000000"/>
                                          </p:val>
                                        </p:tav>
                                      </p:tavLst>
                                    </p:anim>
                                    <p:anim calcmode="lin" valueType="num">
                                      <p:cBhvr>
                                        <p:cTn id="8" dur="500" decel="50000" fill="hold">
                                          <p:stCondLst>
                                            <p:cond delay="0"/>
                                          </p:stCondLst>
                                        </p:cTn>
                                        <p:tgtEl>
                                          <p:spTgt spid="76803">
                                            <p:txEl>
                                              <p:charRg st="62" end="125"/>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76803">
                                            <p:txEl>
                                              <p:charRg st="62" end="125"/>
                                            </p:txEl>
                                          </p:spTgt>
                                        </p:tgtEl>
                                        <p:attrNameLst>
                                          <p:attrName>ppt_w</p:attrName>
                                        </p:attrNameLst>
                                      </p:cBhvr>
                                      <p:tavLst>
                                        <p:tav tm="0">
                                          <p:val>
                                            <p:strVal val="#ppt_w*.05"/>
                                          </p:val>
                                        </p:tav>
                                        <p:tav tm="100000">
                                          <p:val>
                                            <p:strVal val="#ppt_w"/>
                                          </p:val>
                                        </p:tav>
                                      </p:tavLst>
                                    </p:anim>
                                    <p:anim calcmode="lin" valueType="num">
                                      <p:cBhvr>
                                        <p:cTn id="10" dur="1000" fill="hold"/>
                                        <p:tgtEl>
                                          <p:spTgt spid="76803">
                                            <p:txEl>
                                              <p:charRg st="62" end="125"/>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76803">
                                            <p:txEl>
                                              <p:charRg st="62" end="125"/>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76803">
                                            <p:txEl>
                                              <p:charRg st="62" end="125"/>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76803">
                                            <p:txEl>
                                              <p:charRg st="62" end="125"/>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76803">
                                            <p:txEl>
                                              <p:charRg st="62" end="125"/>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76803">
                                            <p:txEl>
                                              <p:charRg st="125" end="170"/>
                                            </p:txEl>
                                          </p:spTgt>
                                        </p:tgtEl>
                                        <p:attrNameLst>
                                          <p:attrName>style.visibility</p:attrName>
                                        </p:attrNameLst>
                                      </p:cBhvr>
                                      <p:to>
                                        <p:strVal val="visible"/>
                                      </p:to>
                                    </p:set>
                                    <p:anim calcmode="lin" valueType="num">
                                      <p:cBhvr>
                                        <p:cTn id="19" dur="500" decel="50000" fill="hold">
                                          <p:stCondLst>
                                            <p:cond delay="0"/>
                                          </p:stCondLst>
                                        </p:cTn>
                                        <p:tgtEl>
                                          <p:spTgt spid="76803">
                                            <p:txEl>
                                              <p:charRg st="125" end="170"/>
                                            </p:txEl>
                                          </p:spTgt>
                                        </p:tgtEl>
                                        <p:attrNameLst>
                                          <p:attrName>style.rotation</p:attrName>
                                        </p:attrNameLst>
                                      </p:cBhvr>
                                      <p:tavLst>
                                        <p:tav tm="0">
                                          <p:val>
                                            <p:fltVal val="-90.000000"/>
                                          </p:val>
                                        </p:tav>
                                        <p:tav tm="100000">
                                          <p:val>
                                            <p:fltVal val="0.000000"/>
                                          </p:val>
                                        </p:tav>
                                      </p:tavLst>
                                    </p:anim>
                                    <p:anim calcmode="lin" valueType="num">
                                      <p:cBhvr>
                                        <p:cTn id="20" dur="500" decel="50000" fill="hold">
                                          <p:stCondLst>
                                            <p:cond delay="0"/>
                                          </p:stCondLst>
                                        </p:cTn>
                                        <p:tgtEl>
                                          <p:spTgt spid="76803">
                                            <p:txEl>
                                              <p:charRg st="125" end="170"/>
                                            </p:txEl>
                                          </p:spTgt>
                                        </p:tgtEl>
                                        <p:attrNameLst>
                                          <p:attrName>ppt_w</p:attrName>
                                        </p:attrNameLst>
                                      </p:cBhvr>
                                      <p:tavLst>
                                        <p:tav tm="0">
                                          <p:val>
                                            <p:strVal val="#ppt_w"/>
                                          </p:val>
                                        </p:tav>
                                        <p:tav tm="100000">
                                          <p:val>
                                            <p:strVal val="#ppt_w*.05"/>
                                          </p:val>
                                        </p:tav>
                                      </p:tavLst>
                                    </p:anim>
                                    <p:anim calcmode="lin" valueType="num">
                                      <p:cBhvr>
                                        <p:cTn id="21" dur="500" accel="50000" fill="hold">
                                          <p:stCondLst>
                                            <p:cond delay="500"/>
                                          </p:stCondLst>
                                        </p:cTn>
                                        <p:tgtEl>
                                          <p:spTgt spid="76803">
                                            <p:txEl>
                                              <p:charRg st="125" end="170"/>
                                            </p:txEl>
                                          </p:spTgt>
                                        </p:tgtEl>
                                        <p:attrNameLst>
                                          <p:attrName>ppt_w</p:attrName>
                                        </p:attrNameLst>
                                      </p:cBhvr>
                                      <p:tavLst>
                                        <p:tav tm="0">
                                          <p:val>
                                            <p:strVal val="#ppt_w*.05"/>
                                          </p:val>
                                        </p:tav>
                                        <p:tav tm="100000">
                                          <p:val>
                                            <p:strVal val="#ppt_w"/>
                                          </p:val>
                                        </p:tav>
                                      </p:tavLst>
                                    </p:anim>
                                    <p:anim calcmode="lin" valueType="num">
                                      <p:cBhvr>
                                        <p:cTn id="22" dur="1000" fill="hold"/>
                                        <p:tgtEl>
                                          <p:spTgt spid="76803">
                                            <p:txEl>
                                              <p:charRg st="125" end="170"/>
                                            </p:txEl>
                                          </p:spTgt>
                                        </p:tgtEl>
                                        <p:attrNameLst>
                                          <p:attrName>ppt_h</p:attrName>
                                        </p:attrNameLst>
                                      </p:cBhvr>
                                      <p:tavLst>
                                        <p:tav tm="0">
                                          <p:val>
                                            <p:strVal val="#ppt_h"/>
                                          </p:val>
                                        </p:tav>
                                        <p:tav tm="100000">
                                          <p:val>
                                            <p:strVal val="#ppt_h"/>
                                          </p:val>
                                        </p:tav>
                                      </p:tavLst>
                                    </p:anim>
                                    <p:anim calcmode="lin" valueType="num">
                                      <p:cBhvr>
                                        <p:cTn id="23" dur="500" decel="50000" fill="hold">
                                          <p:stCondLst>
                                            <p:cond delay="0"/>
                                          </p:stCondLst>
                                        </p:cTn>
                                        <p:tgtEl>
                                          <p:spTgt spid="76803">
                                            <p:txEl>
                                              <p:charRg st="125" end="170"/>
                                            </p:txEl>
                                          </p:spTgt>
                                        </p:tgtEl>
                                        <p:attrNameLst>
                                          <p:attrName>ppt_x</p:attrName>
                                        </p:attrNameLst>
                                      </p:cBhvr>
                                      <p:tavLst>
                                        <p:tav tm="0">
                                          <p:val>
                                            <p:strVal val="#ppt_x+.4"/>
                                          </p:val>
                                        </p:tav>
                                        <p:tav tm="100000">
                                          <p:val>
                                            <p:strVal val="#ppt_x"/>
                                          </p:val>
                                        </p:tav>
                                      </p:tavLst>
                                    </p:anim>
                                    <p:anim calcmode="lin" valueType="num">
                                      <p:cBhvr>
                                        <p:cTn id="24" dur="500" decel="50000" fill="hold">
                                          <p:stCondLst>
                                            <p:cond delay="0"/>
                                          </p:stCondLst>
                                        </p:cTn>
                                        <p:tgtEl>
                                          <p:spTgt spid="76803">
                                            <p:txEl>
                                              <p:charRg st="125" end="170"/>
                                            </p:txEl>
                                          </p:spTgt>
                                        </p:tgtEl>
                                        <p:attrNameLst>
                                          <p:attrName>ppt_y</p:attrName>
                                        </p:attrNameLst>
                                      </p:cBhvr>
                                      <p:tavLst>
                                        <p:tav tm="0">
                                          <p:val>
                                            <p:strVal val="#ppt_y-.2"/>
                                          </p:val>
                                        </p:tav>
                                        <p:tav tm="100000">
                                          <p:val>
                                            <p:strVal val="#ppt_y+.1"/>
                                          </p:val>
                                        </p:tav>
                                      </p:tavLst>
                                    </p:anim>
                                    <p:anim calcmode="lin" valueType="num">
                                      <p:cBhvr>
                                        <p:cTn id="25" dur="500" accel="50000" fill="hold">
                                          <p:stCondLst>
                                            <p:cond delay="500"/>
                                          </p:stCondLst>
                                        </p:cTn>
                                        <p:tgtEl>
                                          <p:spTgt spid="76803">
                                            <p:txEl>
                                              <p:charRg st="125" end="170"/>
                                            </p:txEl>
                                          </p:spTgt>
                                        </p:tgtEl>
                                        <p:attrNameLst>
                                          <p:attrName>ppt_y</p:attrName>
                                        </p:attrNameLst>
                                      </p:cBhvr>
                                      <p:tavLst>
                                        <p:tav tm="0">
                                          <p:val>
                                            <p:strVal val="#ppt_y+.1"/>
                                          </p:val>
                                        </p:tav>
                                        <p:tav tm="100000">
                                          <p:val>
                                            <p:strVal val="#ppt_y"/>
                                          </p:val>
                                        </p:tav>
                                      </p:tavLst>
                                    </p:anim>
                                    <p:animEffect transition="in" filter="fade">
                                      <p:cBhvr>
                                        <p:cTn id="26" dur="1000" decel="50000">
                                          <p:stCondLst>
                                            <p:cond delay="0"/>
                                          </p:stCondLst>
                                        </p:cTn>
                                        <p:tgtEl>
                                          <p:spTgt spid="76803">
                                            <p:txEl>
                                              <p:charRg st="125" end="17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5" presetClass="entr" presetSubtype="0" fill="hold" grpId="0" nodeType="clickEffect">
                                  <p:stCondLst>
                                    <p:cond delay="0"/>
                                  </p:stCondLst>
                                  <p:childTnLst>
                                    <p:set>
                                      <p:cBhvr>
                                        <p:cTn id="30" dur="1" fill="hold">
                                          <p:stCondLst>
                                            <p:cond delay="0"/>
                                          </p:stCondLst>
                                        </p:cTn>
                                        <p:tgtEl>
                                          <p:spTgt spid="76803">
                                            <p:txEl>
                                              <p:charRg st="170" end="216"/>
                                            </p:txEl>
                                          </p:spTgt>
                                        </p:tgtEl>
                                        <p:attrNameLst>
                                          <p:attrName>style.visibility</p:attrName>
                                        </p:attrNameLst>
                                      </p:cBhvr>
                                      <p:to>
                                        <p:strVal val="visible"/>
                                      </p:to>
                                    </p:set>
                                    <p:anim calcmode="lin" valueType="num">
                                      <p:cBhvr>
                                        <p:cTn id="31" dur="500" decel="50000" fill="hold">
                                          <p:stCondLst>
                                            <p:cond delay="0"/>
                                          </p:stCondLst>
                                        </p:cTn>
                                        <p:tgtEl>
                                          <p:spTgt spid="76803">
                                            <p:txEl>
                                              <p:charRg st="170" end="216"/>
                                            </p:txEl>
                                          </p:spTgt>
                                        </p:tgtEl>
                                        <p:attrNameLst>
                                          <p:attrName>style.rotation</p:attrName>
                                        </p:attrNameLst>
                                      </p:cBhvr>
                                      <p:tavLst>
                                        <p:tav tm="0">
                                          <p:val>
                                            <p:fltVal val="-90.000000"/>
                                          </p:val>
                                        </p:tav>
                                        <p:tav tm="100000">
                                          <p:val>
                                            <p:fltVal val="0.000000"/>
                                          </p:val>
                                        </p:tav>
                                      </p:tavLst>
                                    </p:anim>
                                    <p:anim calcmode="lin" valueType="num">
                                      <p:cBhvr>
                                        <p:cTn id="32" dur="500" decel="50000" fill="hold">
                                          <p:stCondLst>
                                            <p:cond delay="0"/>
                                          </p:stCondLst>
                                        </p:cTn>
                                        <p:tgtEl>
                                          <p:spTgt spid="76803">
                                            <p:txEl>
                                              <p:charRg st="170" end="216"/>
                                            </p:txEl>
                                          </p:spTgt>
                                        </p:tgtEl>
                                        <p:attrNameLst>
                                          <p:attrName>ppt_w</p:attrName>
                                        </p:attrNameLst>
                                      </p:cBhvr>
                                      <p:tavLst>
                                        <p:tav tm="0">
                                          <p:val>
                                            <p:strVal val="#ppt_w"/>
                                          </p:val>
                                        </p:tav>
                                        <p:tav tm="100000">
                                          <p:val>
                                            <p:strVal val="#ppt_w*.05"/>
                                          </p:val>
                                        </p:tav>
                                      </p:tavLst>
                                    </p:anim>
                                    <p:anim calcmode="lin" valueType="num">
                                      <p:cBhvr>
                                        <p:cTn id="33" dur="500" accel="50000" fill="hold">
                                          <p:stCondLst>
                                            <p:cond delay="500"/>
                                          </p:stCondLst>
                                        </p:cTn>
                                        <p:tgtEl>
                                          <p:spTgt spid="76803">
                                            <p:txEl>
                                              <p:charRg st="170" end="216"/>
                                            </p:txEl>
                                          </p:spTgt>
                                        </p:tgtEl>
                                        <p:attrNameLst>
                                          <p:attrName>ppt_w</p:attrName>
                                        </p:attrNameLst>
                                      </p:cBhvr>
                                      <p:tavLst>
                                        <p:tav tm="0">
                                          <p:val>
                                            <p:strVal val="#ppt_w*.05"/>
                                          </p:val>
                                        </p:tav>
                                        <p:tav tm="100000">
                                          <p:val>
                                            <p:strVal val="#ppt_w"/>
                                          </p:val>
                                        </p:tav>
                                      </p:tavLst>
                                    </p:anim>
                                    <p:anim calcmode="lin" valueType="num">
                                      <p:cBhvr>
                                        <p:cTn id="34" dur="1000" fill="hold"/>
                                        <p:tgtEl>
                                          <p:spTgt spid="76803">
                                            <p:txEl>
                                              <p:charRg st="170" end="216"/>
                                            </p:txEl>
                                          </p:spTgt>
                                        </p:tgtEl>
                                        <p:attrNameLst>
                                          <p:attrName>ppt_h</p:attrName>
                                        </p:attrNameLst>
                                      </p:cBhvr>
                                      <p:tavLst>
                                        <p:tav tm="0">
                                          <p:val>
                                            <p:strVal val="#ppt_h"/>
                                          </p:val>
                                        </p:tav>
                                        <p:tav tm="100000">
                                          <p:val>
                                            <p:strVal val="#ppt_h"/>
                                          </p:val>
                                        </p:tav>
                                      </p:tavLst>
                                    </p:anim>
                                    <p:anim calcmode="lin" valueType="num">
                                      <p:cBhvr>
                                        <p:cTn id="35" dur="500" decel="50000" fill="hold">
                                          <p:stCondLst>
                                            <p:cond delay="0"/>
                                          </p:stCondLst>
                                        </p:cTn>
                                        <p:tgtEl>
                                          <p:spTgt spid="76803">
                                            <p:txEl>
                                              <p:charRg st="170" end="216"/>
                                            </p:txEl>
                                          </p:spTgt>
                                        </p:tgtEl>
                                        <p:attrNameLst>
                                          <p:attrName>ppt_x</p:attrName>
                                        </p:attrNameLst>
                                      </p:cBhvr>
                                      <p:tavLst>
                                        <p:tav tm="0">
                                          <p:val>
                                            <p:strVal val="#ppt_x+.4"/>
                                          </p:val>
                                        </p:tav>
                                        <p:tav tm="100000">
                                          <p:val>
                                            <p:strVal val="#ppt_x"/>
                                          </p:val>
                                        </p:tav>
                                      </p:tavLst>
                                    </p:anim>
                                    <p:anim calcmode="lin" valueType="num">
                                      <p:cBhvr>
                                        <p:cTn id="36" dur="500" decel="50000" fill="hold">
                                          <p:stCondLst>
                                            <p:cond delay="0"/>
                                          </p:stCondLst>
                                        </p:cTn>
                                        <p:tgtEl>
                                          <p:spTgt spid="76803">
                                            <p:txEl>
                                              <p:charRg st="170" end="216"/>
                                            </p:txEl>
                                          </p:spTgt>
                                        </p:tgtEl>
                                        <p:attrNameLst>
                                          <p:attrName>ppt_y</p:attrName>
                                        </p:attrNameLst>
                                      </p:cBhvr>
                                      <p:tavLst>
                                        <p:tav tm="0">
                                          <p:val>
                                            <p:strVal val="#ppt_y-.2"/>
                                          </p:val>
                                        </p:tav>
                                        <p:tav tm="100000">
                                          <p:val>
                                            <p:strVal val="#ppt_y+.1"/>
                                          </p:val>
                                        </p:tav>
                                      </p:tavLst>
                                    </p:anim>
                                    <p:anim calcmode="lin" valueType="num">
                                      <p:cBhvr>
                                        <p:cTn id="37" dur="500" accel="50000" fill="hold">
                                          <p:stCondLst>
                                            <p:cond delay="500"/>
                                          </p:stCondLst>
                                        </p:cTn>
                                        <p:tgtEl>
                                          <p:spTgt spid="76803">
                                            <p:txEl>
                                              <p:charRg st="170" end="216"/>
                                            </p:txEl>
                                          </p:spTgt>
                                        </p:tgtEl>
                                        <p:attrNameLst>
                                          <p:attrName>ppt_y</p:attrName>
                                        </p:attrNameLst>
                                      </p:cBhvr>
                                      <p:tavLst>
                                        <p:tav tm="0">
                                          <p:val>
                                            <p:strVal val="#ppt_y+.1"/>
                                          </p:val>
                                        </p:tav>
                                        <p:tav tm="100000">
                                          <p:val>
                                            <p:strVal val="#ppt_y"/>
                                          </p:val>
                                        </p:tav>
                                      </p:tavLst>
                                    </p:anim>
                                    <p:animEffect transition="in" filter="fade">
                                      <p:cBhvr>
                                        <p:cTn id="38" dur="1000" decel="50000">
                                          <p:stCondLst>
                                            <p:cond delay="0"/>
                                          </p:stCondLst>
                                        </p:cTn>
                                        <p:tgtEl>
                                          <p:spTgt spid="76803">
                                            <p:txEl>
                                              <p:charRg st="170" end="21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5" presetClass="entr" presetSubtype="0" fill="hold" nodeType="clickEffect">
                                  <p:stCondLst>
                                    <p:cond delay="0"/>
                                  </p:stCondLst>
                                  <p:childTnLst>
                                    <p:set>
                                      <p:cBhvr>
                                        <p:cTn id="42" dur="1" fill="hold">
                                          <p:stCondLst>
                                            <p:cond delay="0"/>
                                          </p:stCondLst>
                                        </p:cTn>
                                        <p:tgtEl>
                                          <p:spTgt spid="18437"/>
                                        </p:tgtEl>
                                        <p:attrNameLst>
                                          <p:attrName>style.visibility</p:attrName>
                                        </p:attrNameLst>
                                      </p:cBhvr>
                                      <p:to>
                                        <p:strVal val="visible"/>
                                      </p:to>
                                    </p:set>
                                    <p:anim calcmode="lin" valueType="num">
                                      <p:cBhvr>
                                        <p:cTn id="43" dur="500" decel="50000" fill="hold">
                                          <p:stCondLst>
                                            <p:cond delay="0"/>
                                          </p:stCondLst>
                                        </p:cTn>
                                        <p:tgtEl>
                                          <p:spTgt spid="18437"/>
                                        </p:tgtEl>
                                        <p:attrNameLst>
                                          <p:attrName>style.rotation</p:attrName>
                                        </p:attrNameLst>
                                      </p:cBhvr>
                                      <p:tavLst>
                                        <p:tav tm="0">
                                          <p:val>
                                            <p:fltVal val="-90.000000"/>
                                          </p:val>
                                        </p:tav>
                                        <p:tav tm="100000">
                                          <p:val>
                                            <p:fltVal val="0.000000"/>
                                          </p:val>
                                        </p:tav>
                                      </p:tavLst>
                                    </p:anim>
                                    <p:anim calcmode="lin" valueType="num">
                                      <p:cBhvr>
                                        <p:cTn id="44" dur="500" decel="50000" fill="hold">
                                          <p:stCondLst>
                                            <p:cond delay="0"/>
                                          </p:stCondLst>
                                        </p:cTn>
                                        <p:tgtEl>
                                          <p:spTgt spid="18437"/>
                                        </p:tgtEl>
                                        <p:attrNameLst>
                                          <p:attrName>ppt_w</p:attrName>
                                        </p:attrNameLst>
                                      </p:cBhvr>
                                      <p:tavLst>
                                        <p:tav tm="0">
                                          <p:val>
                                            <p:strVal val="#ppt_w"/>
                                          </p:val>
                                        </p:tav>
                                        <p:tav tm="100000">
                                          <p:val>
                                            <p:strVal val="#ppt_w*.05"/>
                                          </p:val>
                                        </p:tav>
                                      </p:tavLst>
                                    </p:anim>
                                    <p:anim calcmode="lin" valueType="num">
                                      <p:cBhvr>
                                        <p:cTn id="45" dur="500" accel="50000" fill="hold">
                                          <p:stCondLst>
                                            <p:cond delay="500"/>
                                          </p:stCondLst>
                                        </p:cTn>
                                        <p:tgtEl>
                                          <p:spTgt spid="18437"/>
                                        </p:tgtEl>
                                        <p:attrNameLst>
                                          <p:attrName>ppt_w</p:attrName>
                                        </p:attrNameLst>
                                      </p:cBhvr>
                                      <p:tavLst>
                                        <p:tav tm="0">
                                          <p:val>
                                            <p:strVal val="#ppt_w*.05"/>
                                          </p:val>
                                        </p:tav>
                                        <p:tav tm="100000">
                                          <p:val>
                                            <p:strVal val="#ppt_w"/>
                                          </p:val>
                                        </p:tav>
                                      </p:tavLst>
                                    </p:anim>
                                    <p:anim calcmode="lin" valueType="num">
                                      <p:cBhvr>
                                        <p:cTn id="46" dur="1000" fill="hold"/>
                                        <p:tgtEl>
                                          <p:spTgt spid="18437"/>
                                        </p:tgtEl>
                                        <p:attrNameLst>
                                          <p:attrName>ppt_h</p:attrName>
                                        </p:attrNameLst>
                                      </p:cBhvr>
                                      <p:tavLst>
                                        <p:tav tm="0">
                                          <p:val>
                                            <p:strVal val="#ppt_h"/>
                                          </p:val>
                                        </p:tav>
                                        <p:tav tm="100000">
                                          <p:val>
                                            <p:strVal val="#ppt_h"/>
                                          </p:val>
                                        </p:tav>
                                      </p:tavLst>
                                    </p:anim>
                                    <p:anim calcmode="lin" valueType="num">
                                      <p:cBhvr>
                                        <p:cTn id="47" dur="500" decel="50000" fill="hold">
                                          <p:stCondLst>
                                            <p:cond delay="0"/>
                                          </p:stCondLst>
                                        </p:cTn>
                                        <p:tgtEl>
                                          <p:spTgt spid="18437"/>
                                        </p:tgtEl>
                                        <p:attrNameLst>
                                          <p:attrName>ppt_x</p:attrName>
                                        </p:attrNameLst>
                                      </p:cBhvr>
                                      <p:tavLst>
                                        <p:tav tm="0">
                                          <p:val>
                                            <p:strVal val="#ppt_x+.4"/>
                                          </p:val>
                                        </p:tav>
                                        <p:tav tm="100000">
                                          <p:val>
                                            <p:strVal val="#ppt_x"/>
                                          </p:val>
                                        </p:tav>
                                      </p:tavLst>
                                    </p:anim>
                                    <p:anim calcmode="lin" valueType="num">
                                      <p:cBhvr>
                                        <p:cTn id="48" dur="500" decel="50000" fill="hold">
                                          <p:stCondLst>
                                            <p:cond delay="0"/>
                                          </p:stCondLst>
                                        </p:cTn>
                                        <p:tgtEl>
                                          <p:spTgt spid="18437"/>
                                        </p:tgtEl>
                                        <p:attrNameLst>
                                          <p:attrName>ppt_y</p:attrName>
                                        </p:attrNameLst>
                                      </p:cBhvr>
                                      <p:tavLst>
                                        <p:tav tm="0">
                                          <p:val>
                                            <p:strVal val="#ppt_y-.2"/>
                                          </p:val>
                                        </p:tav>
                                        <p:tav tm="100000">
                                          <p:val>
                                            <p:strVal val="#ppt_y+.1"/>
                                          </p:val>
                                        </p:tav>
                                      </p:tavLst>
                                    </p:anim>
                                    <p:anim calcmode="lin" valueType="num">
                                      <p:cBhvr>
                                        <p:cTn id="49" dur="500" accel="50000" fill="hold">
                                          <p:stCondLst>
                                            <p:cond delay="500"/>
                                          </p:stCondLst>
                                        </p:cTn>
                                        <p:tgtEl>
                                          <p:spTgt spid="18437"/>
                                        </p:tgtEl>
                                        <p:attrNameLst>
                                          <p:attrName>ppt_y</p:attrName>
                                        </p:attrNameLst>
                                      </p:cBhvr>
                                      <p:tavLst>
                                        <p:tav tm="0">
                                          <p:val>
                                            <p:strVal val="#ppt_y+.1"/>
                                          </p:val>
                                        </p:tav>
                                        <p:tav tm="100000">
                                          <p:val>
                                            <p:strVal val="#ppt_y"/>
                                          </p:val>
                                        </p:tav>
                                      </p:tavLst>
                                    </p:anim>
                                    <p:animEffect transition="in" filter="fade">
                                      <p:cBhvr>
                                        <p:cTn id="50" dur="1000" decel="50000">
                                          <p:stCondLst>
                                            <p:cond delay="0"/>
                                          </p:stCondLst>
                                        </p:cTn>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8" name="Picture 7" descr="幻灯片13"/>
          <p:cNvPicPr>
            <a:picLocks noChangeAspect="1"/>
          </p:cNvPicPr>
          <p:nvPr/>
        </p:nvPicPr>
        <p:blipFill>
          <a:blip r:embed="rId1"/>
          <a:stretch>
            <a:fillRect/>
          </a:stretch>
        </p:blipFill>
        <p:spPr>
          <a:xfrm>
            <a:off x="107950" y="195263"/>
            <a:ext cx="4968875" cy="3455987"/>
          </a:xfrm>
          <a:prstGeom prst="rect">
            <a:avLst/>
          </a:prstGeom>
          <a:noFill/>
          <a:ln w="9525">
            <a:noFill/>
          </a:ln>
        </p:spPr>
      </p:pic>
      <p:sp>
        <p:nvSpPr>
          <p:cNvPr id="19459" name="Rectangle 9"/>
          <p:cNvSpPr/>
          <p:nvPr/>
        </p:nvSpPr>
        <p:spPr>
          <a:xfrm>
            <a:off x="684213" y="3867150"/>
            <a:ext cx="7499350" cy="641350"/>
          </a:xfrm>
          <a:prstGeom prst="rect">
            <a:avLst/>
          </a:prstGeom>
          <a:noFill/>
          <a:ln w="9525">
            <a:noFill/>
          </a:ln>
        </p:spPr>
        <p:txBody>
          <a:bodyPr wrap="none">
            <a:spAutoFit/>
          </a:bodyPr>
          <a:p>
            <a:r>
              <a:rPr lang="zh-CN" altLang="en-US" sz="3600" b="1" dirty="0">
                <a:solidFill>
                  <a:srgbClr val="4B14AA"/>
                </a:solidFill>
                <a:latin typeface="华文隶书" panose="02010800040101010101" pitchFamily="2" charset="-122"/>
                <a:ea typeface="华文隶书" panose="02010800040101010101" pitchFamily="2" charset="-122"/>
              </a:rPr>
              <a:t>我们今天，应该如何认识</a:t>
            </a:r>
            <a:r>
              <a:rPr lang="zh-CN" altLang="en-US" sz="3600" b="1" dirty="0">
                <a:solidFill>
                  <a:srgbClr val="4B14AA"/>
                </a:solidFill>
                <a:latin typeface="华文隶书" panose="02010800040101010101" pitchFamily="2" charset="-122"/>
                <a:ea typeface="华文隶书" panose="02010800040101010101" pitchFamily="2" charset="-122"/>
                <a:hlinkClick r:id="rId2" action="ppaction://hlinksldjump"/>
              </a:rPr>
              <a:t>“孝”</a:t>
            </a:r>
            <a:r>
              <a:rPr lang="zh-CN" altLang="en-US" sz="3600" b="1" dirty="0">
                <a:solidFill>
                  <a:srgbClr val="4B14AA"/>
                </a:solidFill>
                <a:latin typeface="华文隶书" panose="02010800040101010101" pitchFamily="2" charset="-122"/>
                <a:ea typeface="华文隶书" panose="02010800040101010101" pitchFamily="2" charset="-122"/>
              </a:rPr>
              <a:t>道？</a:t>
            </a:r>
            <a:endParaRPr lang="zh-CN" altLang="en-US" sz="3600" b="1" dirty="0">
              <a:solidFill>
                <a:srgbClr val="4B14AA"/>
              </a:solidFill>
              <a:latin typeface="华文隶书" panose="02010800040101010101" pitchFamily="2" charset="-122"/>
              <a:ea typeface="华文隶书" panose="02010800040101010101" pitchFamily="2" charset="-122"/>
            </a:endParaRPr>
          </a:p>
        </p:txBody>
      </p:sp>
      <p:sp>
        <p:nvSpPr>
          <p:cNvPr id="19460" name="Rectangle 10"/>
          <p:cNvSpPr/>
          <p:nvPr/>
        </p:nvSpPr>
        <p:spPr>
          <a:xfrm>
            <a:off x="5219700" y="555625"/>
            <a:ext cx="3529013" cy="2344738"/>
          </a:xfrm>
          <a:prstGeom prst="rect">
            <a:avLst/>
          </a:prstGeom>
          <a:noFill/>
          <a:ln w="9525">
            <a:noFill/>
          </a:ln>
        </p:spPr>
        <p:txBody>
          <a:bodyPr>
            <a:spAutoFit/>
          </a:bodyPr>
          <a:p>
            <a:r>
              <a:rPr lang="zh-CN" altLang="en-US" sz="2800" b="1" dirty="0">
                <a:solidFill>
                  <a:srgbClr val="6600CC"/>
                </a:solidFill>
                <a:latin typeface="Arial" panose="020B0604020202020204" pitchFamily="34" charset="0"/>
              </a:rPr>
              <a:t>      </a:t>
            </a:r>
            <a:r>
              <a:rPr lang="zh-CN" altLang="en-US" sz="2400" b="1" dirty="0">
                <a:solidFill>
                  <a:srgbClr val="6600CC"/>
                </a:solidFill>
                <a:latin typeface="Arial" panose="020B0604020202020204" pitchFamily="34" charset="0"/>
              </a:rPr>
              <a:t>“百善孝为先”，“孝”是中华民族的传统美德，是中华民族传统文化的精髓。</a:t>
            </a:r>
            <a:endParaRPr lang="zh-CN" altLang="en-US" sz="2400" b="1" dirty="0">
              <a:solidFill>
                <a:srgbClr val="6600CC"/>
              </a:solidFill>
              <a:latin typeface="Arial" panose="020B0604020202020204" pitchFamily="34" charset="0"/>
            </a:endParaRPr>
          </a:p>
          <a:p>
            <a:r>
              <a:rPr lang="zh-CN" altLang="en-US" sz="2400" b="1" dirty="0">
                <a:solidFill>
                  <a:srgbClr val="6600CC"/>
                </a:solidFill>
                <a:latin typeface="Arial" panose="020B0604020202020204" pitchFamily="34" charset="0"/>
              </a:rPr>
              <a:t>      古代“孝道”的典范，莫过于“</a:t>
            </a:r>
            <a:r>
              <a:rPr lang="zh-CN" altLang="en-US" sz="2400" b="1" dirty="0">
                <a:solidFill>
                  <a:srgbClr val="6600CC"/>
                </a:solidFill>
                <a:latin typeface="Arial" panose="020B0604020202020204" pitchFamily="34" charset="0"/>
                <a:hlinkClick r:id="rId3" action="ppaction://hlinksldjump"/>
              </a:rPr>
              <a:t>二十四孝图</a:t>
            </a:r>
            <a:r>
              <a:rPr lang="zh-CN" altLang="en-US" sz="2400" b="1" dirty="0">
                <a:solidFill>
                  <a:srgbClr val="6600CC"/>
                </a:solidFill>
                <a:latin typeface="Arial" panose="020B0604020202020204" pitchFamily="34" charset="0"/>
              </a:rPr>
              <a:t>”</a:t>
            </a:r>
            <a:endParaRPr lang="zh-CN" altLang="en-US" sz="2400" b="1" dirty="0">
              <a:solidFill>
                <a:srgbClr val="6600CC"/>
              </a:solidFill>
              <a:latin typeface="Arial" panose="020B0604020202020204" pitchFamily="34" charset="0"/>
            </a:endParaRPr>
          </a:p>
        </p:txBody>
      </p:sp>
    </p:spTree>
  </p:cSld>
  <p:clrMapOvr>
    <a:masterClrMapping/>
  </p:clrMapOvr>
  <p:transition spd="slow">
    <p:cover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p:nvPr/>
        </p:nvSpPr>
        <p:spPr>
          <a:xfrm>
            <a:off x="0" y="2246313"/>
            <a:ext cx="9144000" cy="0"/>
          </a:xfrm>
          <a:prstGeom prst="rect">
            <a:avLst/>
          </a:prstGeom>
          <a:noFill/>
          <a:ln w="9525">
            <a:noFill/>
          </a:ln>
        </p:spPr>
        <p:txBody>
          <a:bodyPr>
            <a:spAutoFit/>
          </a:bodyPr>
          <a:p>
            <a:endParaRPr lang="zh-CN" altLang="en-US" dirty="0">
              <a:latin typeface="Arial" panose="020B0604020202020204" pitchFamily="34" charset="0"/>
            </a:endParaRPr>
          </a:p>
        </p:txBody>
      </p:sp>
      <p:sp>
        <p:nvSpPr>
          <p:cNvPr id="95236" name="Text Box 4"/>
          <p:cNvSpPr txBox="1">
            <a:spLocks noChangeArrowheads="1"/>
          </p:cNvSpPr>
          <p:nvPr/>
        </p:nvSpPr>
        <p:spPr bwMode="auto">
          <a:xfrm>
            <a:off x="539750" y="1282700"/>
            <a:ext cx="5105400" cy="641350"/>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3600" b="1" kern="1200" cap="none" spc="0" normalizeH="0" baseline="0" noProof="0" dirty="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1</a:t>
            </a:r>
            <a:r>
              <a:rPr kumimoji="1" lang="zh-CN" altLang="en-US" sz="3600" b="1" kern="1200" cap="none" spc="0" normalizeH="0" baseline="0" noProof="0" dirty="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a:t>
            </a:r>
            <a:r>
              <a:rPr kumimoji="1" lang="zh-CN" altLang="en-US" sz="3200" b="1" kern="1200" cap="none" spc="0" normalizeH="0" baseline="0" noProof="0" dirty="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传统文化的特点</a:t>
            </a:r>
            <a:endParaRPr kumimoji="1" lang="zh-CN" altLang="en-US" sz="3200" b="1" kern="1200" cap="none" spc="0" normalizeH="0" baseline="0" noProof="0" dirty="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endParaRPr>
          </a:p>
        </p:txBody>
      </p:sp>
      <p:sp>
        <p:nvSpPr>
          <p:cNvPr id="20484" name="AutoShape 5"/>
          <p:cNvSpPr/>
          <p:nvPr/>
        </p:nvSpPr>
        <p:spPr>
          <a:xfrm>
            <a:off x="4643438" y="987425"/>
            <a:ext cx="144462" cy="1871663"/>
          </a:xfrm>
          <a:prstGeom prst="leftBrace">
            <a:avLst>
              <a:gd name="adj1" fmla="val 107967"/>
              <a:gd name="adj2" fmla="val 50000"/>
            </a:avLst>
          </a:prstGeom>
          <a:solidFill>
            <a:srgbClr val="6600FF"/>
          </a:solidFill>
          <a:ln w="9525">
            <a:noFill/>
          </a:ln>
        </p:spPr>
        <p:txBody>
          <a:bodyPr anchor="ctr" anchorCtr="0">
            <a:spAutoFit/>
          </a:bodyPr>
          <a:p>
            <a:endParaRPr lang="zh-CN" altLang="en-US" dirty="0">
              <a:latin typeface="Arial" panose="020B0604020202020204" pitchFamily="34" charset="0"/>
            </a:endParaRPr>
          </a:p>
        </p:txBody>
      </p:sp>
      <p:sp>
        <p:nvSpPr>
          <p:cNvPr id="95238" name="Text Box 6"/>
          <p:cNvSpPr txBox="1">
            <a:spLocks noChangeArrowheads="1"/>
          </p:cNvSpPr>
          <p:nvPr/>
        </p:nvSpPr>
        <p:spPr bwMode="auto">
          <a:xfrm>
            <a:off x="4932363" y="1347788"/>
            <a:ext cx="2971800" cy="579438"/>
          </a:xfrm>
          <a:prstGeom prst="rect">
            <a:avLst/>
          </a:prstGeom>
          <a:noFill/>
          <a:ln w="9525" algn="ctr">
            <a:noFill/>
            <a:miter lim="800000"/>
          </a:ln>
          <a:effectLst/>
        </p:spPr>
        <p:txBody>
          <a:bodyPr>
            <a:spAutoFit/>
          </a:bodyPr>
          <a:lstStyle/>
          <a:p>
            <a:pPr marR="0" defTabSz="914400">
              <a:spcBef>
                <a:spcPct val="50000"/>
              </a:spcBef>
              <a:buClrTx/>
              <a:buSzTx/>
              <a:buFontTx/>
              <a:buNone/>
              <a:defRPr/>
            </a:pPr>
            <a:r>
              <a:rPr kumimoji="1" lang="zh-CN" altLang="en-US" sz="3200" b="1" kern="1200" cap="none" spc="0" normalizeH="0" baseline="0" noProof="0">
                <a:solidFill>
                  <a:srgbClr val="FF3300"/>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相对稳定性</a:t>
            </a:r>
            <a:endParaRPr kumimoji="1" lang="zh-CN" altLang="en-US" sz="3200" b="1" kern="1200" cap="none" spc="0" normalizeH="0" baseline="0" noProof="0">
              <a:solidFill>
                <a:srgbClr val="FF3300"/>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endParaRPr>
          </a:p>
        </p:txBody>
      </p:sp>
      <p:sp>
        <p:nvSpPr>
          <p:cNvPr id="95239" name="Text Box 7"/>
          <p:cNvSpPr txBox="1">
            <a:spLocks noChangeArrowheads="1"/>
          </p:cNvSpPr>
          <p:nvPr/>
        </p:nvSpPr>
        <p:spPr bwMode="auto">
          <a:xfrm>
            <a:off x="4932363" y="2009775"/>
            <a:ext cx="3276600" cy="506413"/>
          </a:xfrm>
          <a:prstGeom prst="rect">
            <a:avLst/>
          </a:prstGeom>
          <a:noFill/>
          <a:ln w="9525">
            <a:noFill/>
            <a:miter lim="800000"/>
          </a:ln>
          <a:effectLst/>
        </p:spPr>
        <p:txBody>
          <a:bodyPr>
            <a:spAutoFit/>
          </a:bodyPr>
          <a:lstStyle/>
          <a:p>
            <a:pPr marR="0" defTabSz="914400">
              <a:lnSpc>
                <a:spcPct val="85000"/>
              </a:lnSpc>
              <a:spcBef>
                <a:spcPct val="15000"/>
              </a:spcBef>
              <a:buClrTx/>
              <a:buSzTx/>
              <a:buFontTx/>
              <a:buNone/>
              <a:defRPr/>
            </a:pPr>
            <a:r>
              <a:rPr kumimoji="1" lang="zh-CN" altLang="en-US" sz="3200" b="1" kern="1200" cap="none" spc="0" normalizeH="0" baseline="0" noProof="0">
                <a:solidFill>
                  <a:srgbClr val="FF3300"/>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鲜明民族性</a:t>
            </a:r>
            <a:endParaRPr kumimoji="1" lang="zh-CN" altLang="en-US" sz="3200" b="1" kern="1200" cap="none" spc="0" normalizeH="0" baseline="0" noProof="0">
              <a:solidFill>
                <a:srgbClr val="FF3300"/>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endParaRPr>
          </a:p>
        </p:txBody>
      </p:sp>
      <p:sp>
        <p:nvSpPr>
          <p:cNvPr id="95240" name="Text Box 8"/>
          <p:cNvSpPr txBox="1">
            <a:spLocks noChangeArrowheads="1"/>
          </p:cNvSpPr>
          <p:nvPr/>
        </p:nvSpPr>
        <p:spPr bwMode="auto">
          <a:xfrm>
            <a:off x="539750" y="2500313"/>
            <a:ext cx="7772400" cy="579438"/>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3200" b="1" kern="1200" cap="none" spc="0" normalizeH="0" baseline="0" noProof="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2</a:t>
            </a:r>
            <a:r>
              <a:rPr kumimoji="1" lang="zh-CN" altLang="en-US" sz="3200" b="1" kern="1200" cap="none" spc="0" normalizeH="0" baseline="0" noProof="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rPr>
              <a:t>、 作用的双重性</a:t>
            </a:r>
            <a:endParaRPr kumimoji="1" lang="zh-CN" altLang="en-US" sz="3200" b="1" kern="1200" cap="none" spc="0" normalizeH="0" baseline="0" noProof="0">
              <a:solidFill>
                <a:srgbClr val="003399"/>
              </a:solidFill>
              <a:effectLst>
                <a:outerShdw blurRad="38100" dist="38100" dir="2700000" algn="tl">
                  <a:srgbClr val="C0C0C0"/>
                </a:outerShdw>
              </a:effectLst>
              <a:latin typeface="华文中宋" panose="02010600040101010101" pitchFamily="2" charset="-122"/>
              <a:ea typeface="华文中宋" panose="02010600040101010101" pitchFamily="2" charset="-122"/>
              <a:cs typeface="+mn-cs"/>
            </a:endParaRPr>
          </a:p>
        </p:txBody>
      </p:sp>
      <p:sp>
        <p:nvSpPr>
          <p:cNvPr id="95241" name="Text Box 9"/>
          <p:cNvSpPr txBox="1">
            <a:spLocks noChangeArrowheads="1"/>
          </p:cNvSpPr>
          <p:nvPr/>
        </p:nvSpPr>
        <p:spPr bwMode="auto">
          <a:xfrm>
            <a:off x="1828800" y="3200400"/>
            <a:ext cx="5943600" cy="579438"/>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与时俱进</a:t>
            </a:r>
            <a:r>
              <a:rPr kumimoji="0" lang="en-US" altLang="zh-CN"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a:t>
            </a:r>
            <a:r>
              <a:rPr kumimoji="0" lang="zh-CN" altLang="en-US"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积极作用</a:t>
            </a:r>
            <a:endParaRPr kumimoji="0" lang="zh-CN" altLang="en-US"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95242" name="Text Box 10"/>
          <p:cNvSpPr txBox="1">
            <a:spLocks noChangeArrowheads="1"/>
          </p:cNvSpPr>
          <p:nvPr/>
        </p:nvSpPr>
        <p:spPr bwMode="auto">
          <a:xfrm>
            <a:off x="1835150" y="3795713"/>
            <a:ext cx="5943600" cy="579438"/>
          </a:xfrm>
          <a:prstGeom prst="rect">
            <a:avLst/>
          </a:prstGeom>
          <a:noFill/>
          <a:ln w="9525" algn="ctr">
            <a:noFill/>
            <a:miter lim="800000"/>
          </a:ln>
          <a:effectLst/>
        </p:spPr>
        <p:txBody>
          <a:bodyPr>
            <a:spAutoFit/>
          </a:bodyPr>
          <a:lstStyle/>
          <a:p>
            <a:pPr marR="0" defTabSz="914400">
              <a:spcBef>
                <a:spcPct val="50000"/>
              </a:spcBef>
              <a:buClrTx/>
              <a:buSzTx/>
              <a:buFontTx/>
              <a:buNone/>
              <a:defRPr/>
            </a:pPr>
            <a:r>
              <a:rPr kumimoji="0" lang="zh-CN" altLang="en-US"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一成不变</a:t>
            </a:r>
            <a:r>
              <a:rPr kumimoji="0" lang="en-US" altLang="zh-CN"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a:t>
            </a:r>
            <a:r>
              <a:rPr kumimoji="0" lang="zh-CN" altLang="en-US"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消极作用</a:t>
            </a:r>
            <a:endParaRPr kumimoji="0" lang="zh-CN" altLang="en-US" sz="3200" b="1" kern="1200" cap="none" spc="0" normalizeH="0" baseline="0" noProof="0">
              <a:solidFill>
                <a:srgbClr val="2222CC"/>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95243" name="AutoShape 11"/>
          <p:cNvSpPr/>
          <p:nvPr/>
        </p:nvSpPr>
        <p:spPr>
          <a:xfrm>
            <a:off x="1692275" y="3363913"/>
            <a:ext cx="152400" cy="914400"/>
          </a:xfrm>
          <a:prstGeom prst="leftBrace">
            <a:avLst>
              <a:gd name="adj1" fmla="val 50000"/>
              <a:gd name="adj2" fmla="val 50000"/>
            </a:avLst>
          </a:prstGeom>
          <a:noFill/>
          <a:ln w="31750" cap="flat" cmpd="sng">
            <a:solidFill>
              <a:srgbClr val="3333CC"/>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491" name="WordArt 14"/>
          <p:cNvSpPr>
            <a:spLocks noTextEdit="1"/>
          </p:cNvSpPr>
          <p:nvPr/>
        </p:nvSpPr>
        <p:spPr>
          <a:xfrm>
            <a:off x="2195513" y="123825"/>
            <a:ext cx="4392612" cy="719138"/>
          </a:xfrm>
          <a:prstGeom prst="rect">
            <a:avLst/>
          </a:prstGeom>
        </p:spPr>
        <p:txBody>
          <a:bodyPr wrap="none" fromWordArt="1">
            <a:prstTxWarp prst="textPlain">
              <a:avLst>
                <a:gd name="adj" fmla="val 50000"/>
              </a:avLst>
            </a:prstTxWarp>
            <a:normAutofit/>
          </a:bodyPr>
          <a:p>
            <a:pPr algn="ctr" eaLnBrk="0" hangingPunct="0"/>
            <a:r>
              <a:rPr lang="zh-CN" altLang="en-US" sz="3600" b="1">
                <a:ln w="19050" cap="flat" cmpd="sng">
                  <a:solidFill>
                    <a:srgbClr val="99CCFF"/>
                  </a:solidFill>
                  <a:prstDash val="solid"/>
                  <a:headEnd type="none" w="med" len="med"/>
                  <a:tailEnd type="none" w="med" len="med"/>
                </a:ln>
                <a:solidFill>
                  <a:srgbClr val="0066CC"/>
                </a:solidFill>
                <a:effectLst>
                  <a:outerShdw dist="35921" dir="2699999" algn="ctr" rotWithShape="0">
                    <a:srgbClr val="990000"/>
                  </a:outerShdw>
                </a:effectLst>
                <a:latin typeface="隶书" panose="02010509060101010101" pitchFamily="49" charset="-122"/>
                <a:ea typeface="隶书" panose="02010509060101010101" pitchFamily="49" charset="-122"/>
              </a:rPr>
              <a:t>传统文化在今天</a:t>
            </a:r>
            <a:endParaRPr lang="zh-CN" altLang="en-US" sz="3600" b="1">
              <a:ln w="19050" cap="flat" cmpd="sng">
                <a:solidFill>
                  <a:srgbClr val="99CCFF"/>
                </a:solidFill>
                <a:prstDash val="solid"/>
                <a:headEnd type="none" w="med" len="med"/>
                <a:tailEnd type="none" w="med" len="med"/>
              </a:ln>
              <a:solidFill>
                <a:srgbClr val="0066CC"/>
              </a:solidFill>
              <a:effectLst>
                <a:outerShdw dist="35921" dir="2699999" algn="ctr" rotWithShape="0">
                  <a:srgbClr val="990000"/>
                </a:outerShdw>
              </a:effectLst>
              <a:latin typeface="隶书" panose="02010509060101010101" pitchFamily="49" charset="-122"/>
              <a:ea typeface="隶书" panose="02010509060101010101" pitchFamily="49" charset="-122"/>
            </a:endParaRPr>
          </a:p>
        </p:txBody>
      </p:sp>
      <p:sp>
        <p:nvSpPr>
          <p:cNvPr id="95247" name="Rectangle 15"/>
          <p:cNvSpPr>
            <a:spLocks noChangeArrowheads="1"/>
          </p:cNvSpPr>
          <p:nvPr/>
        </p:nvSpPr>
        <p:spPr bwMode="auto">
          <a:xfrm>
            <a:off x="4932363" y="771525"/>
            <a:ext cx="2216150" cy="579438"/>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华文中宋" panose="02010600040101010101" pitchFamily="2" charset="-122"/>
                <a:ea typeface="华文中宋" panose="02010600040101010101" pitchFamily="2" charset="-122"/>
                <a:cs typeface="+mn-cs"/>
              </a:rPr>
              <a:t>历史继承性</a:t>
            </a:r>
            <a:endParaRPr kumimoji="1" lang="zh-CN" altLang="en-US" sz="32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华文中宋" panose="02010600040101010101" pitchFamily="2" charset="-122"/>
              <a:ea typeface="华文中宋" panose="02010600040101010101" pitchFamily="2" charset="-122"/>
              <a:cs typeface="+mn-cs"/>
            </a:endParaRPr>
          </a:p>
        </p:txBody>
      </p:sp>
      <p:sp>
        <p:nvSpPr>
          <p:cNvPr id="95248" name="Rectangle 16"/>
          <p:cNvSpPr>
            <a:spLocks noChangeArrowheads="1"/>
          </p:cNvSpPr>
          <p:nvPr/>
        </p:nvSpPr>
        <p:spPr bwMode="auto">
          <a:xfrm>
            <a:off x="4932363" y="2570163"/>
            <a:ext cx="2224088" cy="506413"/>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85000"/>
              </a:lnSpc>
              <a:spcBef>
                <a:spcPct val="15000"/>
              </a:spcBef>
              <a:spcAft>
                <a:spcPct val="0"/>
              </a:spcAft>
              <a:buClrTx/>
              <a:buSzTx/>
              <a:buFontTx/>
              <a:buNone/>
              <a:defRPr/>
            </a:pPr>
            <a:r>
              <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顺应变动性</a:t>
            </a:r>
            <a:endParaRPr kumimoji="1" lang="zh-CN" altLang="en-US" sz="3200" b="1" i="0" u="none" strike="noStrike" kern="1200" cap="none" spc="0" normalizeH="0" baseline="0" noProof="0">
              <a:ln>
                <a:noFill/>
              </a:ln>
              <a:solidFill>
                <a:srgbClr val="FF33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95240"/>
                                        </p:tgtEl>
                                        <p:attrNameLst>
                                          <p:attrName>style.visibility</p:attrName>
                                        </p:attrNameLst>
                                      </p:cBhvr>
                                      <p:to>
                                        <p:strVal val="visible"/>
                                      </p:to>
                                    </p:set>
                                    <p:anim calcmode="discrete" valueType="clr">
                                      <p:cBhvr override="childStyle">
                                        <p:cTn id="7" dur="80"/>
                                        <p:tgtEl>
                                          <p:spTgt spid="9524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95240"/>
                                        </p:tgtEl>
                                        <p:attrNameLst>
                                          <p:attrName>fillcolor</p:attrName>
                                        </p:attrNameLst>
                                      </p:cBhvr>
                                      <p:tavLst>
                                        <p:tav tm="0">
                                          <p:val>
                                            <p:clrVal>
                                              <a:schemeClr val="accent2"/>
                                            </p:clrVal>
                                          </p:val>
                                        </p:tav>
                                        <p:tav tm="50000">
                                          <p:val>
                                            <p:clrVal>
                                              <a:schemeClr val="hlink"/>
                                            </p:clrVal>
                                          </p:val>
                                        </p:tav>
                                      </p:tavLst>
                                    </p:anim>
                                    <p:set>
                                      <p:cBhvr>
                                        <p:cTn id="9" dur="80"/>
                                        <p:tgtEl>
                                          <p:spTgt spid="95240"/>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95243"/>
                                        </p:tgtEl>
                                        <p:attrNameLst>
                                          <p:attrName>style.visibility</p:attrName>
                                        </p:attrNameLst>
                                      </p:cBhvr>
                                      <p:to>
                                        <p:strVal val="visible"/>
                                      </p:to>
                                    </p:set>
                                    <p:animEffect transition="in" filter="wipe(up)">
                                      <p:cBhvr>
                                        <p:cTn id="14" dur="500"/>
                                        <p:tgtEl>
                                          <p:spTgt spid="95243"/>
                                        </p:tgtEl>
                                      </p:cBhvr>
                                    </p:animEffect>
                                  </p:childTnLst>
                                </p:cTn>
                              </p:par>
                            </p:childTnLst>
                          </p:cTn>
                        </p:par>
                        <p:par>
                          <p:cTn id="15" fill="hold">
                            <p:stCondLst>
                              <p:cond delay="500"/>
                            </p:stCondLst>
                            <p:childTnLst>
                              <p:par>
                                <p:cTn id="16" presetID="27" presetClass="entr" presetSubtype="0" fill="hold" grpId="0" nodeType="afterEffect">
                                  <p:stCondLst>
                                    <p:cond delay="0"/>
                                  </p:stCondLst>
                                  <p:iterate type="lt">
                                    <p:tmPct val="50000"/>
                                  </p:iterate>
                                  <p:childTnLst>
                                    <p:set>
                                      <p:cBhvr>
                                        <p:cTn id="17" dur="1" fill="hold">
                                          <p:stCondLst>
                                            <p:cond delay="0"/>
                                          </p:stCondLst>
                                        </p:cTn>
                                        <p:tgtEl>
                                          <p:spTgt spid="95241"/>
                                        </p:tgtEl>
                                        <p:attrNameLst>
                                          <p:attrName>style.visibility</p:attrName>
                                        </p:attrNameLst>
                                      </p:cBhvr>
                                      <p:to>
                                        <p:strVal val="visible"/>
                                      </p:to>
                                    </p:set>
                                    <p:anim calcmode="discrete" valueType="clr">
                                      <p:cBhvr override="childStyle">
                                        <p:cTn id="18" dur="80"/>
                                        <p:tgtEl>
                                          <p:spTgt spid="95241"/>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95241"/>
                                        </p:tgtEl>
                                        <p:attrNameLst>
                                          <p:attrName>fillcolor</p:attrName>
                                        </p:attrNameLst>
                                      </p:cBhvr>
                                      <p:tavLst>
                                        <p:tav tm="0">
                                          <p:val>
                                            <p:clrVal>
                                              <a:schemeClr val="accent2"/>
                                            </p:clrVal>
                                          </p:val>
                                        </p:tav>
                                        <p:tav tm="50000">
                                          <p:val>
                                            <p:clrVal>
                                              <a:schemeClr val="hlink"/>
                                            </p:clrVal>
                                          </p:val>
                                        </p:tav>
                                      </p:tavLst>
                                    </p:anim>
                                    <p:set>
                                      <p:cBhvr>
                                        <p:cTn id="20" dur="80"/>
                                        <p:tgtEl>
                                          <p:spTgt spid="95241"/>
                                        </p:tgtEl>
                                        <p:attrNameLst>
                                          <p:attrName>fill.type</p:attrName>
                                        </p:attrNameLst>
                                      </p:cBhvr>
                                      <p:to>
                                        <p:strVal val="solid"/>
                                      </p:to>
                                    </p:set>
                                  </p:childTnLst>
                                </p:cTn>
                              </p:par>
                            </p:childTnLst>
                          </p:cTn>
                        </p:par>
                        <p:par>
                          <p:cTn id="21" fill="hold">
                            <p:stCondLst>
                              <p:cond delay="939"/>
                            </p:stCondLst>
                            <p:childTnLst>
                              <p:par>
                                <p:cTn id="22" presetID="27" presetClass="entr" presetSubtype="0" fill="hold" grpId="0" nodeType="afterEffect">
                                  <p:stCondLst>
                                    <p:cond delay="0"/>
                                  </p:stCondLst>
                                  <p:iterate type="lt">
                                    <p:tmPct val="50000"/>
                                  </p:iterate>
                                  <p:childTnLst>
                                    <p:set>
                                      <p:cBhvr>
                                        <p:cTn id="23" dur="1" fill="hold">
                                          <p:stCondLst>
                                            <p:cond delay="0"/>
                                          </p:stCondLst>
                                        </p:cTn>
                                        <p:tgtEl>
                                          <p:spTgt spid="95242"/>
                                        </p:tgtEl>
                                        <p:attrNameLst>
                                          <p:attrName>style.visibility</p:attrName>
                                        </p:attrNameLst>
                                      </p:cBhvr>
                                      <p:to>
                                        <p:strVal val="visible"/>
                                      </p:to>
                                    </p:set>
                                    <p:anim calcmode="discrete" valueType="clr">
                                      <p:cBhvr override="childStyle">
                                        <p:cTn id="24" dur="80"/>
                                        <p:tgtEl>
                                          <p:spTgt spid="95242"/>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95242"/>
                                        </p:tgtEl>
                                        <p:attrNameLst>
                                          <p:attrName>fillcolor</p:attrName>
                                        </p:attrNameLst>
                                      </p:cBhvr>
                                      <p:tavLst>
                                        <p:tav tm="0">
                                          <p:val>
                                            <p:clrVal>
                                              <a:schemeClr val="accent2"/>
                                            </p:clrVal>
                                          </p:val>
                                        </p:tav>
                                        <p:tav tm="50000">
                                          <p:val>
                                            <p:clrVal>
                                              <a:schemeClr val="hlink"/>
                                            </p:clrVal>
                                          </p:val>
                                        </p:tav>
                                      </p:tavLst>
                                    </p:anim>
                                    <p:set>
                                      <p:cBhvr>
                                        <p:cTn id="26" dur="80"/>
                                        <p:tgtEl>
                                          <p:spTgt spid="9524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0" grpId="0"/>
      <p:bldP spid="95241" grpId="0"/>
      <p:bldP spid="95242" grpId="0"/>
      <p:bldP spid="9524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4294967295"/>
          </p:nvPr>
        </p:nvSpPr>
        <p:spPr>
          <a:xfrm>
            <a:off x="428625" y="0"/>
            <a:ext cx="8229600" cy="857250"/>
          </a:xfrm>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40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对待传统文化的正确态度</a:t>
            </a:r>
            <a:endParaRPr kumimoji="0" lang="zh-CN" altLang="en-US" sz="40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endParaRPr>
          </a:p>
        </p:txBody>
      </p:sp>
      <p:sp>
        <p:nvSpPr>
          <p:cNvPr id="3" name="内容占位符 2"/>
          <p:cNvSpPr>
            <a:spLocks noGrp="1"/>
          </p:cNvSpPr>
          <p:nvPr>
            <p:ph idx="1"/>
          </p:nvPr>
        </p:nvSpPr>
        <p:spPr>
          <a:xfrm>
            <a:off x="457200" y="850900"/>
            <a:ext cx="8229600" cy="514350"/>
          </a:xfrm>
          <a:ln/>
        </p:spPr>
        <p:txBody>
          <a:bodyPr vert="horz" wrap="square" lIns="91440" tIns="45720" rIns="91440" bIns="45720" anchor="t" anchorCtr="0"/>
          <a:p>
            <a:pPr algn="ctr" eaLnBrk="1" hangingPunct="1">
              <a:lnSpc>
                <a:spcPct val="90000"/>
              </a:lnSpc>
            </a:pPr>
            <a:r>
              <a:rPr lang="zh-CN" altLang="en-US" sz="2800" b="1" dirty="0">
                <a:solidFill>
                  <a:srgbClr val="4B14AA"/>
                </a:solidFill>
              </a:rPr>
              <a:t>取其精华　去其糟粕　批判继承　古为今用</a:t>
            </a:r>
            <a:endParaRPr lang="en-US" altLang="zh-CN" sz="2800" b="1" dirty="0">
              <a:solidFill>
                <a:srgbClr val="4B14AA"/>
              </a:solidFill>
            </a:endParaRPr>
          </a:p>
        </p:txBody>
      </p:sp>
      <p:graphicFrame>
        <p:nvGraphicFramePr>
          <p:cNvPr id="4" name="图示 3"/>
          <p:cNvGraphicFramePr/>
          <p:nvPr/>
        </p:nvGraphicFramePr>
        <p:xfrm>
          <a:off x="142844" y="928676"/>
          <a:ext cx="7929618"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
                                            <p:txEl>
                                              <p:charRg st="0" end="20"/>
                                            </p:txEl>
                                          </p:spTgt>
                                        </p:tgtEl>
                                        <p:attrNameLst>
                                          <p:attrName>style.visibility</p:attrName>
                                        </p:attrNameLst>
                                      </p:cBhvr>
                                      <p:to>
                                        <p:strVal val="visible"/>
                                      </p:to>
                                    </p:set>
                                    <p:animEffect transition="in" filter="strips(downLeft)">
                                      <p:cBhvr>
                                        <p:cTn id="7" dur="500"/>
                                        <p:tgtEl>
                                          <p:spTgt spid="3">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4" presetClass="entr" presetSubtype="0" accel="10000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strVal val="#ppt_w*0.05"/>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anim calcmode="lin" valueType="num">
                                      <p:cBhvr>
                                        <p:cTn id="14" dur="500" fill="hold"/>
                                        <p:tgtEl>
                                          <p:spTgt spid="4"/>
                                        </p:tgtEl>
                                        <p:attrNameLst>
                                          <p:attrName>ppt_x</p:attrName>
                                        </p:attrNameLst>
                                      </p:cBhvr>
                                      <p:tavLst>
                                        <p:tav tm="0">
                                          <p:val>
                                            <p:strVal val="#ppt_x-.2"/>
                                          </p:val>
                                        </p:tav>
                                        <p:tav tm="100000">
                                          <p:val>
                                            <p:strVal val="#ppt_x"/>
                                          </p:val>
                                        </p:tav>
                                      </p:tavLst>
                                    </p:anim>
                                    <p:anim calcmode="lin" valueType="num">
                                      <p:cBhvr>
                                        <p:cTn id="15" dur="500" fill="hold"/>
                                        <p:tgtEl>
                                          <p:spTgt spid="4"/>
                                        </p:tgtEl>
                                        <p:attrNameLst>
                                          <p:attrName>ppt_y</p:attrName>
                                        </p:attrNameLst>
                                      </p:cBhvr>
                                      <p:tavLst>
                                        <p:tav tm="0">
                                          <p:val>
                                            <p:strVal val="#ppt_y"/>
                                          </p:val>
                                        </p:tav>
                                        <p:tav tm="100000">
                                          <p:val>
                                            <p:strVal val="#ppt_y"/>
                                          </p:val>
                                        </p:tav>
                                      </p:tavLst>
                                    </p:anim>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98306" name="Rectangle 2"/>
          <p:cNvSpPr>
            <a:spLocks noGrp="1" noRot="1" noChangeArrowheads="1"/>
          </p:cNvSpPr>
          <p:nvPr>
            <p:ph type="title"/>
          </p:nvPr>
        </p:nvSpPr>
        <p:spPr>
          <a:xfrm>
            <a:off x="298450" y="-92075"/>
            <a:ext cx="8845550" cy="85725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j-lt"/>
                <a:ea typeface="隶书" panose="02010509060101010101" pitchFamily="49" charset="-122"/>
                <a:cs typeface="+mj-cs"/>
              </a:rPr>
              <a:t>世界给我十六天，我还世界五千年！</a:t>
            </a:r>
            <a:endParaRPr kumimoji="0" lang="zh-CN" altLang="en-US" sz="4000" b="1" i="0" u="none" strike="noStrike" kern="0" cap="none" spc="0" normalizeH="0" baseline="0" noProof="0" smtClean="0">
              <a:ln>
                <a:noFill/>
              </a:ln>
              <a:solidFill>
                <a:schemeClr val="tx1"/>
              </a:solidFill>
              <a:effectLst>
                <a:outerShdw blurRad="38100" dist="38100" dir="2700000" algn="tl">
                  <a:srgbClr val="C0C0C0"/>
                </a:outerShdw>
              </a:effectLst>
              <a:uLnTx/>
              <a:uFillTx/>
              <a:latin typeface="+mj-lt"/>
              <a:ea typeface="隶书" panose="02010509060101010101" pitchFamily="49" charset="-122"/>
              <a:cs typeface="+mj-cs"/>
            </a:endParaRPr>
          </a:p>
        </p:txBody>
      </p:sp>
      <p:pic>
        <p:nvPicPr>
          <p:cNvPr id="22531" name="Picture 3" descr="00114320b12808224b2901"/>
          <p:cNvPicPr>
            <a:picLocks noChangeAspect="1"/>
          </p:cNvPicPr>
          <p:nvPr/>
        </p:nvPicPr>
        <p:blipFill>
          <a:blip r:embed="rId1"/>
          <a:stretch>
            <a:fillRect/>
          </a:stretch>
        </p:blipFill>
        <p:spPr>
          <a:xfrm>
            <a:off x="0" y="915988"/>
            <a:ext cx="3779838" cy="2911475"/>
          </a:xfrm>
          <a:prstGeom prst="rect">
            <a:avLst/>
          </a:prstGeom>
          <a:noFill/>
          <a:ln w="9525">
            <a:noFill/>
          </a:ln>
        </p:spPr>
      </p:pic>
      <p:sp>
        <p:nvSpPr>
          <p:cNvPr id="22532" name="Rectangle 4"/>
          <p:cNvSpPr/>
          <p:nvPr/>
        </p:nvSpPr>
        <p:spPr>
          <a:xfrm>
            <a:off x="3995738" y="1203325"/>
            <a:ext cx="4968875" cy="2473325"/>
          </a:xfrm>
          <a:prstGeom prst="rect">
            <a:avLst/>
          </a:prstGeom>
          <a:noFill/>
          <a:ln w="9525">
            <a:noFill/>
          </a:ln>
        </p:spPr>
        <p:txBody>
          <a:bodyPr anchor="ctr" anchorCtr="0">
            <a:spAutoFit/>
          </a:bodyPr>
          <a:p>
            <a:pPr eaLnBrk="0" hangingPunct="0"/>
            <a:r>
              <a:rPr lang="zh-CN" altLang="en-US" sz="2600" b="1" dirty="0">
                <a:latin typeface="Arial" panose="020B0604020202020204" pitchFamily="34" charset="0"/>
              </a:rPr>
              <a:t>       在这个全世界数亿双眼睛紧紧盯着的舞台上，我们是怎样让世界了解北京，了解中国？怎样通过短短的一个开幕式，</a:t>
            </a:r>
            <a:r>
              <a:rPr lang="zh-CN" altLang="en-US" sz="2600" b="1" dirty="0">
                <a:solidFill>
                  <a:srgbClr val="FF0000"/>
                </a:solidFill>
                <a:latin typeface="Arial" panose="020B0604020202020204" pitchFamily="34" charset="0"/>
              </a:rPr>
              <a:t>向世界奉献一个五千年的印记，</a:t>
            </a:r>
            <a:r>
              <a:rPr lang="zh-CN" altLang="en-US" sz="2600" b="1" dirty="0">
                <a:latin typeface="Arial" panose="020B0604020202020204" pitchFamily="34" charset="0"/>
              </a:rPr>
              <a:t>一个永不磨灭的经典回忆？</a:t>
            </a:r>
            <a:endParaRPr lang="zh-CN" altLang="en-US" sz="2600" b="1" dirty="0">
              <a:latin typeface="Arial" panose="020B0604020202020204" pitchFamily="34" charset="0"/>
            </a:endParaRPr>
          </a:p>
        </p:txBody>
      </p:sp>
      <p:sp>
        <p:nvSpPr>
          <p:cNvPr id="98309" name="WordArt 5">
            <a:hlinkClick r:id="rId2" action="ppaction://hlinkfile"/>
          </p:cNvPr>
          <p:cNvSpPr>
            <a:spLocks noChangeArrowheads="1" noChangeShapeType="1" noTextEdit="1"/>
          </p:cNvSpPr>
          <p:nvPr/>
        </p:nvSpPr>
        <p:spPr bwMode="auto">
          <a:xfrm>
            <a:off x="1042988" y="4156075"/>
            <a:ext cx="4248150" cy="647700"/>
          </a:xfrm>
          <a:prstGeom prst="rect">
            <a:avLst/>
          </a:prstGeom>
        </p:spPr>
        <p:txBody>
          <a:bodyPr wrap="none" numCol="1"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0" cap="none" spc="0" normalizeH="0" baseline="0" noProof="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uLnTx/>
                <a:uFillTx/>
                <a:latin typeface="华文行楷" panose="02010800040101010101" pitchFamily="2" charset="-122"/>
                <a:ea typeface="华文行楷" panose="02010800040101010101" pitchFamily="2" charset="-122"/>
                <a:cs typeface="+mn-cs"/>
              </a:rPr>
              <a:t>回顾精彩的瞬间</a:t>
            </a:r>
            <a:r>
              <a:rPr kumimoji="0" lang="en-US" altLang="zh-CN" sz="3600" b="1" i="0" u="none" strike="noStrike" kern="10" cap="none" spc="0" normalizeH="0" baseline="0" noProof="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uLnTx/>
                <a:uFillTx/>
                <a:latin typeface="华文行楷" panose="02010800040101010101" pitchFamily="2" charset="-122"/>
                <a:ea typeface="华文行楷" panose="02010800040101010101" pitchFamily="2" charset="-122"/>
                <a:cs typeface="+mn-cs"/>
              </a:rPr>
              <a:t>……</a:t>
            </a:r>
            <a:endParaRPr kumimoji="0" lang="zh-CN" altLang="en-US" sz="3600" b="1" i="0" u="none" strike="noStrike" kern="10" cap="none" spc="0" normalizeH="0" baseline="0" noProof="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uLnTx/>
              <a:uFillTx/>
              <a:latin typeface="华文行楷" panose="02010800040101010101" pitchFamily="2" charset="-122"/>
              <a:ea typeface="华文行楷" panose="02010800040101010101" pitchFamily="2" charset="-122"/>
              <a:cs typeface="+mn-cs"/>
            </a:endParaRPr>
          </a:p>
        </p:txBody>
      </p:sp>
      <p:sp>
        <p:nvSpPr>
          <p:cNvPr id="22534" name="AutoShape 6">
            <a:hlinkClick r:id="rId3" action="ppaction://hlinkfile"/>
          </p:cNvPr>
          <p:cNvSpPr/>
          <p:nvPr/>
        </p:nvSpPr>
        <p:spPr>
          <a:xfrm>
            <a:off x="8459788" y="4587875"/>
            <a:ext cx="381000" cy="285750"/>
          </a:xfrm>
          <a:prstGeom prst="smileyFace">
            <a:avLst>
              <a:gd name="adj" fmla="val 4653"/>
            </a:avLst>
          </a:prstGeom>
          <a:noFill/>
          <a:ln w="19050" cap="flat" cmpd="sng">
            <a:solidFill>
              <a:schemeClr val="tx2"/>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4294967295"/>
          </p:nvPr>
        </p:nvSpPr>
        <p:spPr>
          <a:xfrm>
            <a:off x="285750" y="206375"/>
            <a:ext cx="8229600" cy="857250"/>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正确对待传统文化的意义</a:t>
            </a:r>
            <a:endParaRPr kumimoji="0" lang="zh-CN" altLang="en-US" sz="3600" b="1"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endParaRPr>
          </a:p>
        </p:txBody>
      </p:sp>
      <p:sp>
        <p:nvSpPr>
          <p:cNvPr id="3" name="内容占位符 2"/>
          <p:cNvSpPr>
            <a:spLocks noGrp="1"/>
          </p:cNvSpPr>
          <p:nvPr>
            <p:ph idx="1"/>
          </p:nvPr>
        </p:nvSpPr>
        <p:spPr>
          <a:ln/>
        </p:spPr>
        <p:txBody>
          <a:bodyPr vert="horz" wrap="square" lIns="91440" tIns="45720" rIns="91440" bIns="45720" anchor="t" anchorCtr="0"/>
          <a:p>
            <a:pPr eaLnBrk="1" hangingPunct="1"/>
            <a:r>
              <a:rPr lang="zh-CN" altLang="en-US" sz="2400" b="1" dirty="0"/>
              <a:t>一个国家只有</a:t>
            </a:r>
            <a:r>
              <a:rPr lang="zh-CN" altLang="en-US" sz="2400" b="1" dirty="0">
                <a:solidFill>
                  <a:srgbClr val="4B14AA"/>
                </a:solidFill>
              </a:rPr>
              <a:t>发挥传统文化的积极作用</a:t>
            </a:r>
            <a:r>
              <a:rPr lang="zh-CN" altLang="en-US" sz="2400" b="1" dirty="0"/>
              <a:t>，克服传统文化的消极作用，</a:t>
            </a:r>
            <a:r>
              <a:rPr lang="zh-CN" altLang="en-US" sz="2400" b="1" dirty="0">
                <a:solidFill>
                  <a:srgbClr val="4B14AA"/>
                </a:solidFill>
              </a:rPr>
              <a:t>才能兴旺发达</a:t>
            </a:r>
            <a:r>
              <a:rPr lang="zh-CN" altLang="en-US" sz="2400" b="1" dirty="0"/>
              <a:t>。</a:t>
            </a:r>
            <a:endParaRPr lang="en-US" altLang="zh-CN" sz="2400" b="1" dirty="0"/>
          </a:p>
          <a:p>
            <a:pPr eaLnBrk="1" hangingPunct="1"/>
            <a:endParaRPr lang="en-US" altLang="zh-CN" sz="2400" b="1" dirty="0"/>
          </a:p>
          <a:p>
            <a:pPr eaLnBrk="1" hangingPunct="1"/>
            <a:r>
              <a:rPr lang="zh-CN" altLang="en-US" sz="2400" b="1" dirty="0"/>
              <a:t>一个人只有</a:t>
            </a:r>
            <a:r>
              <a:rPr lang="zh-CN" altLang="en-US" sz="2400" b="1" dirty="0">
                <a:solidFill>
                  <a:srgbClr val="4B14AA"/>
                </a:solidFill>
              </a:rPr>
              <a:t>正确对待传统文化的影响</a:t>
            </a:r>
            <a:r>
              <a:rPr lang="zh-CN" altLang="en-US" sz="2400" b="1" dirty="0"/>
              <a:t>，才能使自己</a:t>
            </a:r>
            <a:r>
              <a:rPr lang="zh-CN" altLang="en-US" sz="2400" b="1" dirty="0">
                <a:solidFill>
                  <a:srgbClr val="4B14AA"/>
                </a:solidFill>
              </a:rPr>
              <a:t>自由全面地发展</a:t>
            </a:r>
            <a:r>
              <a:rPr lang="zh-CN" altLang="en-US" sz="2400" b="1" dirty="0"/>
              <a:t>，更好地创造新生活</a:t>
            </a:r>
            <a:endParaRPr lang="zh-CN" altLang="en-US" sz="2400" b="1"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3">
                                            <p:txEl>
                                              <p:charRg st="0" end="38"/>
                                            </p:txEl>
                                          </p:spTgt>
                                        </p:tgtEl>
                                        <p:attrNameLst>
                                          <p:attrName>style.visibility</p:attrName>
                                        </p:attrNameLst>
                                      </p:cBhvr>
                                      <p:to>
                                        <p:strVal val="visible"/>
                                      </p:to>
                                    </p:set>
                                    <p:animEffect transition="in" filter="strips(downLeft)">
                                      <p:cBhvr>
                                        <p:cTn id="7" dur="500"/>
                                        <p:tgtEl>
                                          <p:spTgt spid="3">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
                                            <p:txEl>
                                              <p:charRg st="39" end="78"/>
                                            </p:txEl>
                                          </p:spTgt>
                                        </p:tgtEl>
                                        <p:attrNameLst>
                                          <p:attrName>style.visibility</p:attrName>
                                        </p:attrNameLst>
                                      </p:cBhvr>
                                      <p:to>
                                        <p:strVal val="visible"/>
                                      </p:to>
                                    </p:set>
                                    <p:animEffect transition="in" filter="strips(downLeft)">
                                      <p:cBhvr>
                                        <p:cTn id="12" dur="500"/>
                                        <p:tgtEl>
                                          <p:spTgt spid="3">
                                            <p:txEl>
                                              <p:charRg st="39" end="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idx="4294967295"/>
          </p:nvPr>
        </p:nvSpPr>
        <p:spPr>
          <a:xfrm>
            <a:off x="142875" y="-142875"/>
            <a:ext cx="8229600" cy="857250"/>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1" i="0" u="none" strike="noStrike" kern="1200" cap="none" spc="0" normalizeH="0" baseline="0" noProof="0" dirty="0">
                <a:ln>
                  <a:noFill/>
                </a:ln>
                <a:solidFill>
                  <a:schemeClr val="accent6"/>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传统思想</a:t>
            </a:r>
            <a:r>
              <a:rPr kumimoji="0" lang="zh-CN" altLang="en-US" sz="36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中的</a:t>
            </a:r>
            <a:r>
              <a:rPr kumimoji="0" lang="zh-CN" altLang="en-US" sz="3600" b="1" i="0" u="none" strike="noStrike" kern="1200" cap="none" spc="0" normalizeH="0" baseline="0" noProof="0" dirty="0">
                <a:ln>
                  <a:noFill/>
                </a:ln>
                <a:solidFill>
                  <a:schemeClr val="accent6"/>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精华</a:t>
            </a:r>
            <a:r>
              <a:rPr kumimoji="0" lang="zh-CN" altLang="en-US" sz="36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与糟粕</a:t>
            </a:r>
            <a:endParaRPr kumimoji="0" lang="zh-CN" altLang="en-US" sz="36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endParaRPr>
          </a:p>
        </p:txBody>
      </p:sp>
      <p:sp>
        <p:nvSpPr>
          <p:cNvPr id="24579" name="内容占位符 2"/>
          <p:cNvSpPr>
            <a:spLocks noGrp="1"/>
          </p:cNvSpPr>
          <p:nvPr>
            <p:ph idx="1"/>
          </p:nvPr>
        </p:nvSpPr>
        <p:spPr>
          <a:xfrm>
            <a:off x="385763" y="500063"/>
            <a:ext cx="8543925" cy="4429125"/>
          </a:xfrm>
          <a:ln/>
        </p:spPr>
        <p:txBody>
          <a:bodyPr vert="horz" wrap="square" lIns="91440" tIns="45720" rIns="91440" bIns="45720" anchor="t" anchorCtr="0"/>
          <a:p>
            <a:pPr eaLnBrk="1" hangingPunct="1">
              <a:lnSpc>
                <a:spcPct val="170000"/>
              </a:lnSpc>
            </a:pPr>
            <a:r>
              <a:rPr lang="zh-CN" altLang="en-US" sz="1800" b="1" dirty="0">
                <a:latin typeface="幼圆" panose="02010509060101010101" pitchFamily="49" charset="-122"/>
                <a:ea typeface="幼圆" panose="02010509060101010101" pitchFamily="49" charset="-122"/>
              </a:rPr>
              <a:t>我们民族的传统文化，在不少方面不能说只是封建主义的产物，它们是人们从长期实际生活经验中概括出来的，深深地影响着我们民族精神的形成，是中华民族之所以能几千年生存发展、没有中断而在今天又能重新复兴的重要原因。</a:t>
            </a:r>
            <a:endParaRPr lang="en-US" altLang="zh-CN" sz="1800" b="1" dirty="0">
              <a:latin typeface="幼圆" panose="02010509060101010101" pitchFamily="49" charset="-122"/>
              <a:ea typeface="幼圆" panose="02010509060101010101" pitchFamily="49" charset="-122"/>
            </a:endParaRPr>
          </a:p>
          <a:p>
            <a:pPr eaLnBrk="1" hangingPunct="1">
              <a:lnSpc>
                <a:spcPct val="170000"/>
              </a:lnSpc>
            </a:pPr>
            <a:r>
              <a:rPr lang="zh-CN" altLang="en-US" sz="2400" b="1" dirty="0">
                <a:solidFill>
                  <a:srgbClr val="4B14AA"/>
                </a:solidFill>
                <a:latin typeface="幼圆" panose="02010509060101010101" pitchFamily="49" charset="-122"/>
                <a:ea typeface="幼圆" panose="02010509060101010101" pitchFamily="49" charset="-122"/>
              </a:rPr>
              <a:t>崇尚民族气节</a:t>
            </a:r>
            <a:endParaRPr lang="en-US" altLang="zh-CN" sz="2400" b="1" dirty="0">
              <a:solidFill>
                <a:srgbClr val="4B14AA"/>
              </a:solidFill>
              <a:latin typeface="幼圆" panose="02010509060101010101" pitchFamily="49" charset="-122"/>
              <a:ea typeface="幼圆" panose="02010509060101010101" pitchFamily="49" charset="-122"/>
            </a:endParaRPr>
          </a:p>
          <a:p>
            <a:pPr eaLnBrk="1" hangingPunct="1">
              <a:lnSpc>
                <a:spcPct val="170000"/>
              </a:lnSpc>
            </a:pPr>
            <a:r>
              <a:rPr lang="zh-CN" altLang="en-US" sz="1800" b="1" dirty="0">
                <a:latin typeface="幼圆" panose="02010509060101010101" pitchFamily="49" charset="-122"/>
                <a:ea typeface="幼圆" panose="02010509060101010101" pitchFamily="49" charset="-122"/>
              </a:rPr>
              <a:t>“天下兴亡，匹夫有责”“苟利国家生死以，岂因祸福避趋之”；</a:t>
            </a:r>
            <a:endParaRPr lang="zh-CN" altLang="en-US" sz="1800" b="1" dirty="0">
              <a:latin typeface="幼圆" panose="02010509060101010101" pitchFamily="49" charset="-122"/>
              <a:ea typeface="幼圆" panose="02010509060101010101" pitchFamily="49" charset="-122"/>
            </a:endParaRPr>
          </a:p>
          <a:p>
            <a:pPr eaLnBrk="1" hangingPunct="1">
              <a:lnSpc>
                <a:spcPct val="170000"/>
              </a:lnSpc>
            </a:pPr>
            <a:r>
              <a:rPr lang="zh-CN" altLang="en-US" sz="2400" b="1" dirty="0">
                <a:solidFill>
                  <a:srgbClr val="4B14AA"/>
                </a:solidFill>
                <a:latin typeface="幼圆" panose="02010509060101010101" pitchFamily="49" charset="-122"/>
                <a:ea typeface="幼圆" panose="02010509060101010101" pitchFamily="49" charset="-122"/>
              </a:rPr>
              <a:t>对自己</a:t>
            </a:r>
            <a:endParaRPr lang="en-US" altLang="zh-CN" sz="2400" b="1" dirty="0">
              <a:solidFill>
                <a:srgbClr val="4B14AA"/>
              </a:solidFill>
              <a:latin typeface="幼圆" panose="02010509060101010101" pitchFamily="49" charset="-122"/>
              <a:ea typeface="幼圆" panose="02010509060101010101" pitchFamily="49" charset="-122"/>
            </a:endParaRPr>
          </a:p>
          <a:p>
            <a:pPr eaLnBrk="1" hangingPunct="1">
              <a:lnSpc>
                <a:spcPct val="170000"/>
              </a:lnSpc>
            </a:pPr>
            <a:r>
              <a:rPr lang="zh-CN" altLang="en-US" sz="1800" b="1" dirty="0">
                <a:latin typeface="幼圆" panose="02010509060101010101" pitchFamily="49" charset="-122"/>
                <a:ea typeface="幼圆" panose="02010509060101010101" pitchFamily="49" charset="-122"/>
              </a:rPr>
              <a:t>“自强不息”，“先天下之忧而忧，后天下之乐而乐”</a:t>
            </a:r>
            <a:endParaRPr lang="en-US" altLang="zh-CN" sz="1800" b="1" dirty="0">
              <a:latin typeface="幼圆" panose="02010509060101010101" pitchFamily="49" charset="-122"/>
              <a:ea typeface="幼圆" panose="02010509060101010101" pitchFamily="49" charset="-122"/>
            </a:endParaRPr>
          </a:p>
          <a:p>
            <a:pPr eaLnBrk="1" hangingPunct="1">
              <a:lnSpc>
                <a:spcPct val="170000"/>
              </a:lnSpc>
            </a:pPr>
            <a:r>
              <a:rPr lang="zh-CN" altLang="en-US" sz="1800" b="1" dirty="0">
                <a:latin typeface="幼圆" panose="02010509060101010101" pitchFamily="49" charset="-122"/>
                <a:ea typeface="幼圆" panose="02010509060101010101" pitchFamily="49" charset="-122"/>
              </a:rPr>
              <a:t>“三省吾身”，诚信，廉洁奉公，“慎独”；</a:t>
            </a:r>
            <a:endParaRPr lang="zh-CN" altLang="en-US" sz="1800" b="1" dirty="0">
              <a:latin typeface="幼圆" panose="02010509060101010101" pitchFamily="49" charset="-122"/>
              <a:ea typeface="幼圆" panose="02010509060101010101" pitchFamily="49" charset="-122"/>
            </a:endParaRPr>
          </a:p>
        </p:txBody>
      </p:sp>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内容占位符 2"/>
          <p:cNvSpPr>
            <a:spLocks noGrp="1"/>
          </p:cNvSpPr>
          <p:nvPr>
            <p:ph idx="1"/>
          </p:nvPr>
        </p:nvSpPr>
        <p:spPr>
          <a:xfrm>
            <a:off x="457200" y="714375"/>
            <a:ext cx="8229600" cy="4143375"/>
          </a:xfrm>
          <a:ln/>
        </p:spPr>
        <p:txBody>
          <a:bodyPr vert="horz" wrap="square" lIns="91440" tIns="45720" rIns="91440" bIns="45720" anchor="t" anchorCtr="0"/>
          <a:p>
            <a:pPr eaLnBrk="1" hangingPunct="1">
              <a:lnSpc>
                <a:spcPct val="170000"/>
              </a:lnSpc>
            </a:pPr>
            <a:r>
              <a:rPr lang="zh-CN" altLang="en-US" sz="2100" b="1" dirty="0">
                <a:solidFill>
                  <a:srgbClr val="0000CC"/>
                </a:solidFill>
                <a:latin typeface="幼圆" panose="02010509060101010101" pitchFamily="49" charset="-122"/>
                <a:ea typeface="幼圆" panose="02010509060101010101" pitchFamily="49" charset="-122"/>
              </a:rPr>
              <a:t>对别人</a:t>
            </a:r>
            <a:endParaRPr lang="en-US" altLang="zh-CN" sz="2100" b="1" dirty="0">
              <a:solidFill>
                <a:srgbClr val="0000CC"/>
              </a:solidFill>
              <a:latin typeface="幼圆" panose="02010509060101010101" pitchFamily="49" charset="-122"/>
              <a:ea typeface="幼圆" panose="02010509060101010101" pitchFamily="49" charset="-122"/>
            </a:endParaRPr>
          </a:p>
          <a:p>
            <a:pPr eaLnBrk="1" hangingPunct="1">
              <a:lnSpc>
                <a:spcPct val="170000"/>
              </a:lnSpc>
            </a:pPr>
            <a:r>
              <a:rPr lang="zh-CN" altLang="en-US" sz="1600" b="1" dirty="0">
                <a:latin typeface="幼圆" panose="02010509060101010101" pitchFamily="49" charset="-122"/>
                <a:ea typeface="幼圆" panose="02010509060101010101" pitchFamily="49" charset="-122"/>
              </a:rPr>
              <a:t>“己所不欲，勿施于人”，“己欲立而立人，己欲达而达人”</a:t>
            </a:r>
            <a:endParaRPr lang="en-US" altLang="zh-CN" sz="1600" b="1" dirty="0">
              <a:latin typeface="幼圆" panose="02010509060101010101" pitchFamily="49" charset="-122"/>
              <a:ea typeface="幼圆" panose="02010509060101010101" pitchFamily="49" charset="-122"/>
            </a:endParaRPr>
          </a:p>
          <a:p>
            <a:pPr eaLnBrk="1" hangingPunct="1">
              <a:lnSpc>
                <a:spcPct val="170000"/>
              </a:lnSpc>
            </a:pPr>
            <a:r>
              <a:rPr lang="zh-CN" altLang="en-US" sz="1600" b="1" dirty="0">
                <a:latin typeface="幼圆" panose="02010509060101010101" pitchFamily="49" charset="-122"/>
                <a:ea typeface="幼圆" panose="02010509060101010101" pitchFamily="49" charset="-122"/>
              </a:rPr>
              <a:t>“和而不同”，“三人行，必有我师焉”；</a:t>
            </a:r>
            <a:endParaRPr lang="zh-CN" altLang="en-US" sz="1600" b="1" dirty="0">
              <a:latin typeface="幼圆" panose="02010509060101010101" pitchFamily="49" charset="-122"/>
              <a:ea typeface="幼圆" panose="02010509060101010101" pitchFamily="49" charset="-122"/>
            </a:endParaRPr>
          </a:p>
          <a:p>
            <a:pPr eaLnBrk="1" hangingPunct="1">
              <a:lnSpc>
                <a:spcPct val="170000"/>
              </a:lnSpc>
            </a:pPr>
            <a:r>
              <a:rPr lang="zh-CN" altLang="en-US" sz="2100" b="1" dirty="0">
                <a:solidFill>
                  <a:srgbClr val="0000CC"/>
                </a:solidFill>
                <a:latin typeface="幼圆" panose="02010509060101010101" pitchFamily="49" charset="-122"/>
                <a:ea typeface="幼圆" panose="02010509060101010101" pitchFamily="49" charset="-122"/>
              </a:rPr>
              <a:t>看待周围的事物</a:t>
            </a:r>
            <a:endParaRPr lang="en-US" altLang="zh-CN" sz="2100" b="1" dirty="0">
              <a:solidFill>
                <a:srgbClr val="0000CC"/>
              </a:solidFill>
              <a:latin typeface="幼圆" panose="02010509060101010101" pitchFamily="49" charset="-122"/>
              <a:ea typeface="幼圆" panose="02010509060101010101" pitchFamily="49" charset="-122"/>
            </a:endParaRPr>
          </a:p>
          <a:p>
            <a:pPr eaLnBrk="1" hangingPunct="1">
              <a:lnSpc>
                <a:spcPct val="170000"/>
              </a:lnSpc>
            </a:pPr>
            <a:r>
              <a:rPr lang="zh-CN" altLang="en-US" sz="1600" b="1" dirty="0">
                <a:latin typeface="幼圆" panose="02010509060101010101" pitchFamily="49" charset="-122"/>
                <a:ea typeface="幼圆" panose="02010509060101010101" pitchFamily="49" charset="-122"/>
              </a:rPr>
              <a:t>“天道有常”，“物极必反”，“否极泰来”，“祸兮福之所倚，福兮祸之所伏”；</a:t>
            </a:r>
            <a:endParaRPr lang="en-US" altLang="zh-CN" sz="1600" b="1" dirty="0">
              <a:latin typeface="幼圆" panose="02010509060101010101" pitchFamily="49" charset="-122"/>
              <a:ea typeface="幼圆" panose="02010509060101010101" pitchFamily="49" charset="-122"/>
            </a:endParaRPr>
          </a:p>
          <a:p>
            <a:pPr eaLnBrk="1" hangingPunct="1">
              <a:lnSpc>
                <a:spcPct val="170000"/>
              </a:lnSpc>
            </a:pPr>
            <a:r>
              <a:rPr lang="zh-CN" altLang="en-US" sz="2100" b="1" dirty="0">
                <a:solidFill>
                  <a:srgbClr val="0000CC"/>
                </a:solidFill>
                <a:latin typeface="幼圆" panose="02010509060101010101" pitchFamily="49" charset="-122"/>
                <a:ea typeface="幼圆" panose="02010509060101010101" pitchFamily="49" charset="-122"/>
              </a:rPr>
              <a:t>民间谚语中</a:t>
            </a:r>
            <a:endParaRPr lang="en-US" altLang="zh-CN" sz="2100" b="1" dirty="0">
              <a:solidFill>
                <a:srgbClr val="0000CC"/>
              </a:solidFill>
              <a:latin typeface="幼圆" panose="02010509060101010101" pitchFamily="49" charset="-122"/>
              <a:ea typeface="幼圆" panose="02010509060101010101" pitchFamily="49" charset="-122"/>
            </a:endParaRPr>
          </a:p>
          <a:p>
            <a:pPr eaLnBrk="1" hangingPunct="1">
              <a:lnSpc>
                <a:spcPct val="170000"/>
              </a:lnSpc>
            </a:pPr>
            <a:r>
              <a:rPr lang="zh-CN" altLang="en-US" sz="1600" b="1" dirty="0">
                <a:latin typeface="幼圆" panose="02010509060101010101" pitchFamily="49" charset="-122"/>
                <a:ea typeface="幼圆" panose="02010509060101010101" pitchFamily="49" charset="-122"/>
              </a:rPr>
              <a:t>“人穷志不穷”、“书到用时方恨少，事非经过不知难”</a:t>
            </a:r>
            <a:endParaRPr lang="en-US" altLang="zh-CN" sz="1600" b="1" dirty="0">
              <a:latin typeface="幼圆" panose="02010509060101010101" pitchFamily="49" charset="-122"/>
              <a:ea typeface="幼圆" panose="02010509060101010101" pitchFamily="49" charset="-122"/>
            </a:endParaRPr>
          </a:p>
          <a:p>
            <a:pPr eaLnBrk="1" hangingPunct="1">
              <a:lnSpc>
                <a:spcPct val="170000"/>
              </a:lnSpc>
            </a:pPr>
            <a:r>
              <a:rPr lang="zh-CN" altLang="en-US" sz="1600" b="1" dirty="0">
                <a:latin typeface="幼圆" panose="02010509060101010101" pitchFamily="49" charset="-122"/>
                <a:ea typeface="幼圆" panose="02010509060101010101" pitchFamily="49" charset="-122"/>
              </a:rPr>
              <a:t>“将心比心”、“一言既出，驷马难追”</a:t>
            </a:r>
            <a:endParaRPr lang="zh-CN" altLang="en-US" sz="1600" b="1" dirty="0">
              <a:latin typeface="幼圆" panose="02010509060101010101" pitchFamily="49" charset="-122"/>
              <a:ea typeface="幼圆" panose="02010509060101010101" pitchFamily="49" charset="-122"/>
            </a:endParaRPr>
          </a:p>
        </p:txBody>
      </p:sp>
      <p:sp>
        <p:nvSpPr>
          <p:cNvPr id="4" name="标题 1"/>
          <p:cNvSpPr>
            <a:spLocks noGrp="1"/>
          </p:cNvSpPr>
          <p:nvPr>
            <p:ph type="title" idx="4294967295"/>
          </p:nvPr>
        </p:nvSpPr>
        <p:spPr>
          <a:xfrm>
            <a:off x="71438" y="71438"/>
            <a:ext cx="8229600" cy="857250"/>
          </a:xfrm>
        </p:spPr>
        <p:txBody>
          <a:bodyPr vert="horz" wrap="square" lIns="91440" tIns="45720" rIns="91440" bIns="45720" numCol="1" rtlCol="0" anchor="ctr" anchorCtr="0" compatLnSpc="1">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传统思想</a:t>
            </a:r>
            <a:r>
              <a:rPr kumimoji="0" lang="zh-CN" altLang="en-US" sz="36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中的</a:t>
            </a:r>
            <a:r>
              <a:rPr kumimoji="0" lang="zh-CN" altLang="en-US" sz="3600" b="0" i="0" u="none" strike="noStrike" kern="1200" cap="none" spc="0" normalizeH="0" baseline="0" noProof="0" dirty="0">
                <a:ln>
                  <a:noFill/>
                </a:ln>
                <a:solidFill>
                  <a:srgbClr val="0000CC"/>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精华</a:t>
            </a:r>
            <a:r>
              <a:rPr kumimoji="0" lang="zh-CN" altLang="en-US" sz="36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rPr>
              <a:t>与糟粕</a:t>
            </a:r>
            <a:endParaRPr kumimoji="0" lang="zh-CN" altLang="en-US" sz="3600" b="0"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华文隶书" panose="02010800040101010101" pitchFamily="2" charset="-122"/>
              <a:ea typeface="华文隶书" panose="02010800040101010101" pitchFamily="2" charset="-122"/>
              <a:cs typeface="+mj-cs"/>
            </a:endParaRPr>
          </a:p>
        </p:txBody>
      </p:sp>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内容占位符 2"/>
          <p:cNvSpPr>
            <a:spLocks noGrp="1"/>
          </p:cNvSpPr>
          <p:nvPr>
            <p:ph idx="1"/>
          </p:nvPr>
        </p:nvSpPr>
        <p:spPr>
          <a:xfrm>
            <a:off x="457200" y="857250"/>
            <a:ext cx="8401050" cy="4143375"/>
          </a:xfrm>
          <a:ln/>
        </p:spPr>
        <p:txBody>
          <a:bodyPr vert="horz" wrap="square" lIns="91440" tIns="45720" rIns="91440" bIns="45720" anchor="t" anchorCtr="0"/>
          <a:p>
            <a:pPr eaLnBrk="1" hangingPunct="1">
              <a:lnSpc>
                <a:spcPct val="170000"/>
              </a:lnSpc>
            </a:pPr>
            <a:r>
              <a:rPr lang="zh-CN" altLang="en-US" sz="1800" b="1" dirty="0">
                <a:latin typeface="幼圆" panose="02010509060101010101" pitchFamily="49" charset="-122"/>
                <a:ea typeface="幼圆" panose="02010509060101010101" pitchFamily="49" charset="-122"/>
              </a:rPr>
              <a:t>毋庸讳言，中国传统文化作为一个复杂的系统，在其数千年的发展中，也逐渐积淀了某些不良因素，已经成为社会发展的阻力。例如，</a:t>
            </a:r>
            <a:r>
              <a:rPr lang="zh-CN" altLang="en-US" sz="1800" b="1" dirty="0">
                <a:solidFill>
                  <a:srgbClr val="4B14AA"/>
                </a:solidFill>
                <a:latin typeface="幼圆" panose="02010509060101010101" pitchFamily="49" charset="-122"/>
                <a:ea typeface="幼圆" panose="02010509060101010101" pitchFamily="49" charset="-122"/>
              </a:rPr>
              <a:t>个人专断，宗法亲情，道德至上，反对竞争，轻视效率，贬斥利益</a:t>
            </a:r>
            <a:r>
              <a:rPr lang="zh-CN" altLang="en-US" sz="1800" b="1" dirty="0">
                <a:latin typeface="幼圆" panose="02010509060101010101" pitchFamily="49" charset="-122"/>
                <a:ea typeface="幼圆" panose="02010509060101010101" pitchFamily="49" charset="-122"/>
              </a:rPr>
              <a:t>，等等。人们今天当然可以而且应当痛彻地予以批判。但是，即使是这些负面的因素，其表现也是非常中国化的，或者说是非常民族化的。 </a:t>
            </a:r>
            <a:endParaRPr lang="en-US" altLang="zh-CN" sz="1800" b="1" dirty="0">
              <a:latin typeface="幼圆" panose="02010509060101010101" pitchFamily="49" charset="-122"/>
              <a:ea typeface="幼圆" panose="02010509060101010101" pitchFamily="49" charset="-122"/>
            </a:endParaRPr>
          </a:p>
          <a:p>
            <a:pPr eaLnBrk="1" hangingPunct="1">
              <a:lnSpc>
                <a:spcPct val="170000"/>
              </a:lnSpc>
            </a:pPr>
            <a:r>
              <a:rPr lang="zh-CN" altLang="en-US" sz="1800" b="1" dirty="0">
                <a:latin typeface="幼圆" panose="02010509060101010101" pitchFamily="49" charset="-122"/>
                <a:ea typeface="幼圆" panose="02010509060101010101" pitchFamily="49" charset="-122"/>
              </a:rPr>
              <a:t>“</a:t>
            </a:r>
            <a:r>
              <a:rPr lang="zh-CN" altLang="en-US" sz="1800" b="1" dirty="0">
                <a:solidFill>
                  <a:srgbClr val="4B14AA"/>
                </a:solidFill>
                <a:latin typeface="幼圆" panose="02010509060101010101" pitchFamily="49" charset="-122"/>
                <a:ea typeface="幼圆" panose="02010509060101010101" pitchFamily="49" charset="-122"/>
              </a:rPr>
              <a:t>三纲五常</a:t>
            </a:r>
            <a:r>
              <a:rPr lang="zh-CN" altLang="en-US" sz="1800" b="1" dirty="0">
                <a:latin typeface="幼圆" panose="02010509060101010101" pitchFamily="49" charset="-122"/>
                <a:ea typeface="幼圆" panose="02010509060101010101" pitchFamily="49" charset="-122"/>
              </a:rPr>
              <a:t>”便是突出的例子。程朱理学所讲的“</a:t>
            </a:r>
            <a:r>
              <a:rPr lang="zh-CN" altLang="en-US" sz="1800" b="1" dirty="0">
                <a:solidFill>
                  <a:srgbClr val="4B14AA"/>
                </a:solidFill>
                <a:latin typeface="幼圆" panose="02010509060101010101" pitchFamily="49" charset="-122"/>
                <a:ea typeface="幼圆" panose="02010509060101010101" pitchFamily="49" charset="-122"/>
              </a:rPr>
              <a:t>存天理，灭人欲</a:t>
            </a:r>
            <a:r>
              <a:rPr lang="zh-CN" altLang="en-US" sz="1800" b="1" dirty="0">
                <a:latin typeface="幼圆" panose="02010509060101010101" pitchFamily="49" charset="-122"/>
                <a:ea typeface="幼圆" panose="02010509060101010101" pitchFamily="49" charset="-122"/>
              </a:rPr>
              <a:t>”，更是要泯灭个人的合理利益和要求。这些都曾严重束缚中国人的思想，妨碍中国社会的进步。</a:t>
            </a:r>
            <a:endParaRPr lang="en-US" altLang="zh-CN" sz="1800" b="1" dirty="0">
              <a:latin typeface="幼圆" panose="02010509060101010101" pitchFamily="49" charset="-122"/>
              <a:ea typeface="幼圆" panose="02010509060101010101" pitchFamily="49" charset="-122"/>
            </a:endParaRPr>
          </a:p>
          <a:p>
            <a:pPr eaLnBrk="1" hangingPunct="1">
              <a:lnSpc>
                <a:spcPct val="170000"/>
              </a:lnSpc>
            </a:pPr>
            <a:endParaRPr lang="zh-CN" altLang="en-US" sz="1800" b="1" dirty="0">
              <a:latin typeface="幼圆" panose="02010509060101010101" pitchFamily="49" charset="-122"/>
              <a:ea typeface="幼圆" panose="02010509060101010101" pitchFamily="49" charset="-122"/>
            </a:endParaRPr>
          </a:p>
        </p:txBody>
      </p:sp>
      <p:sp>
        <p:nvSpPr>
          <p:cNvPr id="4" name="标题 1"/>
          <p:cNvSpPr txBox="1"/>
          <p:nvPr/>
        </p:nvSpPr>
        <p:spPr>
          <a:xfrm>
            <a:off x="142875" y="0"/>
            <a:ext cx="8229600" cy="857250"/>
          </a:xfrm>
          <a:prstGeom prst="rect">
            <a:avLst/>
          </a:prstGeom>
        </p:spPr>
        <p:txBody>
          <a:bodyPr anchor="ctr">
            <a:normAutofit/>
          </a:bodyPr>
          <a:lstStyle/>
          <a:p>
            <a:pPr marR="0" defTabSz="914400" fontAlgn="auto">
              <a:spcAft>
                <a:spcPts val="0"/>
              </a:spcAft>
              <a:buClrTx/>
              <a:buSzTx/>
              <a:buFontTx/>
              <a:buNone/>
              <a:defRPr/>
            </a:pPr>
            <a:r>
              <a:rPr kumimoji="0" lang="zh-CN" altLang="en-US" sz="3600" b="1" kern="1200" cap="none" spc="0" normalizeH="0" baseline="0" noProof="0" dirty="0">
                <a:solidFill>
                  <a:srgbClr val="0000CC"/>
                </a:solidFill>
                <a:effectLst>
                  <a:outerShdw blurRad="38100" dist="38100" dir="2700000" algn="tl">
                    <a:srgbClr val="000000">
                      <a:alpha val="43137"/>
                    </a:srgbClr>
                  </a:outerShdw>
                </a:effectLst>
                <a:latin typeface="华文隶书" panose="02010800040101010101" pitchFamily="2" charset="-122"/>
                <a:ea typeface="华文隶书" panose="02010800040101010101" pitchFamily="2" charset="-122"/>
                <a:cs typeface="+mj-cs"/>
              </a:rPr>
              <a:t>传统思想</a:t>
            </a:r>
            <a:r>
              <a:rPr kumimoji="0" lang="zh-CN" altLang="en-US" sz="3600" b="1" kern="1200" cap="none" spc="0" normalizeH="0" baseline="0" noProof="0" dirty="0">
                <a:effectLst>
                  <a:outerShdw blurRad="38100" dist="38100" dir="2700000" algn="tl">
                    <a:srgbClr val="000000">
                      <a:alpha val="43137"/>
                    </a:srgbClr>
                  </a:outerShdw>
                </a:effectLst>
                <a:latin typeface="华文隶书" panose="02010800040101010101" pitchFamily="2" charset="-122"/>
                <a:ea typeface="华文隶书" panose="02010800040101010101" pitchFamily="2" charset="-122"/>
                <a:cs typeface="+mj-cs"/>
              </a:rPr>
              <a:t>中的精华与</a:t>
            </a:r>
            <a:r>
              <a:rPr kumimoji="0" lang="zh-CN" altLang="en-US" sz="3600" b="1" kern="1200" cap="none" spc="0" normalizeH="0" baseline="0" noProof="0" dirty="0">
                <a:solidFill>
                  <a:schemeClr val="accent6"/>
                </a:solidFill>
                <a:effectLst>
                  <a:outerShdw blurRad="38100" dist="38100" dir="2700000" algn="tl">
                    <a:srgbClr val="000000">
                      <a:alpha val="43137"/>
                    </a:srgbClr>
                  </a:outerShdw>
                </a:effectLst>
                <a:latin typeface="华文隶书" panose="02010800040101010101" pitchFamily="2" charset="-122"/>
                <a:ea typeface="华文隶书" panose="02010800040101010101" pitchFamily="2" charset="-122"/>
                <a:cs typeface="+mj-cs"/>
              </a:rPr>
              <a:t>糟粕</a:t>
            </a:r>
            <a:endParaRPr kumimoji="0" lang="zh-CN" altLang="en-US" sz="3600" b="1" kern="1200" cap="none" spc="0" normalizeH="0" baseline="0" noProof="0" dirty="0">
              <a:solidFill>
                <a:schemeClr val="accent6"/>
              </a:solidFill>
              <a:effectLst>
                <a:outerShdw blurRad="38100" dist="38100" dir="2700000" algn="tl">
                  <a:srgbClr val="000000">
                    <a:alpha val="43137"/>
                  </a:srgbClr>
                </a:outerShdw>
              </a:effectLst>
              <a:latin typeface="华文隶书" panose="02010800040101010101" pitchFamily="2" charset="-122"/>
              <a:ea typeface="华文隶书" panose="02010800040101010101" pitchFamily="2" charset="-122"/>
              <a:cs typeface="+mj-cs"/>
            </a:endParaRPr>
          </a:p>
        </p:txBody>
      </p:sp>
    </p:spTree>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noRot="1"/>
          </p:cNvSpPr>
          <p:nvPr>
            <p:ph type="title"/>
          </p:nvPr>
        </p:nvSpPr>
        <p:spPr>
          <a:xfrm>
            <a:off x="228600" y="1257300"/>
            <a:ext cx="8915400" cy="857250"/>
          </a:xfrm>
          <a:ln/>
        </p:spPr>
        <p:txBody>
          <a:bodyPr vert="horz" wrap="square" lIns="91440" tIns="45720" rIns="91440" bIns="45720" anchor="ctr" anchorCtr="0"/>
          <a:p>
            <a:pPr eaLnBrk="1" hangingPunct="1"/>
            <a:r>
              <a:rPr lang="zh-CN" altLang="en-US" sz="3600" b="1" dirty="0">
                <a:solidFill>
                  <a:srgbClr val="0000CC"/>
                </a:solidFill>
              </a:rPr>
              <a:t>探究：孔子云：“不患寡而患不均，</a:t>
            </a:r>
            <a:br>
              <a:rPr lang="zh-CN" altLang="en-US" sz="3600" b="1" dirty="0">
                <a:solidFill>
                  <a:srgbClr val="0000CC"/>
                </a:solidFill>
              </a:rPr>
            </a:br>
            <a:r>
              <a:rPr lang="zh-CN" altLang="en-US" sz="3600" b="1" dirty="0">
                <a:solidFill>
                  <a:srgbClr val="0000CC"/>
                </a:solidFill>
              </a:rPr>
              <a:t>                         不患贫而患不安”</a:t>
            </a:r>
            <a:endParaRPr lang="zh-CN" altLang="en-US" sz="3600" b="1" dirty="0">
              <a:solidFill>
                <a:srgbClr val="0000CC"/>
              </a:solidFill>
            </a:endParaRPr>
          </a:p>
        </p:txBody>
      </p:sp>
      <p:sp>
        <p:nvSpPr>
          <p:cNvPr id="27651" name="Rectangle 3"/>
          <p:cNvSpPr>
            <a:spLocks noGrp="1" noRot="1"/>
          </p:cNvSpPr>
          <p:nvPr>
            <p:ph idx="1"/>
          </p:nvPr>
        </p:nvSpPr>
        <p:spPr>
          <a:xfrm>
            <a:off x="609600" y="2574925"/>
            <a:ext cx="8153400" cy="2000250"/>
          </a:xfrm>
          <a:ln/>
        </p:spPr>
        <p:txBody>
          <a:bodyPr vert="horz" wrap="square" lIns="91440" tIns="45720" rIns="91440" bIns="45720" anchor="t" anchorCtr="0"/>
          <a:p>
            <a:pPr eaLnBrk="1" hangingPunct="1"/>
            <a:r>
              <a:rPr lang="zh-CN" altLang="en-US" b="1" dirty="0">
                <a:solidFill>
                  <a:srgbClr val="0000CC"/>
                </a:solidFill>
              </a:rPr>
              <a:t>请给孔子写封信，谈谈此种思想对当今社会经济发展会有哪些影响？</a:t>
            </a:r>
            <a:endParaRPr lang="zh-CN" altLang="en-US" b="1" dirty="0">
              <a:solidFill>
                <a:srgbClr val="0000CC"/>
              </a:solidFill>
            </a:endParaRPr>
          </a:p>
          <a:p>
            <a:pPr eaLnBrk="1" hangingPunct="1"/>
            <a:endParaRPr lang="zh-CN" altLang="en-US" b="1" dirty="0">
              <a:solidFill>
                <a:srgbClr val="0000CC"/>
              </a:solidFill>
            </a:endParaRPr>
          </a:p>
          <a:p>
            <a:pPr eaLnBrk="1" hangingPunct="1"/>
            <a:endParaRPr lang="zh-CN" altLang="en-US" b="1" dirty="0">
              <a:solidFill>
                <a:srgbClr val="0000CC"/>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4"/>
          <p:cNvSpPr/>
          <p:nvPr/>
        </p:nvSpPr>
        <p:spPr>
          <a:xfrm>
            <a:off x="179388" y="296863"/>
            <a:ext cx="8748712" cy="4362450"/>
          </a:xfrm>
          <a:prstGeom prst="rect">
            <a:avLst/>
          </a:prstGeom>
          <a:noFill/>
          <a:ln w="9525">
            <a:noFill/>
          </a:ln>
        </p:spPr>
        <p:txBody>
          <a:bodyPr anchor="ctr" anchorCtr="0">
            <a:spAutoFit/>
          </a:bodyPr>
          <a:p>
            <a:r>
              <a:rPr lang="zh-CN" altLang="en-US" sz="2800" b="1" dirty="0">
                <a:latin typeface="Arial" panose="020B0604020202020204" pitchFamily="34" charset="0"/>
              </a:rPr>
              <a:t>      张岱年说：“一个民族自立于世界民族之林，必须具有民族的自信心与自尊心。而民族的自信心与自尊心有其思想基础，即对民族文化优秀传统有比较全面的了解。”对这段话理解正确的有（    ）</a:t>
            </a:r>
            <a:endParaRPr lang="zh-CN" altLang="en-US" sz="2800" b="1" dirty="0">
              <a:latin typeface="Arial" panose="020B0604020202020204" pitchFamily="34" charset="0"/>
            </a:endParaRPr>
          </a:p>
          <a:p>
            <a:r>
              <a:rPr lang="zh-CN" altLang="en-US" sz="2800" b="1" dirty="0">
                <a:latin typeface="Arial" panose="020B0604020202020204" pitchFamily="34" charset="0"/>
              </a:rPr>
              <a:t>① 传统文化具有鲜明的民族性</a:t>
            </a:r>
            <a:endParaRPr lang="zh-CN" altLang="en-US" sz="2800" b="1" dirty="0">
              <a:latin typeface="Arial" panose="020B0604020202020204" pitchFamily="34" charset="0"/>
            </a:endParaRPr>
          </a:p>
          <a:p>
            <a:r>
              <a:rPr lang="zh-CN" altLang="en-US" sz="2800" b="1" dirty="0">
                <a:latin typeface="Arial" panose="020B0604020202020204" pitchFamily="34" charset="0"/>
              </a:rPr>
              <a:t>② 传统文化是维系民族生存和发展的精神纽带</a:t>
            </a:r>
            <a:endParaRPr lang="zh-CN" altLang="en-US" sz="2800" b="1" dirty="0">
              <a:latin typeface="Arial" panose="020B0604020202020204" pitchFamily="34" charset="0"/>
            </a:endParaRPr>
          </a:p>
          <a:p>
            <a:r>
              <a:rPr lang="zh-CN" altLang="en-US" sz="2800" b="1" dirty="0">
                <a:latin typeface="Arial" panose="020B0604020202020204" pitchFamily="34" charset="0"/>
              </a:rPr>
              <a:t>③ 发挥民族文化的积极作用才能使民族兴旺发达</a:t>
            </a:r>
            <a:endParaRPr lang="zh-CN" altLang="en-US" sz="2800" b="1" dirty="0">
              <a:latin typeface="Arial" panose="020B0604020202020204" pitchFamily="34" charset="0"/>
            </a:endParaRPr>
          </a:p>
          <a:p>
            <a:r>
              <a:rPr lang="zh-CN" altLang="en-US" sz="2800" b="1" dirty="0">
                <a:latin typeface="Arial" panose="020B0604020202020204" pitchFamily="34" charset="0"/>
              </a:rPr>
              <a:t>④ 传统文化的具体内涵不会因时而变</a:t>
            </a:r>
            <a:endParaRPr lang="zh-CN" altLang="en-US" sz="2800" b="1" dirty="0">
              <a:latin typeface="Arial" panose="020B0604020202020204" pitchFamily="34" charset="0"/>
            </a:endParaRPr>
          </a:p>
          <a:p>
            <a:endParaRPr lang="en-US" altLang="zh-CN" sz="2800" b="1" dirty="0">
              <a:latin typeface="Arial" panose="020B0604020202020204" pitchFamily="34" charset="0"/>
            </a:endParaRPr>
          </a:p>
          <a:p>
            <a:r>
              <a:rPr lang="en-US" altLang="zh-CN" sz="2800" b="1" dirty="0">
                <a:latin typeface="Arial" panose="020B0604020202020204" pitchFamily="34" charset="0"/>
              </a:rPr>
              <a:t>A</a:t>
            </a:r>
            <a:r>
              <a:rPr lang="zh-CN" altLang="en-US" sz="2800" b="1" dirty="0">
                <a:latin typeface="Arial" panose="020B0604020202020204" pitchFamily="34" charset="0"/>
              </a:rPr>
              <a:t>、①②③  </a:t>
            </a:r>
            <a:r>
              <a:rPr lang="en-US" altLang="zh-CN" sz="2800" b="1" dirty="0">
                <a:latin typeface="Arial" panose="020B0604020202020204" pitchFamily="34" charset="0"/>
              </a:rPr>
              <a:t>B</a:t>
            </a:r>
            <a:r>
              <a:rPr lang="zh-CN" altLang="en-US" sz="2800" b="1" dirty="0">
                <a:latin typeface="Arial" panose="020B0604020202020204" pitchFamily="34" charset="0"/>
              </a:rPr>
              <a:t>、②③④  </a:t>
            </a:r>
            <a:r>
              <a:rPr lang="en-US" altLang="zh-CN" sz="2800" b="1" dirty="0">
                <a:latin typeface="Arial" panose="020B0604020202020204" pitchFamily="34" charset="0"/>
              </a:rPr>
              <a:t>C</a:t>
            </a:r>
            <a:r>
              <a:rPr lang="zh-CN" altLang="en-US" sz="2800" b="1" dirty="0">
                <a:latin typeface="Arial" panose="020B0604020202020204" pitchFamily="34" charset="0"/>
              </a:rPr>
              <a:t>、 ①③④   </a:t>
            </a:r>
            <a:r>
              <a:rPr lang="en-US" altLang="zh-CN" sz="2800" b="1" dirty="0">
                <a:latin typeface="Arial" panose="020B0604020202020204" pitchFamily="34" charset="0"/>
              </a:rPr>
              <a:t>D</a:t>
            </a:r>
            <a:r>
              <a:rPr lang="zh-CN" altLang="en-US" sz="2800" b="1" dirty="0">
                <a:latin typeface="Arial" panose="020B0604020202020204" pitchFamily="34" charset="0"/>
              </a:rPr>
              <a:t>、②④</a:t>
            </a:r>
            <a:endParaRPr lang="zh-CN" altLang="en-US" sz="2800" b="1" dirty="0">
              <a:latin typeface="Arial" panose="020B0604020202020204" pitchFamily="34" charset="0"/>
            </a:endParaRPr>
          </a:p>
        </p:txBody>
      </p:sp>
      <p:sp>
        <p:nvSpPr>
          <p:cNvPr id="28675" name="WordArt 5"/>
          <p:cNvSpPr>
            <a:spLocks noTextEdit="1"/>
          </p:cNvSpPr>
          <p:nvPr/>
        </p:nvSpPr>
        <p:spPr>
          <a:xfrm>
            <a:off x="7380288" y="1563688"/>
            <a:ext cx="792162" cy="935037"/>
          </a:xfrm>
          <a:prstGeom prst="rect">
            <a:avLst/>
          </a:prstGeom>
        </p:spPr>
        <p:txBody>
          <a:bodyPr wrap="none" fromWordArt="1">
            <a:prstTxWarp prst="textPlain">
              <a:avLst>
                <a:gd name="adj" fmla="val 50000"/>
              </a:avLst>
            </a:prstTxWarp>
            <a:normAutofit/>
          </a:bodyPr>
          <a:p>
            <a:pPr algn="ctr" eaLnBrk="0" hangingPunct="0"/>
            <a:r>
              <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华文行楷" panose="02010800040101010101" pitchFamily="2" charset="-122"/>
                <a:ea typeface="华文行楷" panose="02010800040101010101" pitchFamily="2" charset="-122"/>
              </a:rPr>
              <a:t>A</a:t>
            </a:r>
            <a:endParaRPr lang="zh-CN" altLang="en-US" sz="3600" b="1">
              <a:ln w="12700" cap="flat" cmpd="sng">
                <a:solidFill>
                  <a:srgbClr val="EAEAEA"/>
                </a:solidFill>
                <a:prstDash val="solid"/>
                <a:headEnd type="none" w="med" len="med"/>
                <a:tailEnd type="none" w="med" len="med"/>
              </a:ln>
              <a:gradFill rotWithShape="1">
                <a:gsLst>
                  <a:gs pos="0">
                    <a:srgbClr val="A603AB">
                      <a:alpha val="100000"/>
                    </a:srgbClr>
                  </a:gs>
                  <a:gs pos="12000">
                    <a:srgbClr val="E81766">
                      <a:alpha val="100000"/>
                    </a:srgbClr>
                  </a:gs>
                  <a:gs pos="27000">
                    <a:srgbClr val="EE3F17">
                      <a:alpha val="100000"/>
                    </a:srgbClr>
                  </a:gs>
                  <a:gs pos="48000">
                    <a:srgbClr val="FFFF00">
                      <a:alpha val="100000"/>
                    </a:srgbClr>
                  </a:gs>
                  <a:gs pos="64999">
                    <a:srgbClr val="1A8D48">
                      <a:alpha val="100000"/>
                    </a:srgbClr>
                  </a:gs>
                  <a:gs pos="78999">
                    <a:srgbClr val="0819FB">
                      <a:alpha val="100000"/>
                    </a:srgbClr>
                  </a:gs>
                  <a:gs pos="100000">
                    <a:srgbClr val="A603AB">
                      <a:alpha val="100000"/>
                    </a:srgbClr>
                  </a:gs>
                </a:gsLst>
                <a:lin ang="0" scaled="1"/>
                <a:tileRect/>
              </a:gradFill>
              <a:effectLst>
                <a:outerShdw dist="35921" dir="2699999" sy="50000" kx="2115830" algn="bl" rotWithShape="0">
                  <a:srgbClr val="C0C0C0">
                    <a:alpha val="79999"/>
                  </a:srgbClr>
                </a:outerShdw>
              </a:effectLst>
              <a:latin typeface="华文行楷" panose="02010800040101010101" pitchFamily="2" charset="-122"/>
              <a:ea typeface="华文行楷" panose="02010800040101010101" pitchFamily="2" charset="-122"/>
            </a:endParaRPr>
          </a:p>
        </p:txBody>
      </p:sp>
    </p:spTree>
  </p:cSld>
  <p:clrMapOvr>
    <a:masterClrMapping/>
  </p:clrMapOvr>
  <p:transition>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28675"/>
                                        </p:tgtEl>
                                        <p:attrNameLst>
                                          <p:attrName>style.visibility</p:attrName>
                                        </p:attrNameLst>
                                      </p:cBhvr>
                                      <p:to>
                                        <p:strVal val="visible"/>
                                      </p:to>
                                    </p:set>
                                    <p:anim calcmode="lin" valueType="num">
                                      <p:cBhvr>
                                        <p:cTn id="7" dur="500" decel="50000" fill="hold">
                                          <p:stCondLst>
                                            <p:cond delay="0"/>
                                          </p:stCondLst>
                                        </p:cTn>
                                        <p:tgtEl>
                                          <p:spTgt spid="28675"/>
                                        </p:tgtEl>
                                        <p:attrNameLst>
                                          <p:attrName>style.rotation</p:attrName>
                                        </p:attrNameLst>
                                      </p:cBhvr>
                                      <p:tavLst>
                                        <p:tav tm="0">
                                          <p:val>
                                            <p:fltVal val="-90.000000"/>
                                          </p:val>
                                        </p:tav>
                                        <p:tav tm="100000">
                                          <p:val>
                                            <p:fltVal val="0.000000"/>
                                          </p:val>
                                        </p:tav>
                                      </p:tavLst>
                                    </p:anim>
                                    <p:anim calcmode="lin" valueType="num">
                                      <p:cBhvr>
                                        <p:cTn id="8" dur="500" decel="50000" fill="hold">
                                          <p:stCondLst>
                                            <p:cond delay="0"/>
                                          </p:stCondLst>
                                        </p:cTn>
                                        <p:tgtEl>
                                          <p:spTgt spid="2867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8675"/>
                                        </p:tgtEl>
                                        <p:attrNameLst>
                                          <p:attrName>ppt_w</p:attrName>
                                        </p:attrNameLst>
                                      </p:cBhvr>
                                      <p:tavLst>
                                        <p:tav tm="0">
                                          <p:val>
                                            <p:strVal val="#ppt_w*.05"/>
                                          </p:val>
                                        </p:tav>
                                        <p:tav tm="100000">
                                          <p:val>
                                            <p:strVal val="#ppt_w"/>
                                          </p:val>
                                        </p:tav>
                                      </p:tavLst>
                                    </p:anim>
                                    <p:anim calcmode="lin" valueType="num">
                                      <p:cBhvr>
                                        <p:cTn id="10" dur="1000" fill="hold"/>
                                        <p:tgtEl>
                                          <p:spTgt spid="2867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867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867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867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8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ext Box 2"/>
          <p:cNvSpPr txBox="1"/>
          <p:nvPr/>
        </p:nvSpPr>
        <p:spPr>
          <a:xfrm>
            <a:off x="304800" y="285750"/>
            <a:ext cx="8443913" cy="4206875"/>
          </a:xfrm>
          <a:prstGeom prst="rect">
            <a:avLst/>
          </a:prstGeom>
          <a:noFill/>
          <a:ln w="9525">
            <a:noFill/>
          </a:ln>
        </p:spPr>
        <p:txBody>
          <a:bodyPr>
            <a:spAutoFit/>
          </a:bodyPr>
          <a:p>
            <a:r>
              <a:rPr lang="zh-CN" altLang="en-US" sz="3000" b="1" dirty="0">
                <a:solidFill>
                  <a:schemeClr val="tx2"/>
                </a:solidFill>
                <a:latin typeface="Arial" panose="020B0604020202020204" pitchFamily="34" charset="0"/>
              </a:rPr>
              <a:t>       </a:t>
            </a:r>
            <a:r>
              <a:rPr lang="zh-CN" altLang="en-US" sz="3000" b="1" dirty="0">
                <a:latin typeface="Arial" panose="020B0604020202020204" pitchFamily="34" charset="0"/>
              </a:rPr>
              <a:t>我国古代婚礼分六个阶段，称为“六礼”，依次为纳采、问名、纳吉、纳征、清期、亲迎，与现在的婚礼有巨大的差别。关于这种变化，说法不正确的是</a:t>
            </a:r>
            <a:r>
              <a:rPr lang="en-US" altLang="zh-CN" sz="3000" b="1" dirty="0">
                <a:latin typeface="Arial" panose="020B0604020202020204" pitchFamily="34" charset="0"/>
              </a:rPr>
              <a:t>(    )</a:t>
            </a:r>
            <a:endParaRPr lang="en-US" altLang="zh-CN" sz="3000" b="1" dirty="0">
              <a:latin typeface="Arial" panose="020B0604020202020204" pitchFamily="34" charset="0"/>
            </a:endParaRPr>
          </a:p>
          <a:p>
            <a:r>
              <a:rPr lang="en-US" altLang="zh-CN" sz="3000" b="1" dirty="0">
                <a:latin typeface="Arial" panose="020B0604020202020204" pitchFamily="34" charset="0"/>
              </a:rPr>
              <a:t>①</a:t>
            </a:r>
            <a:r>
              <a:rPr lang="zh-CN" altLang="en-US" sz="3000" b="1" dirty="0">
                <a:latin typeface="Arial" panose="020B0604020202020204" pitchFamily="34" charset="0"/>
              </a:rPr>
              <a:t>这种变化与生产力的发展无关</a:t>
            </a:r>
            <a:endParaRPr lang="zh-CN" altLang="en-US" sz="3000" b="1" dirty="0">
              <a:latin typeface="Arial" panose="020B0604020202020204" pitchFamily="34" charset="0"/>
            </a:endParaRPr>
          </a:p>
          <a:p>
            <a:r>
              <a:rPr lang="zh-CN" altLang="en-US" sz="3000" b="1" dirty="0">
                <a:latin typeface="Arial" panose="020B0604020202020204" pitchFamily="34" charset="0"/>
              </a:rPr>
              <a:t>②传统文化的内容应顺应社会生活的变迁</a:t>
            </a:r>
            <a:endParaRPr lang="zh-CN" altLang="en-US" sz="3000" b="1" dirty="0">
              <a:latin typeface="Arial" panose="020B0604020202020204" pitchFamily="34" charset="0"/>
            </a:endParaRPr>
          </a:p>
          <a:p>
            <a:r>
              <a:rPr lang="zh-CN" altLang="en-US" sz="3000" b="1" dirty="0">
                <a:latin typeface="Arial" panose="020B0604020202020204" pitchFamily="34" charset="0"/>
              </a:rPr>
              <a:t>③这种变化对社会发展起着积极作用  </a:t>
            </a:r>
            <a:endParaRPr lang="zh-CN" altLang="en-US" sz="3000" b="1" dirty="0">
              <a:latin typeface="Arial" panose="020B0604020202020204" pitchFamily="34" charset="0"/>
            </a:endParaRPr>
          </a:p>
          <a:p>
            <a:r>
              <a:rPr lang="zh-CN" altLang="en-US" sz="3000" b="1" dirty="0">
                <a:latin typeface="Arial" panose="020B0604020202020204" pitchFamily="34" charset="0"/>
              </a:rPr>
              <a:t>④这种变化对人的发展起着消极作用</a:t>
            </a:r>
            <a:endParaRPr lang="zh-CN" altLang="en-US" sz="3000" b="1" dirty="0">
              <a:latin typeface="Arial" panose="020B0604020202020204" pitchFamily="34" charset="0"/>
            </a:endParaRPr>
          </a:p>
          <a:p>
            <a:r>
              <a:rPr lang="zh-CN" altLang="en-US" sz="3000" b="1" dirty="0">
                <a:latin typeface="Arial" panose="020B0604020202020204" pitchFamily="34" charset="0"/>
              </a:rPr>
              <a:t>    </a:t>
            </a:r>
            <a:r>
              <a:rPr lang="en-US" altLang="zh-CN" sz="3000" b="1" dirty="0">
                <a:latin typeface="Arial" panose="020B0604020202020204" pitchFamily="34" charset="0"/>
              </a:rPr>
              <a:t>A①②    B②③    C①③    D①④</a:t>
            </a:r>
            <a:endParaRPr lang="en-US" altLang="zh-CN" sz="3000" b="1" dirty="0">
              <a:latin typeface="Arial" panose="020B0604020202020204" pitchFamily="34" charset="0"/>
            </a:endParaRPr>
          </a:p>
        </p:txBody>
      </p:sp>
      <p:sp>
        <p:nvSpPr>
          <p:cNvPr id="29699" name="WordArt 3"/>
          <p:cNvSpPr>
            <a:spLocks noTextEdit="1"/>
          </p:cNvSpPr>
          <p:nvPr/>
        </p:nvSpPr>
        <p:spPr>
          <a:xfrm>
            <a:off x="7451725" y="3435350"/>
            <a:ext cx="1081088" cy="1081088"/>
          </a:xfrm>
          <a:prstGeom prst="rect">
            <a:avLst/>
          </a:prstGeom>
        </p:spPr>
        <p:txBody>
          <a:bodyPr wrap="none" fromWordArt="1">
            <a:prstTxWarp prst="textCascadeUp">
              <a:avLst>
                <a:gd name="adj" fmla="val 77435"/>
              </a:avLst>
            </a:prstTxWarp>
            <a:normAutofit/>
            <a:scene3d>
              <a:camera prst="legacyPerspectiveFront">
                <a:rot lat="20520000" lon="1080000" rev="0"/>
              </a:camera>
              <a:lightRig rig="legacyHarsh2" dir="b"/>
            </a:scene3d>
            <a:sp3d extrusionH="430200" prstMaterial="legacyMatte">
              <a:extrusionClr>
                <a:srgbClr val="FF6600"/>
              </a:extrusionClr>
            </a:sp3d>
          </a:bodyPr>
          <a:p>
            <a:pPr algn="ctr" eaLnBrk="0" hangingPunct="0"/>
            <a:r>
              <a:rPr lang="zh-CN" altLang="en-US" sz="3600">
                <a:gradFill rotWithShape="1">
                  <a:gsLst>
                    <a:gs pos="0">
                      <a:srgbClr val="FFE701"/>
                    </a:gs>
                    <a:gs pos="100000">
                      <a:srgbClr val="FE3E02"/>
                    </a:gs>
                  </a:gsLst>
                  <a:lin ang="5400000" scaled="1"/>
                  <a:tileRect/>
                </a:gradFill>
                <a:latin typeface="Comic Sans MS" panose="030F0702030302020204" charset="0"/>
                <a:ea typeface="Comic Sans MS" panose="030F0702030302020204" charset="0"/>
              </a:rPr>
              <a:t>D</a:t>
            </a:r>
            <a:endParaRPr lang="zh-CN" altLang="en-US" sz="3600">
              <a:gradFill rotWithShape="1">
                <a:gsLst>
                  <a:gs pos="0">
                    <a:srgbClr val="FFE701"/>
                  </a:gs>
                  <a:gs pos="100000">
                    <a:srgbClr val="FE3E02"/>
                  </a:gs>
                </a:gsLst>
                <a:lin ang="5400000" scaled="1"/>
                <a:tileRect/>
              </a:gradFill>
              <a:latin typeface="Comic Sans MS" panose="030F0702030302020204" charset="0"/>
              <a:ea typeface="Comic Sans MS" panose="030F07020303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0-#ppt_w/2"/>
                                          </p:val>
                                        </p:tav>
                                        <p:tav tm="100000">
                                          <p:val>
                                            <p:strVal val="#ppt_x"/>
                                          </p:val>
                                        </p:tav>
                                      </p:tavLst>
                                    </p:anim>
                                    <p:anim calcmode="lin" valueType="num">
                                      <p:cBhvr additive="base">
                                        <p:cTn id="8" dur="500" fill="hold"/>
                                        <p:tgtEl>
                                          <p:spTgt spid="296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Tx/>
              <a:buChar char="•"/>
              <a:defRPr/>
            </a:pPr>
            <a:endParaRPr kumimoji="0" lang="zh-CN" altLang="en-US" sz="3200" b="0" i="0" u="none" strike="noStrike" kern="0" cap="none" spc="0" normalizeH="0" baseline="0" noProof="0" smtClean="0">
              <a:ln>
                <a:noFill/>
              </a:ln>
              <a:solidFill>
                <a:schemeClr val="tx1"/>
              </a:solidFill>
              <a:effectLst>
                <a:outerShdw blurRad="38100" dist="38100" dir="2700000" algn="tl">
                  <a:srgbClr val="000000"/>
                </a:outerShdw>
              </a:effectLst>
              <a:uLnTx/>
              <a:uFillTx/>
              <a:latin typeface="+mn-lt"/>
              <a:ea typeface="+mn-ea"/>
              <a:cs typeface="+mn-cs"/>
            </a:endParaRPr>
          </a:p>
        </p:txBody>
      </p:sp>
      <p:pic>
        <p:nvPicPr>
          <p:cNvPr id="30723" name="Picture 3" descr="pa040518036"/>
          <p:cNvPicPr>
            <a:picLocks noChangeAspect="1"/>
          </p:cNvPicPr>
          <p:nvPr>
            <p:ph type="title"/>
          </p:nvPr>
        </p:nvPicPr>
        <p:blipFill>
          <a:blip r:embed="rId1"/>
          <a:srcRect/>
          <a:stretch>
            <a:fillRect/>
          </a:stretch>
        </p:blipFill>
        <p:spPr>
          <a:xfrm>
            <a:off x="0" y="0"/>
            <a:ext cx="9144000" cy="5143500"/>
          </a:xfrm>
          <a:ln/>
        </p:spPr>
      </p:pic>
    </p:spTree>
  </p:cSld>
  <p:clrMapOvr>
    <a:masterClrMapping/>
  </p:clrMapOvr>
  <p:transition spd="med">
    <p:cover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746" name="Picture 2" descr="pa040518036"/>
          <p:cNvPicPr>
            <a:picLocks noChangeAspect="1"/>
          </p:cNvPicPr>
          <p:nvPr>
            <p:ph type="title"/>
          </p:nvPr>
        </p:nvPicPr>
        <p:blipFill>
          <a:blip r:embed="rId1"/>
          <a:srcRect/>
          <a:stretch>
            <a:fillRect/>
          </a:stretch>
        </p:blipFill>
        <p:spPr>
          <a:xfrm>
            <a:off x="0" y="0"/>
            <a:ext cx="3419475" cy="1924050"/>
          </a:xfrm>
          <a:ln/>
        </p:spPr>
      </p:pic>
      <p:sp>
        <p:nvSpPr>
          <p:cNvPr id="121859" name="Text Box 3"/>
          <p:cNvSpPr txBox="1">
            <a:spLocks noChangeArrowheads="1"/>
          </p:cNvSpPr>
          <p:nvPr/>
        </p:nvSpPr>
        <p:spPr bwMode="auto">
          <a:xfrm>
            <a:off x="0" y="1995488"/>
            <a:ext cx="3779838" cy="2835275"/>
          </a:xfrm>
          <a:prstGeom prst="rect">
            <a:avLst/>
          </a:prstGeom>
          <a:noFill/>
          <a:ln w="9525" algn="ctr">
            <a:noFill/>
            <a:miter lim="800000"/>
          </a:ln>
          <a:effectLst/>
        </p:spPr>
        <p:txBody>
          <a:bodyPr anchor="b">
            <a:spAutoFit/>
          </a:bodyPr>
          <a:lstStyle/>
          <a:p>
            <a:pPr marR="0" defTabSz="914400">
              <a:lnSpc>
                <a:spcPct val="90000"/>
              </a:lnSpc>
              <a:spcBef>
                <a:spcPct val="50000"/>
              </a:spcBef>
              <a:buClrTx/>
              <a:buSzTx/>
              <a:buFontTx/>
              <a:buNone/>
              <a:defRPr/>
            </a:pPr>
            <a:r>
              <a:rPr kumimoji="0" lang="zh-CN" altLang="en-US" sz="3600" b="1" kern="1200" cap="none" spc="0" normalizeH="0" baseline="0" noProof="0">
                <a:solidFill>
                  <a:srgbClr val="FF0000"/>
                </a:solidFill>
                <a:effectLst>
                  <a:outerShdw blurRad="38100" dist="38100" dir="2700000" algn="tl">
                    <a:srgbClr val="000000"/>
                  </a:outerShdw>
                </a:effectLst>
                <a:latin typeface="Verdana" panose="020B0604030504040204" pitchFamily="34" charset="0"/>
                <a:ea typeface="隶书" panose="02010509060101010101" pitchFamily="49" charset="-122"/>
                <a:cs typeface="+mn-cs"/>
              </a:rPr>
              <a:t>讨论：</a:t>
            </a:r>
            <a:endParaRPr kumimoji="0" lang="zh-CN" altLang="en-US" sz="3600" b="1" kern="1200" cap="none" spc="0" normalizeH="0" baseline="0" noProof="0">
              <a:solidFill>
                <a:srgbClr val="FF0000"/>
              </a:solidFill>
              <a:effectLst>
                <a:outerShdw blurRad="38100" dist="38100" dir="2700000" algn="tl">
                  <a:srgbClr val="000000"/>
                </a:outerShdw>
              </a:effectLst>
              <a:latin typeface="Verdana" panose="020B0604030504040204" pitchFamily="34" charset="0"/>
              <a:ea typeface="隶书" panose="02010509060101010101" pitchFamily="49" charset="-122"/>
              <a:cs typeface="+mn-cs"/>
            </a:endParaRPr>
          </a:p>
          <a:p>
            <a:pPr marR="0" defTabSz="914400">
              <a:lnSpc>
                <a:spcPct val="90000"/>
              </a:lnSpc>
              <a:spcBef>
                <a:spcPct val="50000"/>
              </a:spcBef>
              <a:buClrTx/>
              <a:buSzTx/>
              <a:buFontTx/>
              <a:buNone/>
              <a:defRPr/>
            </a:pPr>
            <a:r>
              <a:rPr kumimoji="0" lang="zh-CN" altLang="en-US" sz="3600" b="1" kern="1200" cap="none" spc="0" normalizeH="0" baseline="0" noProof="0">
                <a:solidFill>
                  <a:srgbClr val="FF0000"/>
                </a:solidFill>
                <a:effectLst>
                  <a:outerShdw blurRad="38100" dist="38100" dir="2700000" algn="tl">
                    <a:srgbClr val="000000"/>
                  </a:outerShdw>
                </a:effectLst>
                <a:latin typeface="Verdana" panose="020B0604030504040204" pitchFamily="34" charset="0"/>
                <a:ea typeface="隶书" panose="02010509060101010101" pitchFamily="49" charset="-122"/>
                <a:cs typeface="+mn-cs"/>
              </a:rPr>
              <a:t>　　这个故事中所反映的传统文化是否值得继承？</a:t>
            </a:r>
            <a:endParaRPr kumimoji="0" lang="zh-CN" altLang="en-US" sz="3600" b="1" kern="1200" cap="none" spc="0" normalizeH="0" baseline="0" noProof="0">
              <a:solidFill>
                <a:srgbClr val="FF0000"/>
              </a:solidFill>
              <a:effectLst>
                <a:outerShdw blurRad="38100" dist="38100" dir="2700000" algn="tl">
                  <a:srgbClr val="000000"/>
                </a:outerShdw>
              </a:effectLst>
              <a:latin typeface="Verdana" panose="020B0604030504040204" pitchFamily="34" charset="0"/>
              <a:ea typeface="隶书" panose="02010509060101010101" pitchFamily="49" charset="-122"/>
              <a:cs typeface="+mn-cs"/>
            </a:endParaRPr>
          </a:p>
        </p:txBody>
      </p:sp>
      <p:sp>
        <p:nvSpPr>
          <p:cNvPr id="121860" name="Text Box 4"/>
          <p:cNvSpPr txBox="1">
            <a:spLocks noChangeArrowheads="1"/>
          </p:cNvSpPr>
          <p:nvPr/>
        </p:nvSpPr>
        <p:spPr bwMode="auto">
          <a:xfrm>
            <a:off x="3563938" y="163513"/>
            <a:ext cx="5580063" cy="4756150"/>
          </a:xfrm>
          <a:prstGeom prst="rect">
            <a:avLst/>
          </a:prstGeom>
          <a:noFill/>
          <a:ln w="9525" algn="ctr">
            <a:noFill/>
            <a:miter lim="800000"/>
          </a:ln>
          <a:effectLst/>
        </p:spPr>
        <p:txBody>
          <a:bodyPr anchor="b">
            <a:spAutoFit/>
          </a:bodyPr>
          <a:lstStyle/>
          <a:p>
            <a:pPr marR="0" defTabSz="914400">
              <a:lnSpc>
                <a:spcPct val="90000"/>
              </a:lnSpc>
              <a:spcBef>
                <a:spcPct val="50000"/>
              </a:spcBef>
              <a:buClrTx/>
              <a:buSzTx/>
              <a:buFontTx/>
              <a:buNone/>
              <a:defRPr/>
            </a:pPr>
            <a:r>
              <a:rPr kumimoji="0" lang="zh-CN" altLang="en-US" sz="3200" b="1" kern="1200" cap="none" spc="0" normalizeH="0" baseline="0" noProof="0">
                <a:effectLst>
                  <a:outerShdw blurRad="38100" dist="38100" dir="2700000" algn="tl">
                    <a:srgbClr val="000000"/>
                  </a:outerShdw>
                </a:effectLst>
                <a:latin typeface="黑体" panose="02010609060101010101" pitchFamily="49" charset="-122"/>
                <a:ea typeface="黑体" panose="02010609060101010101" pitchFamily="49" charset="-122"/>
                <a:cs typeface="+mn-cs"/>
              </a:rPr>
              <a:t>　　</a:t>
            </a:r>
            <a:r>
              <a:rPr kumimoji="0" lang="zh-CN" altLang="en-US" sz="2800" b="1" kern="1200" cap="none" spc="0" normalizeH="0" baseline="0" noProof="0">
                <a:effectLst>
                  <a:outerShdw blurRad="38100" dist="38100" dir="2700000" algn="tl">
                    <a:srgbClr val="000000"/>
                  </a:outerShdw>
                </a:effectLst>
                <a:latin typeface="黑体" panose="02010609060101010101" pitchFamily="49" charset="-122"/>
                <a:ea typeface="黑体" panose="02010609060101010101" pitchFamily="49" charset="-122"/>
                <a:cs typeface="+mn-cs"/>
              </a:rPr>
              <a:t>丁兰，相传为东汉时期河内</a:t>
            </a:r>
            <a:r>
              <a:rPr kumimoji="0" lang="en-US" altLang="zh-CN" sz="2800" b="1" kern="1200" cap="none" spc="0" normalizeH="0" baseline="0" noProof="0">
                <a:effectLst>
                  <a:outerShdw blurRad="38100" dist="38100" dir="2700000" algn="tl">
                    <a:srgbClr val="000000"/>
                  </a:outerShdw>
                </a:effectLst>
                <a:latin typeface="黑体" panose="02010609060101010101" pitchFamily="49" charset="-122"/>
                <a:ea typeface="黑体" panose="02010609060101010101" pitchFamily="49" charset="-122"/>
                <a:cs typeface="+mn-cs"/>
              </a:rPr>
              <a:t>(</a:t>
            </a:r>
            <a:r>
              <a:rPr kumimoji="0" lang="zh-CN" altLang="en-US" sz="2800" b="1" kern="1200" cap="none" spc="0" normalizeH="0" baseline="0" noProof="0">
                <a:effectLst>
                  <a:outerShdw blurRad="38100" dist="38100" dir="2700000" algn="tl">
                    <a:srgbClr val="000000"/>
                  </a:outerShdw>
                </a:effectLst>
                <a:latin typeface="黑体" panose="02010609060101010101" pitchFamily="49" charset="-122"/>
                <a:ea typeface="黑体" panose="02010609060101010101" pitchFamily="49" charset="-122"/>
                <a:cs typeface="+mn-cs"/>
              </a:rPr>
              <a:t>今河南黄河北</a:t>
            </a:r>
            <a:r>
              <a:rPr kumimoji="0" lang="en-US" altLang="zh-CN" sz="2800" b="1" kern="1200" cap="none" spc="0" normalizeH="0" baseline="0" noProof="0">
                <a:effectLst>
                  <a:outerShdw blurRad="38100" dist="38100" dir="2700000" algn="tl">
                    <a:srgbClr val="000000"/>
                  </a:outerShdw>
                </a:effectLst>
                <a:latin typeface="黑体" panose="02010609060101010101" pitchFamily="49" charset="-122"/>
                <a:ea typeface="黑体" panose="02010609060101010101" pitchFamily="49" charset="-122"/>
                <a:cs typeface="+mn-cs"/>
              </a:rPr>
              <a:t>)</a:t>
            </a:r>
            <a:r>
              <a:rPr kumimoji="0" lang="zh-CN" altLang="en-US" sz="2800" b="1" kern="1200" cap="none" spc="0" normalizeH="0" baseline="0" noProof="0">
                <a:effectLst>
                  <a:outerShdw blurRad="38100" dist="38100" dir="2700000" algn="tl">
                    <a:srgbClr val="000000"/>
                  </a:outerShdw>
                </a:effectLst>
                <a:latin typeface="黑体" panose="02010609060101010101" pitchFamily="49" charset="-122"/>
                <a:ea typeface="黑体" panose="02010609060101010101" pitchFamily="49" charset="-122"/>
                <a:cs typeface="+mn-cs"/>
              </a:rPr>
              <a:t>人，幼年父母双亡，他经常思念父母的养育之恩，于是用木头刻成双亲的雕像，事之如生，凡事均和木像商议，每日三餐敬过双亲后自己方才食用，出门前一定禀告，回家后一定面见，从不懈怠。久之，其妻对木像便不太恭敬了，竟好奇地用针刺木像的手指，而木像的手指居然有血流出。丁兰回家见木像眼中垂泪，问知实情，遂将妻子休弃。</a:t>
            </a:r>
            <a:endParaRPr kumimoji="0" lang="zh-CN" altLang="en-US" sz="2800" kern="1200" cap="none" spc="0" normalizeH="0" baseline="0" noProof="0">
              <a:solidFill>
                <a:schemeClr val="tx2"/>
              </a:solidFill>
              <a:effectLst>
                <a:outerShdw blurRad="38100" dist="38100" dir="2700000" algn="tl">
                  <a:srgbClr val="000000"/>
                </a:outerShdw>
              </a:effectLst>
              <a:latin typeface="黑体" panose="02010609060101010101" pitchFamily="49" charset="-122"/>
              <a:ea typeface="黑体" panose="02010609060101010101" pitchFamily="49" charset="-122"/>
              <a:cs typeface="+mn-cs"/>
            </a:endParaRPr>
          </a:p>
        </p:txBody>
      </p:sp>
      <p:sp>
        <p:nvSpPr>
          <p:cNvPr id="31749" name="AutoShape 5">
            <a:hlinkClick r:id="rId2" action="ppaction://hlinksldjump"/>
          </p:cNvPr>
          <p:cNvSpPr/>
          <p:nvPr/>
        </p:nvSpPr>
        <p:spPr>
          <a:xfrm>
            <a:off x="8604250" y="4662488"/>
            <a:ext cx="381000" cy="285750"/>
          </a:xfrm>
          <a:prstGeom prst="smileyFace">
            <a:avLst>
              <a:gd name="adj" fmla="val 4653"/>
            </a:avLst>
          </a:prstGeom>
          <a:noFill/>
          <a:ln w="19050" cap="flat" cmpd="sng">
            <a:solidFill>
              <a:schemeClr val="tx2"/>
            </a:solidFill>
            <a:prstDash val="solid"/>
            <a:headEnd type="none" w="med" len="med"/>
            <a:tailEnd type="none" w="med" len="med"/>
          </a:ln>
        </p:spPr>
        <p:txBody>
          <a:bodyPr wrap="none" anchor="ctr" anchorCtr="0"/>
          <a:p>
            <a:pPr algn="ctr"/>
            <a:endParaRPr lang="zh-CN" altLang="en-US" dirty="0">
              <a:solidFill>
                <a:srgbClr val="FF99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21859"/>
                                        </p:tgtEl>
                                        <p:attrNameLst>
                                          <p:attrName>style.visibility</p:attrName>
                                        </p:attrNameLst>
                                      </p:cBhvr>
                                      <p:to>
                                        <p:strVal val="visible"/>
                                      </p:to>
                                    </p:set>
                                    <p:anim calcmode="lin" valueType="num">
                                      <p:cBhvr>
                                        <p:cTn id="7" dur="1000" fill="hold"/>
                                        <p:tgtEl>
                                          <p:spTgt spid="121859"/>
                                        </p:tgtEl>
                                        <p:attrNameLst>
                                          <p:attrName>ppt_w</p:attrName>
                                        </p:attrNameLst>
                                      </p:cBhvr>
                                      <p:tavLst>
                                        <p:tav tm="0">
                                          <p:val>
                                            <p:fltVal val="0.000000"/>
                                          </p:val>
                                        </p:tav>
                                        <p:tav tm="100000">
                                          <p:val>
                                            <p:strVal val="#ppt_w"/>
                                          </p:val>
                                        </p:tav>
                                      </p:tavLst>
                                    </p:anim>
                                    <p:anim calcmode="lin" valueType="num">
                                      <p:cBhvr>
                                        <p:cTn id="8" dur="1000" fill="hold"/>
                                        <p:tgtEl>
                                          <p:spTgt spid="121859"/>
                                        </p:tgtEl>
                                        <p:attrNameLst>
                                          <p:attrName>ppt_h</p:attrName>
                                        </p:attrNameLst>
                                      </p:cBhvr>
                                      <p:tavLst>
                                        <p:tav tm="0">
                                          <p:val>
                                            <p:fltVal val="0.000000"/>
                                          </p:val>
                                        </p:tav>
                                        <p:tav tm="100000">
                                          <p:val>
                                            <p:strVal val="#ppt_h"/>
                                          </p:val>
                                        </p:tav>
                                      </p:tavLst>
                                    </p:anim>
                                    <p:anim calcmode="lin" valueType="num">
                                      <p:cBhvr>
                                        <p:cTn id="9" dur="1000" fill="hold"/>
                                        <p:tgtEl>
                                          <p:spTgt spid="121859"/>
                                        </p:tgtEl>
                                        <p:attrNameLst>
                                          <p:attrName>ppt_x</p:attrName>
                                        </p:attrNameLst>
                                      </p:cBhvr>
                                      <p:tavLst>
                                        <p:tav tm="0" fmla="#ppt_x+(cos(-2*pi*(1-$))*-#ppt_x-sin(-2*pi*(1-$))*(1-#ppt_y))*(1-$)">
                                          <p:val>
                                            <p:fltVal val="0.000000"/>
                                          </p:val>
                                        </p:tav>
                                        <p:tav tm="100000">
                                          <p:val>
                                            <p:fltVal val="1.000000"/>
                                          </p:val>
                                        </p:tav>
                                      </p:tavLst>
                                    </p:anim>
                                    <p:anim calcmode="lin" valueType="num">
                                      <p:cBhvr>
                                        <p:cTn id="10" dur="1000" fill="hold"/>
                                        <p:tgtEl>
                                          <p:spTgt spid="121859"/>
                                        </p:tgtEl>
                                        <p:attrNameLst>
                                          <p:attrName>ppt_y</p:attrName>
                                        </p:attrNameLst>
                                      </p:cBhvr>
                                      <p:tavLst>
                                        <p:tav tm="0" fmla="#ppt_y+(sin(-2*pi*(1-$))*-#ppt_x+cos(-2*pi*(1-$))*(1-#ppt_y))*(1-$)">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noChangeArrowheads="1"/>
          </p:cNvSpPr>
          <p:nvPr>
            <p:ph type="title" idx="4294967295"/>
          </p:nvPr>
        </p:nvSpPr>
        <p:spPr>
          <a:xfrm>
            <a:off x="0" y="303213"/>
            <a:ext cx="9144000" cy="482600"/>
          </a:xfrm>
          <a:solidFill>
            <a:srgbClr val="FFFFCC"/>
          </a:solidFill>
        </p:spPr>
        <p:txBody>
          <a:bodyPr vert="horz" wrap="square" lIns="91440" tIns="45720" rIns="91440" bIns="45720" numCol="1" rtlCol="0" anchor="ctr" anchorCtr="0" compatLnSpc="1">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600" b="0" i="0" u="none" strike="noStrike" kern="1200" cap="none" spc="0" normalizeH="0" baseline="0" noProof="0" dirty="0">
                <a:ln>
                  <a:noFill/>
                </a:ln>
                <a:solidFill>
                  <a:schemeClr val="accent6"/>
                </a:solidFill>
                <a:effectLst>
                  <a:outerShdw blurRad="38100" dist="38100" dir="2700000" algn="tl">
                    <a:srgbClr val="000000"/>
                  </a:outerShdw>
                </a:effectLst>
                <a:uLnTx/>
                <a:uFillTx/>
                <a:latin typeface="华文隶书" panose="02010800040101010101" pitchFamily="2" charset="-122"/>
                <a:ea typeface="华文隶书" panose="02010800040101010101" pitchFamily="2" charset="-122"/>
                <a:cs typeface="+mj-cs"/>
              </a:rPr>
              <a:t>我们今天，应该如何认识“孝”道？</a:t>
            </a:r>
            <a:endParaRPr kumimoji="0" lang="zh-CN" altLang="en-US" sz="3600" b="0" i="0" u="none" strike="noStrike" kern="1200" cap="none" spc="0" normalizeH="0" baseline="0" noProof="0" dirty="0">
              <a:ln>
                <a:noFill/>
              </a:ln>
              <a:solidFill>
                <a:schemeClr val="accent6"/>
              </a:solidFill>
              <a:effectLst>
                <a:outerShdw blurRad="38100" dist="38100" dir="2700000" algn="tl">
                  <a:srgbClr val="000000"/>
                </a:outerShdw>
              </a:effectLst>
              <a:uLnTx/>
              <a:uFillTx/>
              <a:latin typeface="华文隶书" panose="02010800040101010101" pitchFamily="2" charset="-122"/>
              <a:ea typeface="华文隶书" panose="02010800040101010101" pitchFamily="2" charset="-122"/>
              <a:cs typeface="+mj-cs"/>
            </a:endParaRPr>
          </a:p>
        </p:txBody>
      </p:sp>
      <p:sp>
        <p:nvSpPr>
          <p:cNvPr id="97283" name="Rectangle 3"/>
          <p:cNvSpPr>
            <a:spLocks noGrp="1"/>
          </p:cNvSpPr>
          <p:nvPr>
            <p:ph type="body" idx="4294967295"/>
          </p:nvPr>
        </p:nvSpPr>
        <p:spPr>
          <a:xfrm>
            <a:off x="87313" y="857250"/>
            <a:ext cx="8842375" cy="3779838"/>
          </a:xfrm>
          <a:solidFill>
            <a:srgbClr val="FFFFCC">
              <a:alpha val="100000"/>
            </a:srgbClr>
          </a:solidFill>
          <a:ln/>
        </p:spPr>
        <p:txBody>
          <a:bodyPr vert="horz" wrap="square" lIns="91440" tIns="45720" rIns="91440" bIns="45720" anchor="t" anchorCtr="0"/>
          <a:p>
            <a:pPr eaLnBrk="1" hangingPunct="1">
              <a:lnSpc>
                <a:spcPct val="140000"/>
              </a:lnSpc>
            </a:pPr>
            <a:r>
              <a:rPr lang="en-US" altLang="zh-CN" sz="2000" b="1" dirty="0">
                <a:latin typeface="幼圆" panose="02010509060101010101" pitchFamily="49" charset="-122"/>
                <a:ea typeface="幼圆" panose="02010509060101010101" pitchFamily="49" charset="-122"/>
              </a:rPr>
              <a:t>“</a:t>
            </a:r>
            <a:r>
              <a:rPr lang="zh-CN" altLang="en-US" sz="2000" b="1" dirty="0">
                <a:latin typeface="幼圆" panose="02010509060101010101" pitchFamily="49" charset="-122"/>
                <a:ea typeface="幼圆" panose="02010509060101010101" pitchFamily="49" charset="-122"/>
              </a:rPr>
              <a:t>孝”为中华民族传统道德之本。在封建社会，“孝”被异化为封建统治阶级统治人民、维系政权的一个最重要的工具；一切听命于“一家之长”的观念，使人们往往</a:t>
            </a:r>
            <a:r>
              <a:rPr lang="zh-CN" altLang="en-US" sz="2000" b="1" dirty="0">
                <a:solidFill>
                  <a:srgbClr val="4B14AA"/>
                </a:solidFill>
                <a:latin typeface="幼圆" panose="02010509060101010101" pitchFamily="49" charset="-122"/>
                <a:ea typeface="幼圆" panose="02010509060101010101" pitchFamily="49" charset="-122"/>
              </a:rPr>
              <a:t>屈从于独断的权威或传统的家庭礼教，</a:t>
            </a:r>
            <a:r>
              <a:rPr lang="zh-CN" altLang="en-US" sz="2000" b="1" dirty="0">
                <a:latin typeface="幼圆" panose="02010509060101010101" pitchFamily="49" charset="-122"/>
                <a:ea typeface="幼圆" panose="02010509060101010101" pitchFamily="49" charset="-122"/>
              </a:rPr>
              <a:t>失去了独立的人格，形成了家庭关系中的</a:t>
            </a:r>
            <a:r>
              <a:rPr lang="zh-CN" altLang="en-US" sz="2000" b="1" dirty="0">
                <a:solidFill>
                  <a:srgbClr val="4B14AA"/>
                </a:solidFill>
                <a:latin typeface="幼圆" panose="02010509060101010101" pitchFamily="49" charset="-122"/>
                <a:ea typeface="幼圆" panose="02010509060101010101" pitchFamily="49" charset="-122"/>
              </a:rPr>
              <a:t>不平等</a:t>
            </a:r>
            <a:r>
              <a:rPr lang="zh-CN" altLang="en-US" sz="2000" b="1" dirty="0">
                <a:latin typeface="幼圆" panose="02010509060101010101" pitchFamily="49" charset="-122"/>
                <a:ea typeface="幼圆" panose="02010509060101010101" pitchFamily="49" charset="-122"/>
              </a:rPr>
              <a:t>，这种不平等的关系又被逐渐推广到整个社会。</a:t>
            </a:r>
            <a:endParaRPr lang="zh-CN" altLang="en-US" sz="2000" b="1" dirty="0">
              <a:latin typeface="幼圆" panose="02010509060101010101" pitchFamily="49" charset="-122"/>
              <a:ea typeface="幼圆" panose="02010509060101010101" pitchFamily="49" charset="-122"/>
            </a:endParaRPr>
          </a:p>
          <a:p>
            <a:pPr eaLnBrk="1" hangingPunct="1">
              <a:lnSpc>
                <a:spcPct val="140000"/>
              </a:lnSpc>
            </a:pPr>
            <a:r>
              <a:rPr lang="zh-CN" altLang="en-US" sz="2000" b="1" dirty="0">
                <a:latin typeface="幼圆" panose="02010509060101010101" pitchFamily="49" charset="-122"/>
                <a:ea typeface="幼圆" panose="02010509060101010101" pitchFamily="49" charset="-122"/>
              </a:rPr>
              <a:t>另一方面，“孝”从它本身意义出发，所包含的尊老、敬老、养老，以及亲亲、爱人、爱国，正是中华民族的一大</a:t>
            </a:r>
            <a:r>
              <a:rPr lang="zh-CN" altLang="en-US" sz="2000" b="1" dirty="0">
                <a:solidFill>
                  <a:srgbClr val="4B14AA"/>
                </a:solidFill>
                <a:latin typeface="幼圆" panose="02010509060101010101" pitchFamily="49" charset="-122"/>
                <a:ea typeface="幼圆" panose="02010509060101010101" pitchFamily="49" charset="-122"/>
              </a:rPr>
              <a:t>传统美德，是中华民族家庭和睦、邻里相亲、社会稳定</a:t>
            </a:r>
            <a:r>
              <a:rPr lang="zh-CN" altLang="en-US" sz="2000" b="1" dirty="0">
                <a:latin typeface="幼圆" panose="02010509060101010101" pitchFamily="49" charset="-122"/>
                <a:ea typeface="幼圆" panose="02010509060101010101" pitchFamily="49" charset="-122"/>
              </a:rPr>
              <a:t>的重要内在因素。</a:t>
            </a:r>
            <a:endParaRPr lang="zh-CN" altLang="en-US" sz="2000" b="1" dirty="0">
              <a:latin typeface="幼圆" panose="02010509060101010101" pitchFamily="49" charset="-122"/>
              <a:ea typeface="幼圆" panose="02010509060101010101" pitchFamily="49" charset="-122"/>
            </a:endParaRPr>
          </a:p>
        </p:txBody>
      </p:sp>
      <p:sp>
        <p:nvSpPr>
          <p:cNvPr id="32772" name="AutoShape 4">
            <a:hlinkClick r:id="rId1" action="ppaction://hlinksldjump"/>
          </p:cNvPr>
          <p:cNvSpPr/>
          <p:nvPr/>
        </p:nvSpPr>
        <p:spPr>
          <a:xfrm>
            <a:off x="8604250" y="4443413"/>
            <a:ext cx="381000" cy="285750"/>
          </a:xfrm>
          <a:prstGeom prst="smileyFace">
            <a:avLst>
              <a:gd name="adj" fmla="val 4653"/>
            </a:avLst>
          </a:prstGeom>
          <a:noFill/>
          <a:ln w="19050" cap="flat" cmpd="sng">
            <a:solidFill>
              <a:schemeClr val="tx2"/>
            </a:solidFill>
            <a:prstDash val="solid"/>
            <a:headEnd type="none" w="med" len="med"/>
            <a:tailEnd type="none" w="med" len="med"/>
          </a:ln>
        </p:spPr>
        <p:txBody>
          <a:bodyPr wrap="none" anchor="ctr" anchorCtr="0"/>
          <a:p>
            <a:pPr algn="ctr"/>
            <a:endParaRPr lang="zh-CN" altLang="en-US" dirty="0">
              <a:solidFill>
                <a:srgbClr val="FF9900"/>
              </a:solidFill>
              <a:latin typeface="Arial" panose="020B0604020202020204" pitchFamily="34"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strips(downLeft)">
                                      <p:cBhvr>
                                        <p:cTn id="7" dur="500"/>
                                        <p:tgtEl>
                                          <p:spTgt spid="9728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97283">
                                            <p:txEl>
                                              <p:charRg st="0" end="133"/>
                                            </p:txEl>
                                          </p:spTgt>
                                        </p:tgtEl>
                                        <p:attrNameLst>
                                          <p:attrName>style.visibility</p:attrName>
                                        </p:attrNameLst>
                                      </p:cBhvr>
                                      <p:to>
                                        <p:strVal val="visible"/>
                                      </p:to>
                                    </p:set>
                                    <p:animEffect transition="in" filter="strips(downLeft)">
                                      <p:cBhvr>
                                        <p:cTn id="12" dur="500"/>
                                        <p:tgtEl>
                                          <p:spTgt spid="97283">
                                            <p:txEl>
                                              <p:charRg st="0" end="1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97283">
                                            <p:txEl>
                                              <p:charRg st="133" end="216"/>
                                            </p:txEl>
                                          </p:spTgt>
                                        </p:tgtEl>
                                        <p:attrNameLst>
                                          <p:attrName>style.visibility</p:attrName>
                                        </p:attrNameLst>
                                      </p:cBhvr>
                                      <p:to>
                                        <p:strVal val="visible"/>
                                      </p:to>
                                    </p:set>
                                    <p:animEffect transition="in" filter="strips(downLeft)">
                                      <p:cBhvr>
                                        <p:cTn id="17" dur="500"/>
                                        <p:tgtEl>
                                          <p:spTgt spid="97283">
                                            <p:txEl>
                                              <p:charRg st="133" end="2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nimBg="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794" name="Picture 2" descr="捕捉_3">
            <a:hlinkClick r:id="rId1" action="ppaction://hlinksldjump"/>
          </p:cNvPr>
          <p:cNvPicPr>
            <a:picLocks noChangeAspect="1"/>
          </p:cNvPicPr>
          <p:nvPr/>
        </p:nvPicPr>
        <p:blipFill>
          <a:blip r:embed="rId2"/>
          <a:stretch>
            <a:fillRect/>
          </a:stretch>
        </p:blipFill>
        <p:spPr>
          <a:xfrm>
            <a:off x="0" y="0"/>
            <a:ext cx="4427538" cy="5143500"/>
          </a:xfrm>
          <a:prstGeom prst="rect">
            <a:avLst/>
          </a:prstGeom>
          <a:noFill/>
          <a:ln w="9525">
            <a:noFill/>
          </a:ln>
        </p:spPr>
      </p:pic>
      <p:pic>
        <p:nvPicPr>
          <p:cNvPr id="33795" name="Picture 3" descr="捕捉_4"/>
          <p:cNvPicPr>
            <a:picLocks noChangeAspect="1"/>
          </p:cNvPicPr>
          <p:nvPr/>
        </p:nvPicPr>
        <p:blipFill>
          <a:blip r:embed="rId3"/>
          <a:stretch>
            <a:fillRect/>
          </a:stretch>
        </p:blipFill>
        <p:spPr>
          <a:xfrm>
            <a:off x="4427538" y="0"/>
            <a:ext cx="4716462" cy="5143500"/>
          </a:xfrm>
          <a:prstGeom prst="rect">
            <a:avLst/>
          </a:prstGeom>
          <a:noFill/>
          <a:ln w="9525">
            <a:noFill/>
          </a:ln>
        </p:spPr>
      </p:pic>
      <p:sp>
        <p:nvSpPr>
          <p:cNvPr id="33796" name="AutoShape 4">
            <a:hlinkClick r:id="rId4" action="ppaction://hlinksldjump"/>
          </p:cNvPr>
          <p:cNvSpPr/>
          <p:nvPr/>
        </p:nvSpPr>
        <p:spPr>
          <a:xfrm>
            <a:off x="8604250" y="4443413"/>
            <a:ext cx="381000" cy="285750"/>
          </a:xfrm>
          <a:prstGeom prst="smileyFace">
            <a:avLst>
              <a:gd name="adj" fmla="val 4653"/>
            </a:avLst>
          </a:prstGeom>
          <a:noFill/>
          <a:ln w="19050" cap="flat" cmpd="sng">
            <a:solidFill>
              <a:schemeClr val="tx2"/>
            </a:solidFill>
            <a:prstDash val="solid"/>
            <a:headEnd type="none" w="med" len="med"/>
            <a:tailEnd type="none" w="med" len="med"/>
          </a:ln>
        </p:spPr>
        <p:txBody>
          <a:bodyPr wrap="none" anchor="ctr" anchorCtr="0"/>
          <a:p>
            <a:pPr algn="ctr"/>
            <a:endParaRPr lang="zh-CN" altLang="en-US" dirty="0">
              <a:solidFill>
                <a:srgbClr val="FF9900"/>
              </a:solidFill>
              <a:latin typeface="Arial" panose="020B0604020202020204" pitchFamily="34" charset="0"/>
            </a:endParaRPr>
          </a:p>
        </p:txBody>
      </p:sp>
    </p:spTree>
  </p:cSld>
  <p:clrMapOvr>
    <a:masterClrMapping/>
  </p:clrMapOvr>
  <p:transition/>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amwork">
  <a:themeElements>
    <a:clrScheme name="Teamwork 4">
      <a:dk1>
        <a:srgbClr val="006E6B"/>
      </a:dk1>
      <a:lt1>
        <a:srgbClr val="FFFFFF"/>
      </a:lt1>
      <a:dk2>
        <a:srgbClr val="006666"/>
      </a:dk2>
      <a:lt2>
        <a:srgbClr val="B9EFEE"/>
      </a:lt2>
      <a:accent1>
        <a:srgbClr val="33CCCC"/>
      </a:accent1>
      <a:accent2>
        <a:srgbClr val="6AB475"/>
      </a:accent2>
      <a:accent3>
        <a:srgbClr val="AAB8B8"/>
      </a:accent3>
      <a:accent4>
        <a:srgbClr val="DADADA"/>
      </a:accent4>
      <a:accent5>
        <a:srgbClr val="ADE2E2"/>
      </a:accent5>
      <a:accent6>
        <a:srgbClr val="5FA369"/>
      </a:accent6>
      <a:hlink>
        <a:srgbClr val="00FF99"/>
      </a:hlink>
      <a:folHlink>
        <a:srgbClr val="CCFF66"/>
      </a:folHlink>
    </a:clrScheme>
    <a:fontScheme name="Teamwork">
      <a:majorFont>
        <a:latin typeface="Garamond"/>
        <a:ea typeface="宋体"/>
        <a:cs typeface=""/>
      </a:majorFont>
      <a:minorFont>
        <a:latin typeface="Garamond"/>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Teamwork 1">
        <a:dk1>
          <a:srgbClr val="000078"/>
        </a:dk1>
        <a:lt1>
          <a:srgbClr val="FFFFFF"/>
        </a:lt1>
        <a:dk2>
          <a:srgbClr val="000066"/>
        </a:dk2>
        <a:lt2>
          <a:srgbClr val="CCECFF"/>
        </a:lt2>
        <a:accent1>
          <a:srgbClr val="0099CC"/>
        </a:accent1>
        <a:accent2>
          <a:srgbClr val="008080"/>
        </a:accent2>
        <a:accent3>
          <a:srgbClr val="AAAAB8"/>
        </a:accent3>
        <a:accent4>
          <a:srgbClr val="DADADA"/>
        </a:accent4>
        <a:accent5>
          <a:srgbClr val="AACAE2"/>
        </a:accent5>
        <a:accent6>
          <a:srgbClr val="007373"/>
        </a:accent6>
        <a:hlink>
          <a:srgbClr val="00FFCC"/>
        </a:hlink>
        <a:folHlink>
          <a:srgbClr val="6699FF"/>
        </a:folHlink>
      </a:clrScheme>
      <a:clrMap bg1="dk2" tx1="lt1" bg2="dk1" tx2="lt2" accent1="accent1" accent2="accent2" accent3="accent3" accent4="accent4" accent5="accent5" accent6="accent6" hlink="hlink" folHlink="folHlink"/>
    </a:extraClrScheme>
    <a:extraClrScheme>
      <a:clrScheme name="Teamwork 2">
        <a:dk1>
          <a:srgbClr val="0000A6"/>
        </a:dk1>
        <a:lt1>
          <a:srgbClr val="FFFFFF"/>
        </a:lt1>
        <a:dk2>
          <a:srgbClr val="000099"/>
        </a:dk2>
        <a:lt2>
          <a:srgbClr val="CCFFFF"/>
        </a:lt2>
        <a:accent1>
          <a:srgbClr val="00CCFF"/>
        </a:accent1>
        <a:accent2>
          <a:srgbClr val="FFE701"/>
        </a:accent2>
        <a:accent3>
          <a:srgbClr val="AAAACA"/>
        </a:accent3>
        <a:accent4>
          <a:srgbClr val="DADADA"/>
        </a:accent4>
        <a:accent5>
          <a:srgbClr val="AAE2FF"/>
        </a:accent5>
        <a:accent6>
          <a:srgbClr val="E7D101"/>
        </a:accent6>
        <a:hlink>
          <a:srgbClr val="FFCC66"/>
        </a:hlink>
        <a:folHlink>
          <a:srgbClr val="00CA00"/>
        </a:folHlink>
      </a:clrScheme>
      <a:clrMap bg1="dk2" tx1="lt1" bg2="dk1" tx2="lt2" accent1="accent1" accent2="accent2" accent3="accent3" accent4="accent4" accent5="accent5" accent6="accent6" hlink="hlink" folHlink="folHlink"/>
    </a:extraClrScheme>
    <a:extraClrScheme>
      <a:clrScheme name="Teamwork 3">
        <a:dk1>
          <a:srgbClr val="000000"/>
        </a:dk1>
        <a:lt1>
          <a:srgbClr val="E0EBF6"/>
        </a:lt1>
        <a:dk2>
          <a:srgbClr val="77A4AF"/>
        </a:dk2>
        <a:lt2>
          <a:srgbClr val="F3F7FB"/>
        </a:lt2>
        <a:accent1>
          <a:srgbClr val="B9C4D7"/>
        </a:accent1>
        <a:accent2>
          <a:srgbClr val="B1A1C5"/>
        </a:accent2>
        <a:accent3>
          <a:srgbClr val="EDF3FA"/>
        </a:accent3>
        <a:accent4>
          <a:srgbClr val="000000"/>
        </a:accent4>
        <a:accent5>
          <a:srgbClr val="D9DEE8"/>
        </a:accent5>
        <a:accent6>
          <a:srgbClr val="A091B2"/>
        </a:accent6>
        <a:hlink>
          <a:srgbClr val="3F2FB5"/>
        </a:hlink>
        <a:folHlink>
          <a:srgbClr val="318944"/>
        </a:folHlink>
      </a:clrScheme>
      <a:clrMap bg1="lt1" tx1="dk1" bg2="lt2" tx2="dk2" accent1="accent1" accent2="accent2" accent3="accent3" accent4="accent4" accent5="accent5" accent6="accent6" hlink="hlink" folHlink="folHlink"/>
    </a:extraClrScheme>
    <a:extraClrScheme>
      <a:clrScheme name="Teamwork 4">
        <a:dk1>
          <a:srgbClr val="006E6B"/>
        </a:dk1>
        <a:lt1>
          <a:srgbClr val="FFFFFF"/>
        </a:lt1>
        <a:dk2>
          <a:srgbClr val="006666"/>
        </a:dk2>
        <a:lt2>
          <a:srgbClr val="B9EFEE"/>
        </a:lt2>
        <a:accent1>
          <a:srgbClr val="33CCCC"/>
        </a:accent1>
        <a:accent2>
          <a:srgbClr val="6AB475"/>
        </a:accent2>
        <a:accent3>
          <a:srgbClr val="AAB8B8"/>
        </a:accent3>
        <a:accent4>
          <a:srgbClr val="DADADA"/>
        </a:accent4>
        <a:accent5>
          <a:srgbClr val="ADE2E2"/>
        </a:accent5>
        <a:accent6>
          <a:srgbClr val="5FA369"/>
        </a:accent6>
        <a:hlink>
          <a:srgbClr val="00FF99"/>
        </a:hlink>
        <a:folHlink>
          <a:srgbClr val="CCFF66"/>
        </a:folHlink>
      </a:clrScheme>
      <a:clrMap bg1="dk2" tx1="lt1" bg2="dk1" tx2="lt2" accent1="accent1" accent2="accent2" accent3="accent3" accent4="accent4" accent5="accent5" accent6="accent6" hlink="hlink" folHlink="folHlink"/>
    </a:extraClrScheme>
    <a:extraClrScheme>
      <a:clrScheme name="Teamwork 5">
        <a:dk1>
          <a:srgbClr val="8ABA8D"/>
        </a:dk1>
        <a:lt1>
          <a:srgbClr val="FFFFFF"/>
        </a:lt1>
        <a:dk2>
          <a:srgbClr val="6FB56D"/>
        </a:dk2>
        <a:lt2>
          <a:srgbClr val="DCF1F4"/>
        </a:lt2>
        <a:accent1>
          <a:srgbClr val="2E7E2E"/>
        </a:accent1>
        <a:accent2>
          <a:srgbClr val="25735D"/>
        </a:accent2>
        <a:accent3>
          <a:srgbClr val="BBD7BA"/>
        </a:accent3>
        <a:accent4>
          <a:srgbClr val="DADADA"/>
        </a:accent4>
        <a:accent5>
          <a:srgbClr val="ADC0AD"/>
        </a:accent5>
        <a:accent6>
          <a:srgbClr val="206853"/>
        </a:accent6>
        <a:hlink>
          <a:srgbClr val="FFFF00"/>
        </a:hlink>
        <a:folHlink>
          <a:srgbClr val="FFF4BF"/>
        </a:folHlink>
      </a:clrScheme>
      <a:clrMap bg1="dk2" tx1="lt1" bg2="dk1" tx2="lt2" accent1="accent1" accent2="accent2" accent3="accent3" accent4="accent4" accent5="accent5" accent6="accent6" hlink="hlink" folHlink="folHlink"/>
    </a:extraClrScheme>
    <a:extraClrScheme>
      <a:clrScheme name="Teamwork 6">
        <a:dk1>
          <a:srgbClr val="005400"/>
        </a:dk1>
        <a:lt1>
          <a:srgbClr val="FFFFFF"/>
        </a:lt1>
        <a:dk2>
          <a:srgbClr val="004800"/>
        </a:dk2>
        <a:lt2>
          <a:srgbClr val="D6D8C0"/>
        </a:lt2>
        <a:accent1>
          <a:srgbClr val="339933"/>
        </a:accent1>
        <a:accent2>
          <a:srgbClr val="7D8C70"/>
        </a:accent2>
        <a:accent3>
          <a:srgbClr val="AAB1AA"/>
        </a:accent3>
        <a:accent4>
          <a:srgbClr val="DADADA"/>
        </a:accent4>
        <a:accent5>
          <a:srgbClr val="ADCAAD"/>
        </a:accent5>
        <a:accent6>
          <a:srgbClr val="717E65"/>
        </a:accent6>
        <a:hlink>
          <a:srgbClr val="CCCC00"/>
        </a:hlink>
        <a:folHlink>
          <a:srgbClr val="85B3B1"/>
        </a:folHlink>
      </a:clrScheme>
      <a:clrMap bg1="dk2" tx1="lt1" bg2="dk1" tx2="lt2" accent1="accent1" accent2="accent2" accent3="accent3" accent4="accent4" accent5="accent5" accent6="accent6" hlink="hlink" folHlink="folHlink"/>
    </a:extraClrScheme>
    <a:extraClrScheme>
      <a:clrScheme name="Teamwork 7">
        <a:dk1>
          <a:srgbClr val="000000"/>
        </a:dk1>
        <a:lt1>
          <a:srgbClr val="F5F0BD"/>
        </a:lt1>
        <a:dk2>
          <a:srgbClr val="BD9D69"/>
        </a:dk2>
        <a:lt2>
          <a:srgbClr val="FFFFCC"/>
        </a:lt2>
        <a:accent1>
          <a:srgbClr val="CDBB77"/>
        </a:accent1>
        <a:accent2>
          <a:srgbClr val="F8EBD0"/>
        </a:accent2>
        <a:accent3>
          <a:srgbClr val="F9F6DB"/>
        </a:accent3>
        <a:accent4>
          <a:srgbClr val="000000"/>
        </a:accent4>
        <a:accent5>
          <a:srgbClr val="E3DABD"/>
        </a:accent5>
        <a:accent6>
          <a:srgbClr val="E1D5BC"/>
        </a:accent6>
        <a:hlink>
          <a:srgbClr val="FF9900"/>
        </a:hlink>
        <a:folHlink>
          <a:srgbClr val="C64B00"/>
        </a:folHlink>
      </a:clrScheme>
      <a:clrMap bg1="lt1" tx1="dk1" bg2="lt2" tx2="dk2" accent1="accent1" accent2="accent2" accent3="accent3" accent4="accent4" accent5="accent5" accent6="accent6" hlink="hlink" folHlink="folHlink"/>
    </a:extraClrScheme>
    <a:extraClrScheme>
      <a:clrScheme name="Teamwork 8">
        <a:dk1>
          <a:srgbClr val="000000"/>
        </a:dk1>
        <a:lt1>
          <a:srgbClr val="E2DDD4"/>
        </a:lt1>
        <a:dk2>
          <a:srgbClr val="000000"/>
        </a:dk2>
        <a:lt2>
          <a:srgbClr val="EFEBE3"/>
        </a:lt2>
        <a:accent1>
          <a:srgbClr val="F2F2F2"/>
        </a:accent1>
        <a:accent2>
          <a:srgbClr val="C4AD74"/>
        </a:accent2>
        <a:accent3>
          <a:srgbClr val="EEEBE6"/>
        </a:accent3>
        <a:accent4>
          <a:srgbClr val="000000"/>
        </a:accent4>
        <a:accent5>
          <a:srgbClr val="F7F7F7"/>
        </a:accent5>
        <a:accent6>
          <a:srgbClr val="B19C68"/>
        </a:accent6>
        <a:hlink>
          <a:srgbClr val="A46032"/>
        </a:hlink>
        <a:folHlink>
          <a:srgbClr val="8F8E73"/>
        </a:folHlink>
      </a:clrScheme>
      <a:clrMap bg1="lt1" tx1="dk1" bg2="lt2" tx2="dk2" accent1="accent1" accent2="accent2" accent3="accent3" accent4="accent4" accent5="accent5" accent6="accent6" hlink="hlink" folHlink="folHlink"/>
    </a:extraClrScheme>
    <a:extraClrScheme>
      <a:clrScheme name="Teamwork 9">
        <a:dk1>
          <a:srgbClr val="8A0000"/>
        </a:dk1>
        <a:lt1>
          <a:srgbClr val="FFFFFF"/>
        </a:lt1>
        <a:dk2>
          <a:srgbClr val="800000"/>
        </a:dk2>
        <a:lt2>
          <a:srgbClr val="FFFFCC"/>
        </a:lt2>
        <a:accent1>
          <a:srgbClr val="FF5831"/>
        </a:accent1>
        <a:accent2>
          <a:srgbClr val="C5543D"/>
        </a:accent2>
        <a:accent3>
          <a:srgbClr val="C0AAAA"/>
        </a:accent3>
        <a:accent4>
          <a:srgbClr val="DADADA"/>
        </a:accent4>
        <a:accent5>
          <a:srgbClr val="FFB4AD"/>
        </a:accent5>
        <a:accent6>
          <a:srgbClr val="B24B36"/>
        </a:accent6>
        <a:hlink>
          <a:srgbClr val="FFFFCC"/>
        </a:hlink>
        <a:folHlink>
          <a:srgbClr val="FF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3479</Words>
  <Application>WPS 演示</Application>
  <PresentationFormat>全屏显示(16:9)</PresentationFormat>
  <Paragraphs>172</Paragraphs>
  <Slides>30</Slides>
  <Notes>0</Notes>
  <HiddenSlides>1</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30</vt:i4>
      </vt:variant>
    </vt:vector>
  </HeadingPairs>
  <TitlesOfParts>
    <vt:vector size="52" baseType="lpstr">
      <vt:lpstr>Arial</vt:lpstr>
      <vt:lpstr>宋体</vt:lpstr>
      <vt:lpstr>Wingdings</vt:lpstr>
      <vt:lpstr>Wingdings 2</vt:lpstr>
      <vt:lpstr>Calibri</vt:lpstr>
      <vt:lpstr>Garamond</vt:lpstr>
      <vt:lpstr>幼圆</vt:lpstr>
      <vt:lpstr>华文行楷</vt:lpstr>
      <vt:lpstr>隶书</vt:lpstr>
      <vt:lpstr>华文中宋</vt:lpstr>
      <vt:lpstr>华文新魏</vt:lpstr>
      <vt:lpstr>Times New Roman</vt:lpstr>
      <vt:lpstr>黑体</vt:lpstr>
      <vt:lpstr>华文隶书</vt:lpstr>
      <vt:lpstr>Verdana</vt:lpstr>
      <vt:lpstr>Arial</vt:lpstr>
      <vt:lpstr>微软雅黑</vt:lpstr>
      <vt:lpstr>Arial Unicode MS</vt:lpstr>
      <vt:lpstr>方正舒体</vt:lpstr>
      <vt:lpstr>Comic Sans MS</vt:lpstr>
      <vt:lpstr>吉祥如意</vt:lpstr>
      <vt:lpstr>Teamwork</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传统文化的继承</dc:title>
  <dc:creator/>
  <cp:lastModifiedBy>G210</cp:lastModifiedBy>
  <cp:revision>246</cp:revision>
  <dcterms:created xsi:type="dcterms:W3CDTF">2020-09-25T08:17:33Z</dcterms:created>
  <dcterms:modified xsi:type="dcterms:W3CDTF">2020-09-25T08:17:44Z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2052-11.8.2.8506</vt:lpwstr>
  </property>
</Properties>
</file>