
<file path=[Content_Types].xml><?xml version="1.0" encoding="utf-8"?>
<Types xmlns="http://schemas.openxmlformats.org/package/2006/content-types">
  <Default Extension="jpeg" ContentType="image/jpeg"/>
  <Default Extension="gif" ContentType="image/gif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60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9" r:id="rId18"/>
    <p:sldId id="350" r:id="rId19"/>
    <p:sldId id="351" r:id="rId20"/>
    <p:sldId id="352" r:id="rId21"/>
    <p:sldId id="353" r:id="rId22"/>
    <p:sldId id="288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3" d="100"/>
          <a:sy n="73" d="100"/>
        </p:scale>
        <p:origin x="-582" y="-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image" Target="../media/image2.jpeg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" y="0"/>
            <a:ext cx="12185982" cy="6858000"/>
          </a:xfrm>
          <a:prstGeom prst="rect">
            <a:avLst/>
          </a:prstGeom>
        </p:spPr>
      </p:pic>
      <p:sp>
        <p:nvSpPr>
          <p:cNvPr id="4107" name="矩形 4106"/>
          <p:cNvSpPr/>
          <p:nvPr>
            <p:custDataLst>
              <p:tags r:id="rId4"/>
            </p:custDataLst>
          </p:nvPr>
        </p:nvSpPr>
        <p:spPr>
          <a:xfrm>
            <a:off x="-16671" y="0"/>
            <a:ext cx="12225342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03" name="Freeform 23"/>
          <p:cNvSpPr/>
          <p:nvPr>
            <p:custDataLst>
              <p:tags r:id="rId5"/>
            </p:custDataLst>
          </p:nvPr>
        </p:nvSpPr>
        <p:spPr bwMode="auto">
          <a:xfrm>
            <a:off x="-14291" y="-1588"/>
            <a:ext cx="12233278" cy="5710238"/>
          </a:xfrm>
          <a:custGeom>
            <a:avLst/>
            <a:gdLst>
              <a:gd name="T0" fmla="*/ 0 w 7675"/>
              <a:gd name="T1" fmla="*/ 0 h 3598"/>
              <a:gd name="T2" fmla="*/ 7675 w 7675"/>
              <a:gd name="T3" fmla="*/ 0 h 3598"/>
              <a:gd name="T4" fmla="*/ 7675 w 7675"/>
              <a:gd name="T5" fmla="*/ 2034 h 3598"/>
              <a:gd name="T6" fmla="*/ 7259 w 7675"/>
              <a:gd name="T7" fmla="*/ 2318 h 3598"/>
              <a:gd name="T8" fmla="*/ 5459 w 7675"/>
              <a:gd name="T9" fmla="*/ 2770 h 3598"/>
              <a:gd name="T10" fmla="*/ 3191 w 7675"/>
              <a:gd name="T11" fmla="*/ 3338 h 3598"/>
              <a:gd name="T12" fmla="*/ 1531 w 7675"/>
              <a:gd name="T13" fmla="*/ 2850 h 3598"/>
              <a:gd name="T14" fmla="*/ 3 w 7675"/>
              <a:gd name="T15" fmla="*/ 1982 h 3598"/>
              <a:gd name="T16" fmla="*/ 0 w 7675"/>
              <a:gd name="T17" fmla="*/ 0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98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2034"/>
                  <a:pt x="7675" y="2034"/>
                  <a:pt x="7675" y="2034"/>
                </a:cubicBezTo>
                <a:cubicBezTo>
                  <a:pt x="7675" y="2034"/>
                  <a:pt x="7422" y="2168"/>
                  <a:pt x="7259" y="2318"/>
                </a:cubicBezTo>
                <a:cubicBezTo>
                  <a:pt x="7096" y="2468"/>
                  <a:pt x="6799" y="3030"/>
                  <a:pt x="5459" y="2770"/>
                </a:cubicBezTo>
                <a:cubicBezTo>
                  <a:pt x="4665" y="2616"/>
                  <a:pt x="3708" y="3175"/>
                  <a:pt x="3191" y="3338"/>
                </a:cubicBezTo>
                <a:cubicBezTo>
                  <a:pt x="2674" y="3501"/>
                  <a:pt x="2307" y="3598"/>
                  <a:pt x="1531" y="2850"/>
                </a:cubicBezTo>
                <a:cubicBezTo>
                  <a:pt x="755" y="2102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112" name="Freeform 27"/>
          <p:cNvSpPr/>
          <p:nvPr>
            <p:custDataLst>
              <p:tags r:id="rId6"/>
            </p:custDataLst>
          </p:nvPr>
        </p:nvSpPr>
        <p:spPr bwMode="auto">
          <a:xfrm>
            <a:off x="-14291" y="-1588"/>
            <a:ext cx="12238043" cy="5608638"/>
          </a:xfrm>
          <a:custGeom>
            <a:avLst/>
            <a:gdLst>
              <a:gd name="T0" fmla="*/ 0 w 7675"/>
              <a:gd name="T1" fmla="*/ 0 h 3533"/>
              <a:gd name="T2" fmla="*/ 7675 w 7675"/>
              <a:gd name="T3" fmla="*/ 0 h 3533"/>
              <a:gd name="T4" fmla="*/ 7675 w 7675"/>
              <a:gd name="T5" fmla="*/ 1988 h 3533"/>
              <a:gd name="T6" fmla="*/ 7178 w 7675"/>
              <a:gd name="T7" fmla="*/ 2308 h 3533"/>
              <a:gd name="T8" fmla="*/ 5450 w 7675"/>
              <a:gd name="T9" fmla="*/ 2730 h 3533"/>
              <a:gd name="T10" fmla="*/ 3218 w 7675"/>
              <a:gd name="T11" fmla="*/ 3193 h 3533"/>
              <a:gd name="T12" fmla="*/ 1531 w 7675"/>
              <a:gd name="T13" fmla="*/ 2785 h 3533"/>
              <a:gd name="T14" fmla="*/ 3 w 7675"/>
              <a:gd name="T15" fmla="*/ 1982 h 3533"/>
              <a:gd name="T16" fmla="*/ 0 w 7675"/>
              <a:gd name="T17" fmla="*/ 0 h 35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33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1988"/>
                  <a:pt x="7675" y="1988"/>
                  <a:pt x="7675" y="1988"/>
                </a:cubicBezTo>
                <a:cubicBezTo>
                  <a:pt x="7675" y="1988"/>
                  <a:pt x="7342" y="2159"/>
                  <a:pt x="7178" y="2308"/>
                </a:cubicBezTo>
                <a:cubicBezTo>
                  <a:pt x="7015" y="2458"/>
                  <a:pt x="6410" y="2945"/>
                  <a:pt x="5450" y="2730"/>
                </a:cubicBezTo>
                <a:cubicBezTo>
                  <a:pt x="4661" y="2553"/>
                  <a:pt x="3735" y="3030"/>
                  <a:pt x="3218" y="3193"/>
                </a:cubicBezTo>
                <a:cubicBezTo>
                  <a:pt x="2701" y="3356"/>
                  <a:pt x="2306" y="3533"/>
                  <a:pt x="1531" y="2785"/>
                </a:cubicBezTo>
                <a:cubicBezTo>
                  <a:pt x="755" y="2036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chemeClr val="accent2"/>
              </a:gs>
              <a:gs pos="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7"/>
          <p:cNvSpPr/>
          <p:nvPr>
            <p:custDataLst>
              <p:tags r:id="rId7"/>
            </p:custDataLst>
          </p:nvPr>
        </p:nvSpPr>
        <p:spPr bwMode="auto">
          <a:xfrm>
            <a:off x="-117476" y="2825662"/>
            <a:ext cx="1588" cy="1588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1 w 1"/>
              <a:gd name="T5" fmla="*/ 1 h 1"/>
              <a:gd name="T6" fmla="*/ 1 w 1"/>
              <a:gd name="T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" h="1">
                <a:moveTo>
                  <a:pt x="1" y="0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close/>
              </a:path>
            </a:pathLst>
          </a:custGeom>
          <a:solidFill>
            <a:srgbClr val="DCEC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099" name="Freeform 19"/>
          <p:cNvSpPr/>
          <p:nvPr>
            <p:custDataLst>
              <p:tags r:id="rId8"/>
            </p:custDataLst>
          </p:nvPr>
        </p:nvSpPr>
        <p:spPr bwMode="auto">
          <a:xfrm>
            <a:off x="-1" y="3477489"/>
            <a:ext cx="12192000" cy="1552575"/>
          </a:xfrm>
          <a:custGeom>
            <a:avLst/>
            <a:gdLst>
              <a:gd name="T0" fmla="*/ 0 w 7680"/>
              <a:gd name="T1" fmla="*/ 160 h 976"/>
              <a:gd name="T2" fmla="*/ 72 w 7680"/>
              <a:gd name="T3" fmla="*/ 205 h 976"/>
              <a:gd name="T4" fmla="*/ 1481 w 7680"/>
              <a:gd name="T5" fmla="*/ 976 h 976"/>
              <a:gd name="T6" fmla="*/ 3046 w 7680"/>
              <a:gd name="T7" fmla="*/ 622 h 976"/>
              <a:gd name="T8" fmla="*/ 4584 w 7680"/>
              <a:gd name="T9" fmla="*/ 839 h 976"/>
              <a:gd name="T10" fmla="*/ 5795 w 7680"/>
              <a:gd name="T11" fmla="*/ 608 h 976"/>
              <a:gd name="T12" fmla="*/ 7129 w 7680"/>
              <a:gd name="T13" fmla="*/ 23 h 976"/>
              <a:gd name="T14" fmla="*/ 7600 w 7680"/>
              <a:gd name="T15" fmla="*/ 112 h 976"/>
              <a:gd name="T16" fmla="*/ 7680 w 7680"/>
              <a:gd name="T17" fmla="*/ 124 h 9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80" h="976">
                <a:moveTo>
                  <a:pt x="0" y="160"/>
                </a:moveTo>
                <a:cubicBezTo>
                  <a:pt x="0" y="160"/>
                  <a:pt x="24" y="160"/>
                  <a:pt x="72" y="205"/>
                </a:cubicBezTo>
                <a:cubicBezTo>
                  <a:pt x="291" y="406"/>
                  <a:pt x="934" y="976"/>
                  <a:pt x="1481" y="976"/>
                </a:cubicBezTo>
                <a:cubicBezTo>
                  <a:pt x="2066" y="976"/>
                  <a:pt x="2491" y="653"/>
                  <a:pt x="3046" y="622"/>
                </a:cubicBezTo>
                <a:cubicBezTo>
                  <a:pt x="3500" y="596"/>
                  <a:pt x="4040" y="844"/>
                  <a:pt x="4584" y="839"/>
                </a:cubicBezTo>
                <a:cubicBezTo>
                  <a:pt x="4831" y="837"/>
                  <a:pt x="5490" y="749"/>
                  <a:pt x="5795" y="608"/>
                </a:cubicBezTo>
                <a:cubicBezTo>
                  <a:pt x="6149" y="445"/>
                  <a:pt x="6759" y="58"/>
                  <a:pt x="7129" y="23"/>
                </a:cubicBezTo>
                <a:cubicBezTo>
                  <a:pt x="7372" y="0"/>
                  <a:pt x="7429" y="69"/>
                  <a:pt x="7600" y="112"/>
                </a:cubicBezTo>
                <a:cubicBezTo>
                  <a:pt x="7648" y="124"/>
                  <a:pt x="7680" y="124"/>
                  <a:pt x="7680" y="124"/>
                </a:cubicBezTo>
              </a:path>
            </a:pathLst>
          </a:custGeom>
          <a:noFill/>
          <a:ln w="63500" cap="flat">
            <a:solidFill>
              <a:schemeClr val="accent3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6" name="Oval 1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61051" y="4244155"/>
            <a:ext cx="560461" cy="56046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9" name="Oval 1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0783960" y="3295373"/>
            <a:ext cx="560461" cy="56046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801" name="副标题 2"/>
          <p:cNvSpPr>
            <a:spLocks noGrp="1"/>
          </p:cNvSpPr>
          <p:nvPr>
            <p:ph type="subTitle" idx="1" hasCustomPrompt="1"/>
            <p:custDataLst>
              <p:tags r:id="rId11"/>
            </p:custDataLst>
          </p:nvPr>
        </p:nvSpPr>
        <p:spPr>
          <a:xfrm>
            <a:off x="2854977" y="3121514"/>
            <a:ext cx="6482044" cy="706280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en-US" dirty="0"/>
          </a:p>
        </p:txBody>
      </p:sp>
      <p:sp>
        <p:nvSpPr>
          <p:cNvPr id="980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2854977" y="1713263"/>
            <a:ext cx="6482044" cy="1316944"/>
          </a:xfrm>
        </p:spPr>
        <p:txBody>
          <a:bodyPr anchor="b">
            <a:normAutofit/>
          </a:bodyPr>
          <a:lstStyle>
            <a:lvl1pPr algn="ctr">
              <a:tabLst>
                <a:tab pos="4030345" algn="l"/>
              </a:tabLst>
              <a:defRPr sz="4800" baseline="0">
                <a:solidFill>
                  <a:schemeClr val="bg1"/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3" name="文本占位符 13"/>
          <p:cNvSpPr>
            <a:spLocks noGrp="1"/>
          </p:cNvSpPr>
          <p:nvPr>
            <p:ph type="body" sz="quarter" idx="11" hasCustomPrompt="1"/>
            <p:custDataLst>
              <p:tags r:id="rId13"/>
            </p:custDataLst>
          </p:nvPr>
        </p:nvSpPr>
        <p:spPr>
          <a:xfrm>
            <a:off x="5210860" y="5677631"/>
            <a:ext cx="1770281" cy="4337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2" hasCustomPrompt="1"/>
            <p:custDataLst>
              <p:tags r:id="rId14"/>
            </p:custDataLst>
          </p:nvPr>
        </p:nvSpPr>
        <p:spPr>
          <a:xfrm>
            <a:off x="5210860" y="5151542"/>
            <a:ext cx="1770281" cy="4337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en-US" altLang="zh-CN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3"/>
            <p:custDataLst>
              <p:tags r:id="rId1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4"/>
            <p:custDataLst>
              <p:tags r:id="rId1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5"/>
            <p:custDataLst>
              <p:tags r:id="rId1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: 形状 15"/>
          <p:cNvSpPr/>
          <p:nvPr>
            <p:custDataLst>
              <p:tags r:id="rId2"/>
            </p:custDataLst>
          </p:nvPr>
        </p:nvSpPr>
        <p:spPr bwMode="auto">
          <a:xfrm>
            <a:off x="0" y="6101706"/>
            <a:ext cx="12225342" cy="756293"/>
          </a:xfrm>
          <a:custGeom>
            <a:avLst/>
            <a:gdLst>
              <a:gd name="connsiteX0" fmla="*/ 11032507 w 12225342"/>
              <a:gd name="connsiteY0" fmla="*/ 754 h 915426"/>
              <a:gd name="connsiteX1" fmla="*/ 11375317 w 12225342"/>
              <a:gd name="connsiteY1" fmla="*/ 992 h 915426"/>
              <a:gd name="connsiteX2" fmla="*/ 12225342 w 12225342"/>
              <a:gd name="connsiteY2" fmla="*/ 33585 h 915426"/>
              <a:gd name="connsiteX3" fmla="*/ 12225342 w 12225342"/>
              <a:gd name="connsiteY3" fmla="*/ 915426 h 915426"/>
              <a:gd name="connsiteX4" fmla="*/ 0 w 12225342"/>
              <a:gd name="connsiteY4" fmla="*/ 915426 h 915426"/>
              <a:gd name="connsiteX5" fmla="*/ 0 w 12225342"/>
              <a:gd name="connsiteY5" fmla="*/ 803685 h 915426"/>
              <a:gd name="connsiteX6" fmla="*/ 0 w 12225342"/>
              <a:gd name="connsiteY6" fmla="*/ 33585 h 915426"/>
              <a:gd name="connsiteX7" fmla="*/ 8061085 w 12225342"/>
              <a:gd name="connsiteY7" fmla="*/ 376770 h 915426"/>
              <a:gd name="connsiteX8" fmla="*/ 11032507 w 12225342"/>
              <a:gd name="connsiteY8" fmla="*/ 754 h 915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25342" h="915426">
                <a:moveTo>
                  <a:pt x="11032507" y="754"/>
                </a:moveTo>
                <a:cubicBezTo>
                  <a:pt x="11153527" y="-392"/>
                  <a:pt x="11268276" y="-166"/>
                  <a:pt x="11375317" y="992"/>
                </a:cubicBezTo>
                <a:cubicBezTo>
                  <a:pt x="11889115" y="6550"/>
                  <a:pt x="12225342" y="33585"/>
                  <a:pt x="12225342" y="33585"/>
                </a:cubicBezTo>
                <a:lnTo>
                  <a:pt x="12225342" y="915426"/>
                </a:lnTo>
                <a:lnTo>
                  <a:pt x="0" y="915426"/>
                </a:lnTo>
                <a:lnTo>
                  <a:pt x="0" y="803685"/>
                </a:lnTo>
                <a:cubicBezTo>
                  <a:pt x="0" y="33585"/>
                  <a:pt x="0" y="33585"/>
                  <a:pt x="0" y="33585"/>
                </a:cubicBezTo>
                <a:cubicBezTo>
                  <a:pt x="0" y="33585"/>
                  <a:pt x="4393483" y="1482590"/>
                  <a:pt x="8061085" y="376770"/>
                </a:cubicBezTo>
                <a:cubicBezTo>
                  <a:pt x="9030864" y="83956"/>
                  <a:pt x="10185361" y="8770"/>
                  <a:pt x="11032507" y="754"/>
                </a:cubicBezTo>
                <a:close/>
              </a:path>
            </a:pathLst>
          </a:custGeom>
          <a:gradFill>
            <a:gsLst>
              <a:gs pos="50000">
                <a:schemeClr val="accent2"/>
              </a:gs>
              <a:gs pos="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78378" y="512904"/>
            <a:ext cx="517926" cy="509274"/>
            <a:chOff x="2314205" y="1941302"/>
            <a:chExt cx="2441793" cy="2401002"/>
          </a:xfrm>
        </p:grpSpPr>
        <p:sp>
          <p:nvSpPr>
            <p:cNvPr id="8" name="Oval 6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 rot="10800000">
              <a:off x="3725825" y="3326682"/>
              <a:ext cx="1030173" cy="1015622"/>
            </a:xfrm>
            <a:prstGeom prst="ellipse">
              <a:avLst/>
            </a:prstGeom>
            <a:solidFill>
              <a:schemeClr val="accent3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Oval 6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 rot="10800000">
              <a:off x="2314205" y="1941302"/>
              <a:ext cx="2018309" cy="1989800"/>
            </a:xfrm>
            <a:prstGeom prst="ellipse">
              <a:avLst/>
            </a:pr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1" name="Oval 6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 rot="10800000">
            <a:off x="11589901" y="756293"/>
            <a:ext cx="349261" cy="344328"/>
          </a:xfrm>
          <a:prstGeom prst="ellipse">
            <a:avLst/>
          </a:prstGeom>
          <a:solidFill>
            <a:schemeClr val="accent3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24" name="组合 23"/>
          <p:cNvGrpSpPr/>
          <p:nvPr>
            <p:custDataLst>
              <p:tags r:id="rId12"/>
            </p:custDataLst>
          </p:nvPr>
        </p:nvGrpSpPr>
        <p:grpSpPr>
          <a:xfrm rot="5400000" flipH="1">
            <a:off x="-1886822" y="3705890"/>
            <a:ext cx="4346985" cy="619266"/>
            <a:chOff x="0" y="2522538"/>
            <a:chExt cx="12192000" cy="1736857"/>
          </a:xfrm>
        </p:grpSpPr>
        <p:sp>
          <p:nvSpPr>
            <p:cNvPr id="18" name="Freeform 5"/>
            <p:cNvSpPr/>
            <p:nvPr>
              <p:custDataLst>
                <p:tags r:id="rId13"/>
              </p:custDataLst>
            </p:nvPr>
          </p:nvSpPr>
          <p:spPr bwMode="auto">
            <a:xfrm rot="10800000">
              <a:off x="0" y="2522538"/>
              <a:ext cx="12192000" cy="1557337"/>
            </a:xfrm>
            <a:custGeom>
              <a:avLst/>
              <a:gdLst>
                <a:gd name="T0" fmla="*/ 0 w 7680"/>
                <a:gd name="T1" fmla="*/ 161 h 981"/>
                <a:gd name="T2" fmla="*/ 72 w 7680"/>
                <a:gd name="T3" fmla="*/ 206 h 981"/>
                <a:gd name="T4" fmla="*/ 1481 w 7680"/>
                <a:gd name="T5" fmla="*/ 981 h 981"/>
                <a:gd name="T6" fmla="*/ 3046 w 7680"/>
                <a:gd name="T7" fmla="*/ 626 h 981"/>
                <a:gd name="T8" fmla="*/ 4584 w 7680"/>
                <a:gd name="T9" fmla="*/ 843 h 981"/>
                <a:gd name="T10" fmla="*/ 5795 w 7680"/>
                <a:gd name="T11" fmla="*/ 611 h 981"/>
                <a:gd name="T12" fmla="*/ 7129 w 7680"/>
                <a:gd name="T13" fmla="*/ 24 h 981"/>
                <a:gd name="T14" fmla="*/ 7600 w 7680"/>
                <a:gd name="T15" fmla="*/ 113 h 981"/>
                <a:gd name="T16" fmla="*/ 7680 w 7680"/>
                <a:gd name="T17" fmla="*/ 125 h 9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80" h="981">
                  <a:moveTo>
                    <a:pt x="0" y="161"/>
                  </a:moveTo>
                  <a:cubicBezTo>
                    <a:pt x="0" y="161"/>
                    <a:pt x="24" y="161"/>
                    <a:pt x="72" y="206"/>
                  </a:cubicBezTo>
                  <a:cubicBezTo>
                    <a:pt x="291" y="408"/>
                    <a:pt x="934" y="981"/>
                    <a:pt x="1481" y="981"/>
                  </a:cubicBezTo>
                  <a:cubicBezTo>
                    <a:pt x="2066" y="981"/>
                    <a:pt x="2491" y="657"/>
                    <a:pt x="3046" y="626"/>
                  </a:cubicBezTo>
                  <a:cubicBezTo>
                    <a:pt x="3500" y="599"/>
                    <a:pt x="4040" y="849"/>
                    <a:pt x="4584" y="843"/>
                  </a:cubicBezTo>
                  <a:cubicBezTo>
                    <a:pt x="4831" y="842"/>
                    <a:pt x="5490" y="753"/>
                    <a:pt x="5795" y="611"/>
                  </a:cubicBezTo>
                  <a:cubicBezTo>
                    <a:pt x="6149" y="448"/>
                    <a:pt x="6759" y="59"/>
                    <a:pt x="7129" y="24"/>
                  </a:cubicBezTo>
                  <a:cubicBezTo>
                    <a:pt x="7372" y="0"/>
                    <a:pt x="7429" y="70"/>
                    <a:pt x="7600" y="113"/>
                  </a:cubicBezTo>
                  <a:cubicBezTo>
                    <a:pt x="7648" y="125"/>
                    <a:pt x="7680" y="125"/>
                    <a:pt x="7680" y="125"/>
                  </a:cubicBezTo>
                </a:path>
              </a:pathLst>
            </a:custGeom>
            <a:noFill/>
            <a:ln w="66675" cap="flat">
              <a:solidFill>
                <a:schemeClr val="accent3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Oval 6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 rot="10800000">
              <a:off x="10913919" y="2764026"/>
              <a:ext cx="561975" cy="554037"/>
            </a:xfrm>
            <a:prstGeom prst="ellipse">
              <a:avLst/>
            </a:prstGeom>
            <a:solidFill>
              <a:schemeClr val="accent3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Oval 7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 rot="10800000">
              <a:off x="939574" y="3695833"/>
              <a:ext cx="561975" cy="563562"/>
            </a:xfrm>
            <a:prstGeom prst="ellipse">
              <a:avLst/>
            </a:prstGeom>
            <a:solidFill>
              <a:schemeClr val="accent3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Oval 6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 rot="10800000">
              <a:off x="3658397" y="2680210"/>
              <a:ext cx="1030173" cy="1015622"/>
            </a:xfrm>
            <a:prstGeom prst="ellipse">
              <a:avLst/>
            </a:pr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>
            <p:custDataLst>
              <p:tags r:id="rId2"/>
            </p:custDataLst>
          </p:nvPr>
        </p:nvSpPr>
        <p:spPr bwMode="auto">
          <a:xfrm>
            <a:off x="-117476" y="1588"/>
            <a:ext cx="1588" cy="1588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1 w 1"/>
              <a:gd name="T5" fmla="*/ 1 h 1"/>
              <a:gd name="T6" fmla="*/ 1 w 1"/>
              <a:gd name="T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" h="1">
                <a:moveTo>
                  <a:pt x="1" y="0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close/>
              </a:path>
            </a:pathLst>
          </a:custGeom>
          <a:solidFill>
            <a:srgbClr val="DCEC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979442" y="3184526"/>
            <a:ext cx="5184126" cy="895350"/>
          </a:xfrm>
        </p:spPr>
        <p:txBody>
          <a:bodyPr anchor="b">
            <a:normAutofit/>
          </a:bodyPr>
          <a:lstStyle>
            <a:lvl1pPr algn="l">
              <a:defRPr sz="4400" b="1" baseline="0">
                <a:solidFill>
                  <a:schemeClr val="tx2">
                    <a:lumMod val="50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4980557" y="4153299"/>
            <a:ext cx="518294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en-US" dirty="0"/>
          </a:p>
        </p:txBody>
      </p:sp>
      <p:sp>
        <p:nvSpPr>
          <p:cNvPr id="8" name="Freeform 5"/>
          <p:cNvSpPr/>
          <p:nvPr>
            <p:custDataLst>
              <p:tags r:id="rId5"/>
            </p:custDataLst>
          </p:nvPr>
        </p:nvSpPr>
        <p:spPr bwMode="auto">
          <a:xfrm rot="10800000">
            <a:off x="0" y="2522538"/>
            <a:ext cx="12192000" cy="1557337"/>
          </a:xfrm>
          <a:custGeom>
            <a:avLst/>
            <a:gdLst>
              <a:gd name="T0" fmla="*/ 0 w 7680"/>
              <a:gd name="T1" fmla="*/ 161 h 981"/>
              <a:gd name="T2" fmla="*/ 72 w 7680"/>
              <a:gd name="T3" fmla="*/ 206 h 981"/>
              <a:gd name="T4" fmla="*/ 1481 w 7680"/>
              <a:gd name="T5" fmla="*/ 981 h 981"/>
              <a:gd name="T6" fmla="*/ 3046 w 7680"/>
              <a:gd name="T7" fmla="*/ 626 h 981"/>
              <a:gd name="T8" fmla="*/ 4584 w 7680"/>
              <a:gd name="T9" fmla="*/ 843 h 981"/>
              <a:gd name="T10" fmla="*/ 5795 w 7680"/>
              <a:gd name="T11" fmla="*/ 611 h 981"/>
              <a:gd name="T12" fmla="*/ 7129 w 7680"/>
              <a:gd name="T13" fmla="*/ 24 h 981"/>
              <a:gd name="T14" fmla="*/ 7600 w 7680"/>
              <a:gd name="T15" fmla="*/ 113 h 981"/>
              <a:gd name="T16" fmla="*/ 7680 w 7680"/>
              <a:gd name="T17" fmla="*/ 125 h 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80" h="981">
                <a:moveTo>
                  <a:pt x="0" y="161"/>
                </a:moveTo>
                <a:cubicBezTo>
                  <a:pt x="0" y="161"/>
                  <a:pt x="24" y="161"/>
                  <a:pt x="72" y="206"/>
                </a:cubicBezTo>
                <a:cubicBezTo>
                  <a:pt x="291" y="408"/>
                  <a:pt x="934" y="981"/>
                  <a:pt x="1481" y="981"/>
                </a:cubicBezTo>
                <a:cubicBezTo>
                  <a:pt x="2066" y="981"/>
                  <a:pt x="2491" y="657"/>
                  <a:pt x="3046" y="626"/>
                </a:cubicBezTo>
                <a:cubicBezTo>
                  <a:pt x="3500" y="599"/>
                  <a:pt x="4040" y="849"/>
                  <a:pt x="4584" y="843"/>
                </a:cubicBezTo>
                <a:cubicBezTo>
                  <a:pt x="4831" y="842"/>
                  <a:pt x="5490" y="753"/>
                  <a:pt x="5795" y="611"/>
                </a:cubicBezTo>
                <a:cubicBezTo>
                  <a:pt x="6149" y="448"/>
                  <a:pt x="6759" y="59"/>
                  <a:pt x="7129" y="24"/>
                </a:cubicBezTo>
                <a:cubicBezTo>
                  <a:pt x="7372" y="0"/>
                  <a:pt x="7429" y="70"/>
                  <a:pt x="7600" y="113"/>
                </a:cubicBezTo>
                <a:cubicBezTo>
                  <a:pt x="7648" y="125"/>
                  <a:pt x="7680" y="125"/>
                  <a:pt x="7680" y="125"/>
                </a:cubicBezTo>
              </a:path>
            </a:pathLst>
          </a:custGeom>
          <a:noFill/>
          <a:ln w="66675" cap="flat">
            <a:solidFill>
              <a:schemeClr val="accent3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Oval 6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10800000">
            <a:off x="10913919" y="2764026"/>
            <a:ext cx="561975" cy="554037"/>
          </a:xfrm>
          <a:prstGeom prst="ellipse">
            <a:avLst/>
          </a:prstGeom>
          <a:solidFill>
            <a:schemeClr val="accent3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Oval 7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10800000">
            <a:off x="939574" y="3695833"/>
            <a:ext cx="561975" cy="563562"/>
          </a:xfrm>
          <a:prstGeom prst="ellipse">
            <a:avLst/>
          </a:prstGeom>
          <a:solidFill>
            <a:schemeClr val="accent3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8"/>
            </p:custDataLst>
          </p:nvPr>
        </p:nvGrpSpPr>
        <p:grpSpPr>
          <a:xfrm>
            <a:off x="2314205" y="1941302"/>
            <a:ext cx="2441793" cy="2401002"/>
            <a:chOff x="2314205" y="1941302"/>
            <a:chExt cx="2441793" cy="2401002"/>
          </a:xfrm>
        </p:grpSpPr>
        <p:sp>
          <p:nvSpPr>
            <p:cNvPr id="18" name="Oval 6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 rot="10800000">
              <a:off x="3725825" y="3326682"/>
              <a:ext cx="1030173" cy="1015622"/>
            </a:xfrm>
            <a:prstGeom prst="ellipse">
              <a:avLst/>
            </a:prstGeom>
            <a:solidFill>
              <a:schemeClr val="accent3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Oval 6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 rot="10800000">
              <a:off x="2314205" y="1941302"/>
              <a:ext cx="2018309" cy="1989800"/>
            </a:xfrm>
            <a:prstGeom prst="ellipse">
              <a:avLst/>
            </a:pr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3"/>
          <p:cNvSpPr/>
          <p:nvPr>
            <p:custDataLst>
              <p:tags r:id="rId2"/>
            </p:custDataLst>
          </p:nvPr>
        </p:nvSpPr>
        <p:spPr bwMode="auto">
          <a:xfrm rot="10800000">
            <a:off x="0" y="6515101"/>
            <a:ext cx="12192000" cy="342899"/>
          </a:xfrm>
          <a:custGeom>
            <a:avLst/>
            <a:gdLst>
              <a:gd name="T0" fmla="*/ 0 w 7675"/>
              <a:gd name="T1" fmla="*/ 0 h 3598"/>
              <a:gd name="T2" fmla="*/ 7675 w 7675"/>
              <a:gd name="T3" fmla="*/ 0 h 3598"/>
              <a:gd name="T4" fmla="*/ 7675 w 7675"/>
              <a:gd name="T5" fmla="*/ 2034 h 3598"/>
              <a:gd name="T6" fmla="*/ 7259 w 7675"/>
              <a:gd name="T7" fmla="*/ 2318 h 3598"/>
              <a:gd name="T8" fmla="*/ 5459 w 7675"/>
              <a:gd name="T9" fmla="*/ 2770 h 3598"/>
              <a:gd name="T10" fmla="*/ 3191 w 7675"/>
              <a:gd name="T11" fmla="*/ 3338 h 3598"/>
              <a:gd name="T12" fmla="*/ 1531 w 7675"/>
              <a:gd name="T13" fmla="*/ 2850 h 3598"/>
              <a:gd name="T14" fmla="*/ 3 w 7675"/>
              <a:gd name="T15" fmla="*/ 1982 h 3598"/>
              <a:gd name="T16" fmla="*/ 0 w 7675"/>
              <a:gd name="T17" fmla="*/ 0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98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2034"/>
                  <a:pt x="7675" y="2034"/>
                  <a:pt x="7675" y="2034"/>
                </a:cubicBezTo>
                <a:cubicBezTo>
                  <a:pt x="7675" y="2034"/>
                  <a:pt x="7422" y="2168"/>
                  <a:pt x="7259" y="2318"/>
                </a:cubicBezTo>
                <a:cubicBezTo>
                  <a:pt x="7096" y="2468"/>
                  <a:pt x="6799" y="3030"/>
                  <a:pt x="5459" y="2770"/>
                </a:cubicBezTo>
                <a:cubicBezTo>
                  <a:pt x="4665" y="2616"/>
                  <a:pt x="3708" y="3175"/>
                  <a:pt x="3191" y="3338"/>
                </a:cubicBezTo>
                <a:cubicBezTo>
                  <a:pt x="2674" y="3501"/>
                  <a:pt x="2307" y="3598"/>
                  <a:pt x="1531" y="2850"/>
                </a:cubicBezTo>
                <a:cubicBezTo>
                  <a:pt x="755" y="2102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27"/>
          <p:cNvSpPr/>
          <p:nvPr>
            <p:custDataLst>
              <p:tags r:id="rId3"/>
            </p:custDataLst>
          </p:nvPr>
        </p:nvSpPr>
        <p:spPr bwMode="auto">
          <a:xfrm rot="10800000">
            <a:off x="4361" y="6657975"/>
            <a:ext cx="12187639" cy="200024"/>
          </a:xfrm>
          <a:custGeom>
            <a:avLst/>
            <a:gdLst>
              <a:gd name="T0" fmla="*/ 0 w 7675"/>
              <a:gd name="T1" fmla="*/ 0 h 3533"/>
              <a:gd name="T2" fmla="*/ 7675 w 7675"/>
              <a:gd name="T3" fmla="*/ 0 h 3533"/>
              <a:gd name="T4" fmla="*/ 7675 w 7675"/>
              <a:gd name="T5" fmla="*/ 1988 h 3533"/>
              <a:gd name="T6" fmla="*/ 7178 w 7675"/>
              <a:gd name="T7" fmla="*/ 2308 h 3533"/>
              <a:gd name="T8" fmla="*/ 5450 w 7675"/>
              <a:gd name="T9" fmla="*/ 2730 h 3533"/>
              <a:gd name="T10" fmla="*/ 3218 w 7675"/>
              <a:gd name="T11" fmla="*/ 3193 h 3533"/>
              <a:gd name="T12" fmla="*/ 1531 w 7675"/>
              <a:gd name="T13" fmla="*/ 2785 h 3533"/>
              <a:gd name="T14" fmla="*/ 3 w 7675"/>
              <a:gd name="T15" fmla="*/ 1982 h 3533"/>
              <a:gd name="T16" fmla="*/ 0 w 7675"/>
              <a:gd name="T17" fmla="*/ 0 h 35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33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1988"/>
                  <a:pt x="7675" y="1988"/>
                  <a:pt x="7675" y="1988"/>
                </a:cubicBezTo>
                <a:cubicBezTo>
                  <a:pt x="7675" y="1988"/>
                  <a:pt x="7342" y="2159"/>
                  <a:pt x="7178" y="2308"/>
                </a:cubicBezTo>
                <a:cubicBezTo>
                  <a:pt x="7015" y="2458"/>
                  <a:pt x="6410" y="2945"/>
                  <a:pt x="5450" y="2730"/>
                </a:cubicBezTo>
                <a:cubicBezTo>
                  <a:pt x="4661" y="2553"/>
                  <a:pt x="3735" y="3030"/>
                  <a:pt x="3218" y="3193"/>
                </a:cubicBezTo>
                <a:cubicBezTo>
                  <a:pt x="2701" y="3356"/>
                  <a:pt x="2306" y="3533"/>
                  <a:pt x="1531" y="2785"/>
                </a:cubicBezTo>
                <a:cubicBezTo>
                  <a:pt x="755" y="2036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chemeClr val="accent2"/>
              </a:gs>
              <a:gs pos="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5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6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23"/>
          <p:cNvSpPr/>
          <p:nvPr>
            <p:custDataLst>
              <p:tags r:id="rId2"/>
            </p:custDataLst>
          </p:nvPr>
        </p:nvSpPr>
        <p:spPr bwMode="auto">
          <a:xfrm rot="10800000">
            <a:off x="0" y="6515101"/>
            <a:ext cx="12192000" cy="342899"/>
          </a:xfrm>
          <a:custGeom>
            <a:avLst/>
            <a:gdLst>
              <a:gd name="T0" fmla="*/ 0 w 7675"/>
              <a:gd name="T1" fmla="*/ 0 h 3598"/>
              <a:gd name="T2" fmla="*/ 7675 w 7675"/>
              <a:gd name="T3" fmla="*/ 0 h 3598"/>
              <a:gd name="T4" fmla="*/ 7675 w 7675"/>
              <a:gd name="T5" fmla="*/ 2034 h 3598"/>
              <a:gd name="T6" fmla="*/ 7259 w 7675"/>
              <a:gd name="T7" fmla="*/ 2318 h 3598"/>
              <a:gd name="T8" fmla="*/ 5459 w 7675"/>
              <a:gd name="T9" fmla="*/ 2770 h 3598"/>
              <a:gd name="T10" fmla="*/ 3191 w 7675"/>
              <a:gd name="T11" fmla="*/ 3338 h 3598"/>
              <a:gd name="T12" fmla="*/ 1531 w 7675"/>
              <a:gd name="T13" fmla="*/ 2850 h 3598"/>
              <a:gd name="T14" fmla="*/ 3 w 7675"/>
              <a:gd name="T15" fmla="*/ 1982 h 3598"/>
              <a:gd name="T16" fmla="*/ 0 w 7675"/>
              <a:gd name="T17" fmla="*/ 0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98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2034"/>
                  <a:pt x="7675" y="2034"/>
                  <a:pt x="7675" y="2034"/>
                </a:cubicBezTo>
                <a:cubicBezTo>
                  <a:pt x="7675" y="2034"/>
                  <a:pt x="7422" y="2168"/>
                  <a:pt x="7259" y="2318"/>
                </a:cubicBezTo>
                <a:cubicBezTo>
                  <a:pt x="7096" y="2468"/>
                  <a:pt x="6799" y="3030"/>
                  <a:pt x="5459" y="2770"/>
                </a:cubicBezTo>
                <a:cubicBezTo>
                  <a:pt x="4665" y="2616"/>
                  <a:pt x="3708" y="3175"/>
                  <a:pt x="3191" y="3338"/>
                </a:cubicBezTo>
                <a:cubicBezTo>
                  <a:pt x="2674" y="3501"/>
                  <a:pt x="2307" y="3598"/>
                  <a:pt x="1531" y="2850"/>
                </a:cubicBezTo>
                <a:cubicBezTo>
                  <a:pt x="755" y="2102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27"/>
          <p:cNvSpPr/>
          <p:nvPr>
            <p:custDataLst>
              <p:tags r:id="rId3"/>
            </p:custDataLst>
          </p:nvPr>
        </p:nvSpPr>
        <p:spPr bwMode="auto">
          <a:xfrm rot="10800000">
            <a:off x="4361" y="6657975"/>
            <a:ext cx="12187639" cy="200024"/>
          </a:xfrm>
          <a:custGeom>
            <a:avLst/>
            <a:gdLst>
              <a:gd name="T0" fmla="*/ 0 w 7675"/>
              <a:gd name="T1" fmla="*/ 0 h 3533"/>
              <a:gd name="T2" fmla="*/ 7675 w 7675"/>
              <a:gd name="T3" fmla="*/ 0 h 3533"/>
              <a:gd name="T4" fmla="*/ 7675 w 7675"/>
              <a:gd name="T5" fmla="*/ 1988 h 3533"/>
              <a:gd name="T6" fmla="*/ 7178 w 7675"/>
              <a:gd name="T7" fmla="*/ 2308 h 3533"/>
              <a:gd name="T8" fmla="*/ 5450 w 7675"/>
              <a:gd name="T9" fmla="*/ 2730 h 3533"/>
              <a:gd name="T10" fmla="*/ 3218 w 7675"/>
              <a:gd name="T11" fmla="*/ 3193 h 3533"/>
              <a:gd name="T12" fmla="*/ 1531 w 7675"/>
              <a:gd name="T13" fmla="*/ 2785 h 3533"/>
              <a:gd name="T14" fmla="*/ 3 w 7675"/>
              <a:gd name="T15" fmla="*/ 1982 h 3533"/>
              <a:gd name="T16" fmla="*/ 0 w 7675"/>
              <a:gd name="T17" fmla="*/ 0 h 35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33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1988"/>
                  <a:pt x="7675" y="1988"/>
                  <a:pt x="7675" y="1988"/>
                </a:cubicBezTo>
                <a:cubicBezTo>
                  <a:pt x="7675" y="1988"/>
                  <a:pt x="7342" y="2159"/>
                  <a:pt x="7178" y="2308"/>
                </a:cubicBezTo>
                <a:cubicBezTo>
                  <a:pt x="7015" y="2458"/>
                  <a:pt x="6410" y="2945"/>
                  <a:pt x="5450" y="2730"/>
                </a:cubicBezTo>
                <a:cubicBezTo>
                  <a:pt x="4661" y="2553"/>
                  <a:pt x="3735" y="3030"/>
                  <a:pt x="3218" y="3193"/>
                </a:cubicBezTo>
                <a:cubicBezTo>
                  <a:pt x="2701" y="3356"/>
                  <a:pt x="2306" y="3533"/>
                  <a:pt x="1531" y="2785"/>
                </a:cubicBezTo>
                <a:cubicBezTo>
                  <a:pt x="755" y="2036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chemeClr val="accent2"/>
              </a:gs>
              <a:gs pos="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6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7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8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3"/>
          <p:cNvSpPr/>
          <p:nvPr>
            <p:custDataLst>
              <p:tags r:id="rId2"/>
            </p:custDataLst>
          </p:nvPr>
        </p:nvSpPr>
        <p:spPr bwMode="auto">
          <a:xfrm rot="10800000">
            <a:off x="0" y="6515101"/>
            <a:ext cx="12192000" cy="342899"/>
          </a:xfrm>
          <a:custGeom>
            <a:avLst/>
            <a:gdLst>
              <a:gd name="T0" fmla="*/ 0 w 7675"/>
              <a:gd name="T1" fmla="*/ 0 h 3598"/>
              <a:gd name="T2" fmla="*/ 7675 w 7675"/>
              <a:gd name="T3" fmla="*/ 0 h 3598"/>
              <a:gd name="T4" fmla="*/ 7675 w 7675"/>
              <a:gd name="T5" fmla="*/ 2034 h 3598"/>
              <a:gd name="T6" fmla="*/ 7259 w 7675"/>
              <a:gd name="T7" fmla="*/ 2318 h 3598"/>
              <a:gd name="T8" fmla="*/ 5459 w 7675"/>
              <a:gd name="T9" fmla="*/ 2770 h 3598"/>
              <a:gd name="T10" fmla="*/ 3191 w 7675"/>
              <a:gd name="T11" fmla="*/ 3338 h 3598"/>
              <a:gd name="T12" fmla="*/ 1531 w 7675"/>
              <a:gd name="T13" fmla="*/ 2850 h 3598"/>
              <a:gd name="T14" fmla="*/ 3 w 7675"/>
              <a:gd name="T15" fmla="*/ 1982 h 3598"/>
              <a:gd name="T16" fmla="*/ 0 w 7675"/>
              <a:gd name="T17" fmla="*/ 0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98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2034"/>
                  <a:pt x="7675" y="2034"/>
                  <a:pt x="7675" y="2034"/>
                </a:cubicBezTo>
                <a:cubicBezTo>
                  <a:pt x="7675" y="2034"/>
                  <a:pt x="7422" y="2168"/>
                  <a:pt x="7259" y="2318"/>
                </a:cubicBezTo>
                <a:cubicBezTo>
                  <a:pt x="7096" y="2468"/>
                  <a:pt x="6799" y="3030"/>
                  <a:pt x="5459" y="2770"/>
                </a:cubicBezTo>
                <a:cubicBezTo>
                  <a:pt x="4665" y="2616"/>
                  <a:pt x="3708" y="3175"/>
                  <a:pt x="3191" y="3338"/>
                </a:cubicBezTo>
                <a:cubicBezTo>
                  <a:pt x="2674" y="3501"/>
                  <a:pt x="2307" y="3598"/>
                  <a:pt x="1531" y="2850"/>
                </a:cubicBezTo>
                <a:cubicBezTo>
                  <a:pt x="755" y="2102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27"/>
          <p:cNvSpPr/>
          <p:nvPr>
            <p:custDataLst>
              <p:tags r:id="rId3"/>
            </p:custDataLst>
          </p:nvPr>
        </p:nvSpPr>
        <p:spPr bwMode="auto">
          <a:xfrm rot="10800000">
            <a:off x="4361" y="6657975"/>
            <a:ext cx="12187639" cy="200024"/>
          </a:xfrm>
          <a:custGeom>
            <a:avLst/>
            <a:gdLst>
              <a:gd name="T0" fmla="*/ 0 w 7675"/>
              <a:gd name="T1" fmla="*/ 0 h 3533"/>
              <a:gd name="T2" fmla="*/ 7675 w 7675"/>
              <a:gd name="T3" fmla="*/ 0 h 3533"/>
              <a:gd name="T4" fmla="*/ 7675 w 7675"/>
              <a:gd name="T5" fmla="*/ 1988 h 3533"/>
              <a:gd name="T6" fmla="*/ 7178 w 7675"/>
              <a:gd name="T7" fmla="*/ 2308 h 3533"/>
              <a:gd name="T8" fmla="*/ 5450 w 7675"/>
              <a:gd name="T9" fmla="*/ 2730 h 3533"/>
              <a:gd name="T10" fmla="*/ 3218 w 7675"/>
              <a:gd name="T11" fmla="*/ 3193 h 3533"/>
              <a:gd name="T12" fmla="*/ 1531 w 7675"/>
              <a:gd name="T13" fmla="*/ 2785 h 3533"/>
              <a:gd name="T14" fmla="*/ 3 w 7675"/>
              <a:gd name="T15" fmla="*/ 1982 h 3533"/>
              <a:gd name="T16" fmla="*/ 0 w 7675"/>
              <a:gd name="T17" fmla="*/ 0 h 35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33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1988"/>
                  <a:pt x="7675" y="1988"/>
                  <a:pt x="7675" y="1988"/>
                </a:cubicBezTo>
                <a:cubicBezTo>
                  <a:pt x="7675" y="1988"/>
                  <a:pt x="7342" y="2159"/>
                  <a:pt x="7178" y="2308"/>
                </a:cubicBezTo>
                <a:cubicBezTo>
                  <a:pt x="7015" y="2458"/>
                  <a:pt x="6410" y="2945"/>
                  <a:pt x="5450" y="2730"/>
                </a:cubicBezTo>
                <a:cubicBezTo>
                  <a:pt x="4661" y="2553"/>
                  <a:pt x="3735" y="3030"/>
                  <a:pt x="3218" y="3193"/>
                </a:cubicBezTo>
                <a:cubicBezTo>
                  <a:pt x="2701" y="3356"/>
                  <a:pt x="2306" y="3533"/>
                  <a:pt x="1531" y="2785"/>
                </a:cubicBezTo>
                <a:cubicBezTo>
                  <a:pt x="755" y="2036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chemeClr val="accent2"/>
              </a:gs>
              <a:gs pos="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3"/>
          <p:cNvSpPr/>
          <p:nvPr>
            <p:custDataLst>
              <p:tags r:id="rId2"/>
            </p:custDataLst>
          </p:nvPr>
        </p:nvSpPr>
        <p:spPr bwMode="auto">
          <a:xfrm rot="10800000">
            <a:off x="0" y="6515101"/>
            <a:ext cx="12192000" cy="342899"/>
          </a:xfrm>
          <a:custGeom>
            <a:avLst/>
            <a:gdLst>
              <a:gd name="T0" fmla="*/ 0 w 7675"/>
              <a:gd name="T1" fmla="*/ 0 h 3598"/>
              <a:gd name="T2" fmla="*/ 7675 w 7675"/>
              <a:gd name="T3" fmla="*/ 0 h 3598"/>
              <a:gd name="T4" fmla="*/ 7675 w 7675"/>
              <a:gd name="T5" fmla="*/ 2034 h 3598"/>
              <a:gd name="T6" fmla="*/ 7259 w 7675"/>
              <a:gd name="T7" fmla="*/ 2318 h 3598"/>
              <a:gd name="T8" fmla="*/ 5459 w 7675"/>
              <a:gd name="T9" fmla="*/ 2770 h 3598"/>
              <a:gd name="T10" fmla="*/ 3191 w 7675"/>
              <a:gd name="T11" fmla="*/ 3338 h 3598"/>
              <a:gd name="T12" fmla="*/ 1531 w 7675"/>
              <a:gd name="T13" fmla="*/ 2850 h 3598"/>
              <a:gd name="T14" fmla="*/ 3 w 7675"/>
              <a:gd name="T15" fmla="*/ 1982 h 3598"/>
              <a:gd name="T16" fmla="*/ 0 w 7675"/>
              <a:gd name="T17" fmla="*/ 0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98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2034"/>
                  <a:pt x="7675" y="2034"/>
                  <a:pt x="7675" y="2034"/>
                </a:cubicBezTo>
                <a:cubicBezTo>
                  <a:pt x="7675" y="2034"/>
                  <a:pt x="7422" y="2168"/>
                  <a:pt x="7259" y="2318"/>
                </a:cubicBezTo>
                <a:cubicBezTo>
                  <a:pt x="7096" y="2468"/>
                  <a:pt x="6799" y="3030"/>
                  <a:pt x="5459" y="2770"/>
                </a:cubicBezTo>
                <a:cubicBezTo>
                  <a:pt x="4665" y="2616"/>
                  <a:pt x="3708" y="3175"/>
                  <a:pt x="3191" y="3338"/>
                </a:cubicBezTo>
                <a:cubicBezTo>
                  <a:pt x="2674" y="3501"/>
                  <a:pt x="2307" y="3598"/>
                  <a:pt x="1531" y="2850"/>
                </a:cubicBezTo>
                <a:cubicBezTo>
                  <a:pt x="755" y="2102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27"/>
          <p:cNvSpPr/>
          <p:nvPr>
            <p:custDataLst>
              <p:tags r:id="rId3"/>
            </p:custDataLst>
          </p:nvPr>
        </p:nvSpPr>
        <p:spPr bwMode="auto">
          <a:xfrm rot="10800000">
            <a:off x="4361" y="6657975"/>
            <a:ext cx="12187639" cy="200024"/>
          </a:xfrm>
          <a:custGeom>
            <a:avLst/>
            <a:gdLst>
              <a:gd name="T0" fmla="*/ 0 w 7675"/>
              <a:gd name="T1" fmla="*/ 0 h 3533"/>
              <a:gd name="T2" fmla="*/ 7675 w 7675"/>
              <a:gd name="T3" fmla="*/ 0 h 3533"/>
              <a:gd name="T4" fmla="*/ 7675 w 7675"/>
              <a:gd name="T5" fmla="*/ 1988 h 3533"/>
              <a:gd name="T6" fmla="*/ 7178 w 7675"/>
              <a:gd name="T7" fmla="*/ 2308 h 3533"/>
              <a:gd name="T8" fmla="*/ 5450 w 7675"/>
              <a:gd name="T9" fmla="*/ 2730 h 3533"/>
              <a:gd name="T10" fmla="*/ 3218 w 7675"/>
              <a:gd name="T11" fmla="*/ 3193 h 3533"/>
              <a:gd name="T12" fmla="*/ 1531 w 7675"/>
              <a:gd name="T13" fmla="*/ 2785 h 3533"/>
              <a:gd name="T14" fmla="*/ 3 w 7675"/>
              <a:gd name="T15" fmla="*/ 1982 h 3533"/>
              <a:gd name="T16" fmla="*/ 0 w 7675"/>
              <a:gd name="T17" fmla="*/ 0 h 35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33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1988"/>
                  <a:pt x="7675" y="1988"/>
                  <a:pt x="7675" y="1988"/>
                </a:cubicBezTo>
                <a:cubicBezTo>
                  <a:pt x="7675" y="1988"/>
                  <a:pt x="7342" y="2159"/>
                  <a:pt x="7178" y="2308"/>
                </a:cubicBezTo>
                <a:cubicBezTo>
                  <a:pt x="7015" y="2458"/>
                  <a:pt x="6410" y="2945"/>
                  <a:pt x="5450" y="2730"/>
                </a:cubicBezTo>
                <a:cubicBezTo>
                  <a:pt x="4661" y="2553"/>
                  <a:pt x="3735" y="3030"/>
                  <a:pt x="3218" y="3193"/>
                </a:cubicBezTo>
                <a:cubicBezTo>
                  <a:pt x="2701" y="3356"/>
                  <a:pt x="2306" y="3533"/>
                  <a:pt x="1531" y="2785"/>
                </a:cubicBezTo>
                <a:cubicBezTo>
                  <a:pt x="755" y="2036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chemeClr val="accent2"/>
              </a:gs>
              <a:gs pos="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3"/>
          <p:cNvSpPr/>
          <p:nvPr>
            <p:custDataLst>
              <p:tags r:id="rId2"/>
            </p:custDataLst>
          </p:nvPr>
        </p:nvSpPr>
        <p:spPr bwMode="auto">
          <a:xfrm rot="10800000">
            <a:off x="0" y="6515101"/>
            <a:ext cx="12192000" cy="342899"/>
          </a:xfrm>
          <a:custGeom>
            <a:avLst/>
            <a:gdLst>
              <a:gd name="T0" fmla="*/ 0 w 7675"/>
              <a:gd name="T1" fmla="*/ 0 h 3598"/>
              <a:gd name="T2" fmla="*/ 7675 w 7675"/>
              <a:gd name="T3" fmla="*/ 0 h 3598"/>
              <a:gd name="T4" fmla="*/ 7675 w 7675"/>
              <a:gd name="T5" fmla="*/ 2034 h 3598"/>
              <a:gd name="T6" fmla="*/ 7259 w 7675"/>
              <a:gd name="T7" fmla="*/ 2318 h 3598"/>
              <a:gd name="T8" fmla="*/ 5459 w 7675"/>
              <a:gd name="T9" fmla="*/ 2770 h 3598"/>
              <a:gd name="T10" fmla="*/ 3191 w 7675"/>
              <a:gd name="T11" fmla="*/ 3338 h 3598"/>
              <a:gd name="T12" fmla="*/ 1531 w 7675"/>
              <a:gd name="T13" fmla="*/ 2850 h 3598"/>
              <a:gd name="T14" fmla="*/ 3 w 7675"/>
              <a:gd name="T15" fmla="*/ 1982 h 3598"/>
              <a:gd name="T16" fmla="*/ 0 w 7675"/>
              <a:gd name="T17" fmla="*/ 0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98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2034"/>
                  <a:pt x="7675" y="2034"/>
                  <a:pt x="7675" y="2034"/>
                </a:cubicBezTo>
                <a:cubicBezTo>
                  <a:pt x="7675" y="2034"/>
                  <a:pt x="7422" y="2168"/>
                  <a:pt x="7259" y="2318"/>
                </a:cubicBezTo>
                <a:cubicBezTo>
                  <a:pt x="7096" y="2468"/>
                  <a:pt x="6799" y="3030"/>
                  <a:pt x="5459" y="2770"/>
                </a:cubicBezTo>
                <a:cubicBezTo>
                  <a:pt x="4665" y="2616"/>
                  <a:pt x="3708" y="3175"/>
                  <a:pt x="3191" y="3338"/>
                </a:cubicBezTo>
                <a:cubicBezTo>
                  <a:pt x="2674" y="3501"/>
                  <a:pt x="2307" y="3598"/>
                  <a:pt x="1531" y="2850"/>
                </a:cubicBezTo>
                <a:cubicBezTo>
                  <a:pt x="755" y="2102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27"/>
          <p:cNvSpPr/>
          <p:nvPr>
            <p:custDataLst>
              <p:tags r:id="rId3"/>
            </p:custDataLst>
          </p:nvPr>
        </p:nvSpPr>
        <p:spPr bwMode="auto">
          <a:xfrm rot="10800000">
            <a:off x="4361" y="6657975"/>
            <a:ext cx="12187639" cy="200024"/>
          </a:xfrm>
          <a:custGeom>
            <a:avLst/>
            <a:gdLst>
              <a:gd name="T0" fmla="*/ 0 w 7675"/>
              <a:gd name="T1" fmla="*/ 0 h 3533"/>
              <a:gd name="T2" fmla="*/ 7675 w 7675"/>
              <a:gd name="T3" fmla="*/ 0 h 3533"/>
              <a:gd name="T4" fmla="*/ 7675 w 7675"/>
              <a:gd name="T5" fmla="*/ 1988 h 3533"/>
              <a:gd name="T6" fmla="*/ 7178 w 7675"/>
              <a:gd name="T7" fmla="*/ 2308 h 3533"/>
              <a:gd name="T8" fmla="*/ 5450 w 7675"/>
              <a:gd name="T9" fmla="*/ 2730 h 3533"/>
              <a:gd name="T10" fmla="*/ 3218 w 7675"/>
              <a:gd name="T11" fmla="*/ 3193 h 3533"/>
              <a:gd name="T12" fmla="*/ 1531 w 7675"/>
              <a:gd name="T13" fmla="*/ 2785 h 3533"/>
              <a:gd name="T14" fmla="*/ 3 w 7675"/>
              <a:gd name="T15" fmla="*/ 1982 h 3533"/>
              <a:gd name="T16" fmla="*/ 0 w 7675"/>
              <a:gd name="T17" fmla="*/ 0 h 35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33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1988"/>
                  <a:pt x="7675" y="1988"/>
                  <a:pt x="7675" y="1988"/>
                </a:cubicBezTo>
                <a:cubicBezTo>
                  <a:pt x="7675" y="1988"/>
                  <a:pt x="7342" y="2159"/>
                  <a:pt x="7178" y="2308"/>
                </a:cubicBezTo>
                <a:cubicBezTo>
                  <a:pt x="7015" y="2458"/>
                  <a:pt x="6410" y="2945"/>
                  <a:pt x="5450" y="2730"/>
                </a:cubicBezTo>
                <a:cubicBezTo>
                  <a:pt x="4661" y="2553"/>
                  <a:pt x="3735" y="3030"/>
                  <a:pt x="3218" y="3193"/>
                </a:cubicBezTo>
                <a:cubicBezTo>
                  <a:pt x="2701" y="3356"/>
                  <a:pt x="2306" y="3533"/>
                  <a:pt x="1531" y="2785"/>
                </a:cubicBezTo>
                <a:cubicBezTo>
                  <a:pt x="755" y="2036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chemeClr val="accent2"/>
              </a:gs>
              <a:gs pos="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5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6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3"/>
          <p:cNvSpPr/>
          <p:nvPr>
            <p:custDataLst>
              <p:tags r:id="rId2"/>
            </p:custDataLst>
          </p:nvPr>
        </p:nvSpPr>
        <p:spPr bwMode="auto">
          <a:xfrm rot="10800000">
            <a:off x="0" y="6515101"/>
            <a:ext cx="12192000" cy="342899"/>
          </a:xfrm>
          <a:custGeom>
            <a:avLst/>
            <a:gdLst>
              <a:gd name="T0" fmla="*/ 0 w 7675"/>
              <a:gd name="T1" fmla="*/ 0 h 3598"/>
              <a:gd name="T2" fmla="*/ 7675 w 7675"/>
              <a:gd name="T3" fmla="*/ 0 h 3598"/>
              <a:gd name="T4" fmla="*/ 7675 w 7675"/>
              <a:gd name="T5" fmla="*/ 2034 h 3598"/>
              <a:gd name="T6" fmla="*/ 7259 w 7675"/>
              <a:gd name="T7" fmla="*/ 2318 h 3598"/>
              <a:gd name="T8" fmla="*/ 5459 w 7675"/>
              <a:gd name="T9" fmla="*/ 2770 h 3598"/>
              <a:gd name="T10" fmla="*/ 3191 w 7675"/>
              <a:gd name="T11" fmla="*/ 3338 h 3598"/>
              <a:gd name="T12" fmla="*/ 1531 w 7675"/>
              <a:gd name="T13" fmla="*/ 2850 h 3598"/>
              <a:gd name="T14" fmla="*/ 3 w 7675"/>
              <a:gd name="T15" fmla="*/ 1982 h 3598"/>
              <a:gd name="T16" fmla="*/ 0 w 7675"/>
              <a:gd name="T17" fmla="*/ 0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98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2034"/>
                  <a:pt x="7675" y="2034"/>
                  <a:pt x="7675" y="2034"/>
                </a:cubicBezTo>
                <a:cubicBezTo>
                  <a:pt x="7675" y="2034"/>
                  <a:pt x="7422" y="2168"/>
                  <a:pt x="7259" y="2318"/>
                </a:cubicBezTo>
                <a:cubicBezTo>
                  <a:pt x="7096" y="2468"/>
                  <a:pt x="6799" y="3030"/>
                  <a:pt x="5459" y="2770"/>
                </a:cubicBezTo>
                <a:cubicBezTo>
                  <a:pt x="4665" y="2616"/>
                  <a:pt x="3708" y="3175"/>
                  <a:pt x="3191" y="3338"/>
                </a:cubicBezTo>
                <a:cubicBezTo>
                  <a:pt x="2674" y="3501"/>
                  <a:pt x="2307" y="3598"/>
                  <a:pt x="1531" y="2850"/>
                </a:cubicBezTo>
                <a:cubicBezTo>
                  <a:pt x="755" y="2102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27"/>
          <p:cNvSpPr/>
          <p:nvPr>
            <p:custDataLst>
              <p:tags r:id="rId3"/>
            </p:custDataLst>
          </p:nvPr>
        </p:nvSpPr>
        <p:spPr bwMode="auto">
          <a:xfrm rot="10800000">
            <a:off x="4361" y="6657975"/>
            <a:ext cx="12187639" cy="200024"/>
          </a:xfrm>
          <a:custGeom>
            <a:avLst/>
            <a:gdLst>
              <a:gd name="T0" fmla="*/ 0 w 7675"/>
              <a:gd name="T1" fmla="*/ 0 h 3533"/>
              <a:gd name="T2" fmla="*/ 7675 w 7675"/>
              <a:gd name="T3" fmla="*/ 0 h 3533"/>
              <a:gd name="T4" fmla="*/ 7675 w 7675"/>
              <a:gd name="T5" fmla="*/ 1988 h 3533"/>
              <a:gd name="T6" fmla="*/ 7178 w 7675"/>
              <a:gd name="T7" fmla="*/ 2308 h 3533"/>
              <a:gd name="T8" fmla="*/ 5450 w 7675"/>
              <a:gd name="T9" fmla="*/ 2730 h 3533"/>
              <a:gd name="T10" fmla="*/ 3218 w 7675"/>
              <a:gd name="T11" fmla="*/ 3193 h 3533"/>
              <a:gd name="T12" fmla="*/ 1531 w 7675"/>
              <a:gd name="T13" fmla="*/ 2785 h 3533"/>
              <a:gd name="T14" fmla="*/ 3 w 7675"/>
              <a:gd name="T15" fmla="*/ 1982 h 3533"/>
              <a:gd name="T16" fmla="*/ 0 w 7675"/>
              <a:gd name="T17" fmla="*/ 0 h 35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33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1988"/>
                  <a:pt x="7675" y="1988"/>
                  <a:pt x="7675" y="1988"/>
                </a:cubicBezTo>
                <a:cubicBezTo>
                  <a:pt x="7675" y="1988"/>
                  <a:pt x="7342" y="2159"/>
                  <a:pt x="7178" y="2308"/>
                </a:cubicBezTo>
                <a:cubicBezTo>
                  <a:pt x="7015" y="2458"/>
                  <a:pt x="6410" y="2945"/>
                  <a:pt x="5450" y="2730"/>
                </a:cubicBezTo>
                <a:cubicBezTo>
                  <a:pt x="4661" y="2553"/>
                  <a:pt x="3735" y="3030"/>
                  <a:pt x="3218" y="3193"/>
                </a:cubicBezTo>
                <a:cubicBezTo>
                  <a:pt x="2701" y="3356"/>
                  <a:pt x="2306" y="3533"/>
                  <a:pt x="1531" y="2785"/>
                </a:cubicBezTo>
                <a:cubicBezTo>
                  <a:pt x="755" y="2036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chemeClr val="accent2"/>
              </a:gs>
              <a:gs pos="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4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5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3"/>
          <p:cNvSpPr/>
          <p:nvPr>
            <p:custDataLst>
              <p:tags r:id="rId2"/>
            </p:custDataLst>
          </p:nvPr>
        </p:nvSpPr>
        <p:spPr bwMode="auto">
          <a:xfrm rot="10800000">
            <a:off x="0" y="6515101"/>
            <a:ext cx="12192000" cy="342899"/>
          </a:xfrm>
          <a:custGeom>
            <a:avLst/>
            <a:gdLst>
              <a:gd name="T0" fmla="*/ 0 w 7675"/>
              <a:gd name="T1" fmla="*/ 0 h 3598"/>
              <a:gd name="T2" fmla="*/ 7675 w 7675"/>
              <a:gd name="T3" fmla="*/ 0 h 3598"/>
              <a:gd name="T4" fmla="*/ 7675 w 7675"/>
              <a:gd name="T5" fmla="*/ 2034 h 3598"/>
              <a:gd name="T6" fmla="*/ 7259 w 7675"/>
              <a:gd name="T7" fmla="*/ 2318 h 3598"/>
              <a:gd name="T8" fmla="*/ 5459 w 7675"/>
              <a:gd name="T9" fmla="*/ 2770 h 3598"/>
              <a:gd name="T10" fmla="*/ 3191 w 7675"/>
              <a:gd name="T11" fmla="*/ 3338 h 3598"/>
              <a:gd name="T12" fmla="*/ 1531 w 7675"/>
              <a:gd name="T13" fmla="*/ 2850 h 3598"/>
              <a:gd name="T14" fmla="*/ 3 w 7675"/>
              <a:gd name="T15" fmla="*/ 1982 h 3598"/>
              <a:gd name="T16" fmla="*/ 0 w 7675"/>
              <a:gd name="T17" fmla="*/ 0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98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2034"/>
                  <a:pt x="7675" y="2034"/>
                  <a:pt x="7675" y="2034"/>
                </a:cubicBezTo>
                <a:cubicBezTo>
                  <a:pt x="7675" y="2034"/>
                  <a:pt x="7422" y="2168"/>
                  <a:pt x="7259" y="2318"/>
                </a:cubicBezTo>
                <a:cubicBezTo>
                  <a:pt x="7096" y="2468"/>
                  <a:pt x="6799" y="3030"/>
                  <a:pt x="5459" y="2770"/>
                </a:cubicBezTo>
                <a:cubicBezTo>
                  <a:pt x="4665" y="2616"/>
                  <a:pt x="3708" y="3175"/>
                  <a:pt x="3191" y="3338"/>
                </a:cubicBezTo>
                <a:cubicBezTo>
                  <a:pt x="2674" y="3501"/>
                  <a:pt x="2307" y="3598"/>
                  <a:pt x="1531" y="2850"/>
                </a:cubicBezTo>
                <a:cubicBezTo>
                  <a:pt x="755" y="2102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27"/>
          <p:cNvSpPr/>
          <p:nvPr>
            <p:custDataLst>
              <p:tags r:id="rId3"/>
            </p:custDataLst>
          </p:nvPr>
        </p:nvSpPr>
        <p:spPr bwMode="auto">
          <a:xfrm rot="10800000">
            <a:off x="4361" y="6657975"/>
            <a:ext cx="12187639" cy="200024"/>
          </a:xfrm>
          <a:custGeom>
            <a:avLst/>
            <a:gdLst>
              <a:gd name="T0" fmla="*/ 0 w 7675"/>
              <a:gd name="T1" fmla="*/ 0 h 3533"/>
              <a:gd name="T2" fmla="*/ 7675 w 7675"/>
              <a:gd name="T3" fmla="*/ 0 h 3533"/>
              <a:gd name="T4" fmla="*/ 7675 w 7675"/>
              <a:gd name="T5" fmla="*/ 1988 h 3533"/>
              <a:gd name="T6" fmla="*/ 7178 w 7675"/>
              <a:gd name="T7" fmla="*/ 2308 h 3533"/>
              <a:gd name="T8" fmla="*/ 5450 w 7675"/>
              <a:gd name="T9" fmla="*/ 2730 h 3533"/>
              <a:gd name="T10" fmla="*/ 3218 w 7675"/>
              <a:gd name="T11" fmla="*/ 3193 h 3533"/>
              <a:gd name="T12" fmla="*/ 1531 w 7675"/>
              <a:gd name="T13" fmla="*/ 2785 h 3533"/>
              <a:gd name="T14" fmla="*/ 3 w 7675"/>
              <a:gd name="T15" fmla="*/ 1982 h 3533"/>
              <a:gd name="T16" fmla="*/ 0 w 7675"/>
              <a:gd name="T17" fmla="*/ 0 h 35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75" h="3533">
                <a:moveTo>
                  <a:pt x="0" y="0"/>
                </a:moveTo>
                <a:cubicBezTo>
                  <a:pt x="7675" y="0"/>
                  <a:pt x="7675" y="0"/>
                  <a:pt x="7675" y="0"/>
                </a:cubicBezTo>
                <a:cubicBezTo>
                  <a:pt x="7675" y="1988"/>
                  <a:pt x="7675" y="1988"/>
                  <a:pt x="7675" y="1988"/>
                </a:cubicBezTo>
                <a:cubicBezTo>
                  <a:pt x="7675" y="1988"/>
                  <a:pt x="7342" y="2159"/>
                  <a:pt x="7178" y="2308"/>
                </a:cubicBezTo>
                <a:cubicBezTo>
                  <a:pt x="7015" y="2458"/>
                  <a:pt x="6410" y="2945"/>
                  <a:pt x="5450" y="2730"/>
                </a:cubicBezTo>
                <a:cubicBezTo>
                  <a:pt x="4661" y="2553"/>
                  <a:pt x="3735" y="3030"/>
                  <a:pt x="3218" y="3193"/>
                </a:cubicBezTo>
                <a:cubicBezTo>
                  <a:pt x="2701" y="3356"/>
                  <a:pt x="2306" y="3533"/>
                  <a:pt x="1531" y="2785"/>
                </a:cubicBezTo>
                <a:cubicBezTo>
                  <a:pt x="755" y="2036"/>
                  <a:pt x="356" y="1886"/>
                  <a:pt x="3" y="198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chemeClr val="accent2"/>
              </a:gs>
              <a:gs pos="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Freeform 5"/>
          <p:cNvSpPr/>
          <p:nvPr>
            <p:custDataLst>
              <p:tags r:id="rId4"/>
            </p:custDataLst>
          </p:nvPr>
        </p:nvSpPr>
        <p:spPr bwMode="auto">
          <a:xfrm>
            <a:off x="0" y="4949825"/>
            <a:ext cx="12225342" cy="1908175"/>
          </a:xfrm>
          <a:custGeom>
            <a:avLst/>
            <a:gdLst>
              <a:gd name="T0" fmla="*/ 7680 w 7680"/>
              <a:gd name="T1" fmla="*/ 1201 h 1201"/>
              <a:gd name="T2" fmla="*/ 0 w 7680"/>
              <a:gd name="T3" fmla="*/ 1201 h 1201"/>
              <a:gd name="T4" fmla="*/ 0 w 7680"/>
              <a:gd name="T5" fmla="*/ 121 h 1201"/>
              <a:gd name="T6" fmla="*/ 5064 w 7680"/>
              <a:gd name="T7" fmla="*/ 337 h 1201"/>
              <a:gd name="T8" fmla="*/ 7680 w 7680"/>
              <a:gd name="T9" fmla="*/ 121 h 1201"/>
              <a:gd name="T10" fmla="*/ 7680 w 7680"/>
              <a:gd name="T11" fmla="*/ 1201 h 1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680" h="1201">
                <a:moveTo>
                  <a:pt x="7680" y="1201"/>
                </a:moveTo>
                <a:cubicBezTo>
                  <a:pt x="0" y="1201"/>
                  <a:pt x="0" y="1201"/>
                  <a:pt x="0" y="1201"/>
                </a:cubicBezTo>
                <a:cubicBezTo>
                  <a:pt x="0" y="121"/>
                  <a:pt x="0" y="121"/>
                  <a:pt x="0" y="121"/>
                </a:cubicBezTo>
                <a:cubicBezTo>
                  <a:pt x="0" y="121"/>
                  <a:pt x="2760" y="1033"/>
                  <a:pt x="5064" y="337"/>
                </a:cubicBezTo>
                <a:cubicBezTo>
                  <a:pt x="6178" y="0"/>
                  <a:pt x="7680" y="121"/>
                  <a:pt x="7680" y="121"/>
                </a:cubicBezTo>
                <a:lnTo>
                  <a:pt x="7680" y="1201"/>
                </a:lnTo>
                <a:close/>
              </a:path>
            </a:pathLst>
          </a:custGeom>
          <a:gradFill>
            <a:gsLst>
              <a:gs pos="50000">
                <a:schemeClr val="accent2"/>
              </a:gs>
              <a:gs pos="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2577326" y="2161229"/>
            <a:ext cx="5426076" cy="2374052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88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2" name="Freeform 5"/>
          <p:cNvSpPr/>
          <p:nvPr>
            <p:custDataLst>
              <p:tags r:id="rId6"/>
            </p:custDataLst>
          </p:nvPr>
        </p:nvSpPr>
        <p:spPr bwMode="auto">
          <a:xfrm>
            <a:off x="0" y="4683126"/>
            <a:ext cx="12192000" cy="1557337"/>
          </a:xfrm>
          <a:custGeom>
            <a:avLst/>
            <a:gdLst>
              <a:gd name="T0" fmla="*/ 0 w 7680"/>
              <a:gd name="T1" fmla="*/ 161 h 981"/>
              <a:gd name="T2" fmla="*/ 72 w 7680"/>
              <a:gd name="T3" fmla="*/ 206 h 981"/>
              <a:gd name="T4" fmla="*/ 1481 w 7680"/>
              <a:gd name="T5" fmla="*/ 981 h 981"/>
              <a:gd name="T6" fmla="*/ 3046 w 7680"/>
              <a:gd name="T7" fmla="*/ 626 h 981"/>
              <a:gd name="T8" fmla="*/ 4584 w 7680"/>
              <a:gd name="T9" fmla="*/ 843 h 981"/>
              <a:gd name="T10" fmla="*/ 5795 w 7680"/>
              <a:gd name="T11" fmla="*/ 611 h 981"/>
              <a:gd name="T12" fmla="*/ 7129 w 7680"/>
              <a:gd name="T13" fmla="*/ 24 h 981"/>
              <a:gd name="T14" fmla="*/ 7600 w 7680"/>
              <a:gd name="T15" fmla="*/ 113 h 981"/>
              <a:gd name="T16" fmla="*/ 7680 w 7680"/>
              <a:gd name="T17" fmla="*/ 125 h 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80" h="981">
                <a:moveTo>
                  <a:pt x="0" y="161"/>
                </a:moveTo>
                <a:cubicBezTo>
                  <a:pt x="0" y="161"/>
                  <a:pt x="24" y="161"/>
                  <a:pt x="72" y="206"/>
                </a:cubicBezTo>
                <a:cubicBezTo>
                  <a:pt x="291" y="408"/>
                  <a:pt x="934" y="981"/>
                  <a:pt x="1481" y="981"/>
                </a:cubicBezTo>
                <a:cubicBezTo>
                  <a:pt x="2066" y="981"/>
                  <a:pt x="2491" y="657"/>
                  <a:pt x="3046" y="626"/>
                </a:cubicBezTo>
                <a:cubicBezTo>
                  <a:pt x="3500" y="599"/>
                  <a:pt x="4040" y="849"/>
                  <a:pt x="4584" y="843"/>
                </a:cubicBezTo>
                <a:cubicBezTo>
                  <a:pt x="4831" y="842"/>
                  <a:pt x="5490" y="753"/>
                  <a:pt x="5795" y="611"/>
                </a:cubicBezTo>
                <a:cubicBezTo>
                  <a:pt x="6149" y="448"/>
                  <a:pt x="6759" y="59"/>
                  <a:pt x="7129" y="24"/>
                </a:cubicBezTo>
                <a:cubicBezTo>
                  <a:pt x="7372" y="0"/>
                  <a:pt x="7429" y="70"/>
                  <a:pt x="7600" y="113"/>
                </a:cubicBezTo>
                <a:cubicBezTo>
                  <a:pt x="7648" y="125"/>
                  <a:pt x="7680" y="125"/>
                  <a:pt x="7680" y="125"/>
                </a:cubicBezTo>
              </a:path>
            </a:pathLst>
          </a:custGeom>
          <a:noFill/>
          <a:ln w="66675" cap="flat">
            <a:solidFill>
              <a:schemeClr val="accent3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Oval 7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10800000">
            <a:off x="1734363" y="3255705"/>
            <a:ext cx="561975" cy="563562"/>
          </a:xfrm>
          <a:prstGeom prst="ellipse">
            <a:avLst/>
          </a:prstGeom>
          <a:solidFill>
            <a:schemeClr val="accent3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360Downloads\pic\websbook_com_3158998.jpg"/>
          <p:cNvPicPr>
            <a:picLocks noChangeAspect="1" noChangeArrowheads="1"/>
          </p:cNvPicPr>
          <p:nvPr userDrawn="1"/>
        </p:nvPicPr>
        <p:blipFill rotWithShape="1">
          <a:blip r:embed="rId2" cstate="email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12192000" cy="5539411"/>
          </a:xfrm>
          <a:prstGeom prst="rect">
            <a:avLst/>
          </a:prstGeom>
          <a:noFill/>
        </p:spPr>
      </p:pic>
      <p:sp>
        <p:nvSpPr>
          <p:cNvPr id="3" name="矩形 2"/>
          <p:cNvSpPr/>
          <p:nvPr userDrawn="1"/>
        </p:nvSpPr>
        <p:spPr>
          <a:xfrm>
            <a:off x="0" y="4150784"/>
            <a:ext cx="12192000" cy="1388533"/>
          </a:xfrm>
          <a:prstGeom prst="rect">
            <a:avLst/>
          </a:prstGeom>
          <a:solidFill>
            <a:srgbClr val="36B2E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4" name="Picture 8" descr="91淘课logo"/>
          <p:cNvPicPr>
            <a:picLocks noChangeAspect="1" noChangeArrowheads="1"/>
          </p:cNvPicPr>
          <p:nvPr userDrawn="1"/>
        </p:nvPicPr>
        <p:blipFill>
          <a:blip r:embed="rId3">
            <a:clrChange>
              <a:clrFrom>
                <a:srgbClr val="555555"/>
              </a:clrFrom>
              <a:clrTo>
                <a:srgbClr val="555555">
                  <a:alpha val="0"/>
                </a:srgbClr>
              </a:clrTo>
            </a:clrChange>
            <a:lum contrast="40000"/>
          </a:blip>
          <a:srcRect/>
          <a:stretch>
            <a:fillRect/>
          </a:stretch>
        </p:blipFill>
        <p:spPr bwMode="auto">
          <a:xfrm>
            <a:off x="10993967" y="5949951"/>
            <a:ext cx="939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360Downloads\pic\websbook_com_3158998.jpg"/>
          <p:cNvPicPr>
            <a:picLocks noChangeAspect="1" noChangeArrowheads="1"/>
          </p:cNvPicPr>
          <p:nvPr userDrawn="1"/>
        </p:nvPicPr>
        <p:blipFill rotWithShape="1">
          <a:blip r:embed="rId2" cstate="email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12192000" cy="5539411"/>
          </a:xfrm>
          <a:prstGeom prst="rect">
            <a:avLst/>
          </a:prstGeom>
          <a:noFill/>
        </p:spPr>
      </p:pic>
      <p:sp>
        <p:nvSpPr>
          <p:cNvPr id="3" name="矩形 2"/>
          <p:cNvSpPr/>
          <p:nvPr userDrawn="1"/>
        </p:nvSpPr>
        <p:spPr>
          <a:xfrm>
            <a:off x="0" y="4150784"/>
            <a:ext cx="12192000" cy="1388533"/>
          </a:xfrm>
          <a:prstGeom prst="rect">
            <a:avLst/>
          </a:prstGeom>
          <a:solidFill>
            <a:srgbClr val="36B2E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4" name="Picture 8" descr="91淘课logo"/>
          <p:cNvPicPr>
            <a:picLocks noChangeAspect="1" noChangeArrowheads="1"/>
          </p:cNvPicPr>
          <p:nvPr userDrawn="1"/>
        </p:nvPicPr>
        <p:blipFill>
          <a:blip r:embed="rId3">
            <a:clrChange>
              <a:clrFrom>
                <a:srgbClr val="555555"/>
              </a:clrFrom>
              <a:clrTo>
                <a:srgbClr val="555555">
                  <a:alpha val="0"/>
                </a:srgbClr>
              </a:clrTo>
            </a:clrChange>
            <a:lum contrast="40000"/>
          </a:blip>
          <a:srcRect/>
          <a:stretch>
            <a:fillRect/>
          </a:stretch>
        </p:blipFill>
        <p:spPr bwMode="auto">
          <a:xfrm>
            <a:off x="10993967" y="5949951"/>
            <a:ext cx="939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209551"/>
            <a:ext cx="12192000" cy="641349"/>
          </a:xfrm>
          <a:prstGeom prst="rect">
            <a:avLst/>
          </a:prstGeom>
          <a:solidFill>
            <a:srgbClr val="36B2E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矩形 7"/>
          <p:cNvSpPr>
            <a:spLocks noChangeArrowheads="1"/>
          </p:cNvSpPr>
          <p:nvPr userDrawn="1"/>
        </p:nvSpPr>
        <p:spPr bwMode="auto">
          <a:xfrm>
            <a:off x="9840385" y="345017"/>
            <a:ext cx="2101849" cy="370416"/>
          </a:xfrm>
          <a:prstGeom prst="rect">
            <a:avLst/>
          </a:prstGeom>
          <a:noFill/>
          <a:ln>
            <a:noFill/>
          </a:ln>
        </p:spPr>
        <p:txBody>
          <a:bodyPr lIns="121917" tIns="60958" rIns="121917" bIns="60958"/>
          <a:lstStyle/>
          <a:p>
            <a:pPr algn="ctr">
              <a:defRPr/>
            </a:pPr>
            <a:r>
              <a:rPr lang="zh-CN" altLang="en-US" sz="21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第 </a:t>
            </a:r>
            <a:fld id="{2CC90452-71EB-479C-9C71-1EFBF1590588}" type="slidenum">
              <a:rPr lang="zh-CN" altLang="en-US" sz="2100" dirty="0">
                <a:solidFill>
                  <a:prstClr val="white"/>
                </a:solidFill>
                <a:latin typeface="Calibri" panose="020F0502020204030204" pitchFamily="34" charset="0"/>
                <a:ea typeface="微软雅黑" panose="020B0503020204020204" charset="-122"/>
              </a:rPr>
            </a:fld>
            <a:r>
              <a:rPr lang="zh-CN" altLang="en-US" sz="2100" dirty="0">
                <a:solidFill>
                  <a:prstClr val="white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21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altLang="en-US" sz="21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Picture 8" descr="91淘课logo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555555"/>
              </a:clrFrom>
              <a:clrTo>
                <a:srgbClr val="555555">
                  <a:alpha val="0"/>
                </a:srgbClr>
              </a:clrTo>
            </a:clrChange>
            <a:lum contrast="40000"/>
          </a:blip>
          <a:srcRect/>
          <a:stretch>
            <a:fillRect/>
          </a:stretch>
        </p:blipFill>
        <p:spPr bwMode="auto">
          <a:xfrm>
            <a:off x="10993967" y="5949951"/>
            <a:ext cx="939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360Downloads\pic\websbook_com_3158998.jpg"/>
          <p:cNvPicPr>
            <a:picLocks noChangeAspect="1" noChangeArrowheads="1"/>
          </p:cNvPicPr>
          <p:nvPr userDrawn="1"/>
        </p:nvPicPr>
        <p:blipFill rotWithShape="1">
          <a:blip r:embed="rId2" cstate="email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12192000" cy="5539411"/>
          </a:xfrm>
          <a:prstGeom prst="rect">
            <a:avLst/>
          </a:prstGeom>
          <a:noFill/>
        </p:spPr>
      </p:pic>
      <p:sp>
        <p:nvSpPr>
          <p:cNvPr id="3" name="矩形 2"/>
          <p:cNvSpPr/>
          <p:nvPr userDrawn="1"/>
        </p:nvSpPr>
        <p:spPr>
          <a:xfrm>
            <a:off x="0" y="4150784"/>
            <a:ext cx="12192000" cy="1388533"/>
          </a:xfrm>
          <a:prstGeom prst="rect">
            <a:avLst/>
          </a:prstGeom>
          <a:solidFill>
            <a:srgbClr val="36B2E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4" name="Picture 8" descr="91淘课logo"/>
          <p:cNvPicPr>
            <a:picLocks noChangeAspect="1" noChangeArrowheads="1"/>
          </p:cNvPicPr>
          <p:nvPr userDrawn="1"/>
        </p:nvPicPr>
        <p:blipFill>
          <a:blip r:embed="rId3">
            <a:clrChange>
              <a:clrFrom>
                <a:srgbClr val="555555"/>
              </a:clrFrom>
              <a:clrTo>
                <a:srgbClr val="555555">
                  <a:alpha val="0"/>
                </a:srgbClr>
              </a:clrTo>
            </a:clrChange>
            <a:lum contrast="40000"/>
          </a:blip>
          <a:srcRect/>
          <a:stretch>
            <a:fillRect/>
          </a:stretch>
        </p:blipFill>
        <p:spPr bwMode="auto">
          <a:xfrm>
            <a:off x="10993967" y="5949951"/>
            <a:ext cx="939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360Downloads\pic\websbook_com_3158998.jpg"/>
          <p:cNvPicPr>
            <a:picLocks noChangeAspect="1" noChangeArrowheads="1"/>
          </p:cNvPicPr>
          <p:nvPr userDrawn="1"/>
        </p:nvPicPr>
        <p:blipFill rotWithShape="1">
          <a:blip r:embed="rId2" cstate="email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12192000" cy="5539411"/>
          </a:xfrm>
          <a:prstGeom prst="rect">
            <a:avLst/>
          </a:prstGeom>
          <a:noFill/>
        </p:spPr>
      </p:pic>
      <p:sp>
        <p:nvSpPr>
          <p:cNvPr id="3" name="矩形 2"/>
          <p:cNvSpPr/>
          <p:nvPr userDrawn="1"/>
        </p:nvSpPr>
        <p:spPr>
          <a:xfrm>
            <a:off x="0" y="4150784"/>
            <a:ext cx="12192000" cy="1388533"/>
          </a:xfrm>
          <a:prstGeom prst="rect">
            <a:avLst/>
          </a:prstGeom>
          <a:solidFill>
            <a:srgbClr val="36B2E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4" name="Picture 8" descr="91淘课logo"/>
          <p:cNvPicPr>
            <a:picLocks noChangeAspect="1" noChangeArrowheads="1"/>
          </p:cNvPicPr>
          <p:nvPr userDrawn="1"/>
        </p:nvPicPr>
        <p:blipFill>
          <a:blip r:embed="rId3">
            <a:clrChange>
              <a:clrFrom>
                <a:srgbClr val="555555"/>
              </a:clrFrom>
              <a:clrTo>
                <a:srgbClr val="555555">
                  <a:alpha val="0"/>
                </a:srgbClr>
              </a:clrTo>
            </a:clrChange>
            <a:lum contrast="40000"/>
          </a:blip>
          <a:srcRect/>
          <a:stretch>
            <a:fillRect/>
          </a:stretch>
        </p:blipFill>
        <p:spPr bwMode="auto">
          <a:xfrm>
            <a:off x="10993967" y="5949951"/>
            <a:ext cx="939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360Downloads\pic\websbook_com_3158998.jpg"/>
          <p:cNvPicPr>
            <a:picLocks noChangeAspect="1" noChangeArrowheads="1"/>
          </p:cNvPicPr>
          <p:nvPr userDrawn="1"/>
        </p:nvPicPr>
        <p:blipFill rotWithShape="1">
          <a:blip r:embed="rId2" cstate="email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12192000" cy="5539411"/>
          </a:xfrm>
          <a:prstGeom prst="rect">
            <a:avLst/>
          </a:prstGeom>
          <a:noFill/>
        </p:spPr>
      </p:pic>
      <p:sp>
        <p:nvSpPr>
          <p:cNvPr id="3" name="矩形 2"/>
          <p:cNvSpPr/>
          <p:nvPr userDrawn="1"/>
        </p:nvSpPr>
        <p:spPr>
          <a:xfrm>
            <a:off x="0" y="4150784"/>
            <a:ext cx="12192000" cy="1388533"/>
          </a:xfrm>
          <a:prstGeom prst="rect">
            <a:avLst/>
          </a:prstGeom>
          <a:solidFill>
            <a:srgbClr val="36B2E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4" name="Picture 8" descr="91淘课logo"/>
          <p:cNvPicPr>
            <a:picLocks noChangeAspect="1" noChangeArrowheads="1"/>
          </p:cNvPicPr>
          <p:nvPr userDrawn="1"/>
        </p:nvPicPr>
        <p:blipFill>
          <a:blip r:embed="rId3">
            <a:clrChange>
              <a:clrFrom>
                <a:srgbClr val="555555"/>
              </a:clrFrom>
              <a:clrTo>
                <a:srgbClr val="555555">
                  <a:alpha val="0"/>
                </a:srgbClr>
              </a:clrTo>
            </a:clrChange>
            <a:lum contrast="40000"/>
          </a:blip>
          <a:srcRect/>
          <a:stretch>
            <a:fillRect/>
          </a:stretch>
        </p:blipFill>
        <p:spPr bwMode="auto">
          <a:xfrm>
            <a:off x="10993967" y="5949951"/>
            <a:ext cx="939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360Downloads\pic\websbook_com_3158998.jpg"/>
          <p:cNvPicPr>
            <a:picLocks noChangeAspect="1" noChangeArrowheads="1"/>
          </p:cNvPicPr>
          <p:nvPr userDrawn="1"/>
        </p:nvPicPr>
        <p:blipFill rotWithShape="1">
          <a:blip r:embed="rId2" cstate="email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12192000" cy="5539411"/>
          </a:xfrm>
          <a:prstGeom prst="rect">
            <a:avLst/>
          </a:prstGeom>
          <a:noFill/>
        </p:spPr>
      </p:pic>
      <p:sp>
        <p:nvSpPr>
          <p:cNvPr id="3" name="矩形 2"/>
          <p:cNvSpPr/>
          <p:nvPr userDrawn="1"/>
        </p:nvSpPr>
        <p:spPr>
          <a:xfrm>
            <a:off x="0" y="4150784"/>
            <a:ext cx="12192000" cy="1388533"/>
          </a:xfrm>
          <a:prstGeom prst="rect">
            <a:avLst/>
          </a:prstGeom>
          <a:solidFill>
            <a:srgbClr val="36B2E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4" name="Picture 8" descr="91淘课logo"/>
          <p:cNvPicPr>
            <a:picLocks noChangeAspect="1" noChangeArrowheads="1"/>
          </p:cNvPicPr>
          <p:nvPr userDrawn="1"/>
        </p:nvPicPr>
        <p:blipFill>
          <a:blip r:embed="rId3">
            <a:clrChange>
              <a:clrFrom>
                <a:srgbClr val="555555"/>
              </a:clrFrom>
              <a:clrTo>
                <a:srgbClr val="555555">
                  <a:alpha val="0"/>
                </a:srgbClr>
              </a:clrTo>
            </a:clrChange>
            <a:lum contrast="40000"/>
          </a:blip>
          <a:srcRect/>
          <a:stretch>
            <a:fillRect/>
          </a:stretch>
        </p:blipFill>
        <p:spPr bwMode="auto">
          <a:xfrm>
            <a:off x="10993967" y="5949951"/>
            <a:ext cx="939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360Downloads\pic\websbook_com_3158998.jpg"/>
          <p:cNvPicPr>
            <a:picLocks noChangeAspect="1" noChangeArrowheads="1"/>
          </p:cNvPicPr>
          <p:nvPr userDrawn="1"/>
        </p:nvPicPr>
        <p:blipFill rotWithShape="1">
          <a:blip r:embed="rId2" cstate="email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12192000" cy="5539411"/>
          </a:xfrm>
          <a:prstGeom prst="rect">
            <a:avLst/>
          </a:prstGeom>
          <a:noFill/>
        </p:spPr>
      </p:pic>
      <p:sp>
        <p:nvSpPr>
          <p:cNvPr id="3" name="矩形 2"/>
          <p:cNvSpPr/>
          <p:nvPr userDrawn="1"/>
        </p:nvSpPr>
        <p:spPr>
          <a:xfrm>
            <a:off x="0" y="4150784"/>
            <a:ext cx="12192000" cy="1388533"/>
          </a:xfrm>
          <a:prstGeom prst="rect">
            <a:avLst/>
          </a:prstGeom>
          <a:solidFill>
            <a:srgbClr val="36B2E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4" name="Picture 8" descr="91淘课logo"/>
          <p:cNvPicPr>
            <a:picLocks noChangeAspect="1" noChangeArrowheads="1"/>
          </p:cNvPicPr>
          <p:nvPr userDrawn="1"/>
        </p:nvPicPr>
        <p:blipFill>
          <a:blip r:embed="rId3">
            <a:clrChange>
              <a:clrFrom>
                <a:srgbClr val="555555"/>
              </a:clrFrom>
              <a:clrTo>
                <a:srgbClr val="555555">
                  <a:alpha val="0"/>
                </a:srgbClr>
              </a:clrTo>
            </a:clrChange>
            <a:lum contrast="40000"/>
          </a:blip>
          <a:srcRect/>
          <a:stretch>
            <a:fillRect/>
          </a:stretch>
        </p:blipFill>
        <p:spPr bwMode="auto">
          <a:xfrm>
            <a:off x="10993967" y="5949951"/>
            <a:ext cx="939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360Downloads\pic\websbook_com_3158998.jpg"/>
          <p:cNvPicPr>
            <a:picLocks noChangeAspect="1" noChangeArrowheads="1"/>
          </p:cNvPicPr>
          <p:nvPr userDrawn="1"/>
        </p:nvPicPr>
        <p:blipFill rotWithShape="1">
          <a:blip r:embed="rId2" cstate="email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12192000" cy="5539411"/>
          </a:xfrm>
          <a:prstGeom prst="rect">
            <a:avLst/>
          </a:prstGeom>
          <a:noFill/>
        </p:spPr>
      </p:pic>
      <p:sp>
        <p:nvSpPr>
          <p:cNvPr id="3" name="矩形 2"/>
          <p:cNvSpPr/>
          <p:nvPr userDrawn="1"/>
        </p:nvSpPr>
        <p:spPr>
          <a:xfrm>
            <a:off x="0" y="4150784"/>
            <a:ext cx="12192000" cy="1388533"/>
          </a:xfrm>
          <a:prstGeom prst="rect">
            <a:avLst/>
          </a:prstGeom>
          <a:solidFill>
            <a:srgbClr val="36B2E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4" name="Picture 8" descr="91淘课logo"/>
          <p:cNvPicPr>
            <a:picLocks noChangeAspect="1" noChangeArrowheads="1"/>
          </p:cNvPicPr>
          <p:nvPr userDrawn="1"/>
        </p:nvPicPr>
        <p:blipFill>
          <a:blip r:embed="rId3">
            <a:clrChange>
              <a:clrFrom>
                <a:srgbClr val="555555"/>
              </a:clrFrom>
              <a:clrTo>
                <a:srgbClr val="555555">
                  <a:alpha val="0"/>
                </a:srgbClr>
              </a:clrTo>
            </a:clrChange>
            <a:lum contrast="40000"/>
          </a:blip>
          <a:srcRect/>
          <a:stretch>
            <a:fillRect/>
          </a:stretch>
        </p:blipFill>
        <p:spPr bwMode="auto">
          <a:xfrm>
            <a:off x="10993967" y="5949951"/>
            <a:ext cx="939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360Downloads\pic\websbook_com_3158998.jpg"/>
          <p:cNvPicPr>
            <a:picLocks noChangeAspect="1" noChangeArrowheads="1"/>
          </p:cNvPicPr>
          <p:nvPr userDrawn="1"/>
        </p:nvPicPr>
        <p:blipFill rotWithShape="1">
          <a:blip r:embed="rId2" cstate="email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12192000" cy="5539411"/>
          </a:xfrm>
          <a:prstGeom prst="rect">
            <a:avLst/>
          </a:prstGeom>
          <a:noFill/>
        </p:spPr>
      </p:pic>
      <p:sp>
        <p:nvSpPr>
          <p:cNvPr id="3" name="矩形 2"/>
          <p:cNvSpPr/>
          <p:nvPr userDrawn="1"/>
        </p:nvSpPr>
        <p:spPr>
          <a:xfrm>
            <a:off x="0" y="4150784"/>
            <a:ext cx="12192000" cy="1388533"/>
          </a:xfrm>
          <a:prstGeom prst="rect">
            <a:avLst/>
          </a:prstGeom>
          <a:solidFill>
            <a:srgbClr val="36B2E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4" name="Picture 8" descr="91淘课logo"/>
          <p:cNvPicPr>
            <a:picLocks noChangeAspect="1" noChangeArrowheads="1"/>
          </p:cNvPicPr>
          <p:nvPr userDrawn="1"/>
        </p:nvPicPr>
        <p:blipFill>
          <a:blip r:embed="rId3">
            <a:clrChange>
              <a:clrFrom>
                <a:srgbClr val="555555"/>
              </a:clrFrom>
              <a:clrTo>
                <a:srgbClr val="555555">
                  <a:alpha val="0"/>
                </a:srgbClr>
              </a:clrTo>
            </a:clrChange>
            <a:lum contrast="40000"/>
          </a:blip>
          <a:srcRect/>
          <a:stretch>
            <a:fillRect/>
          </a:stretch>
        </p:blipFill>
        <p:spPr bwMode="auto">
          <a:xfrm>
            <a:off x="10993967" y="5949951"/>
            <a:ext cx="939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360Downloads\pic\websbook_com_3158998.jpg"/>
          <p:cNvPicPr>
            <a:picLocks noChangeAspect="1" noChangeArrowheads="1"/>
          </p:cNvPicPr>
          <p:nvPr userDrawn="1"/>
        </p:nvPicPr>
        <p:blipFill rotWithShape="1">
          <a:blip r:embed="rId2" cstate="email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12192000" cy="5539411"/>
          </a:xfrm>
          <a:prstGeom prst="rect">
            <a:avLst/>
          </a:prstGeom>
          <a:noFill/>
        </p:spPr>
      </p:pic>
      <p:sp>
        <p:nvSpPr>
          <p:cNvPr id="3" name="矩形 2"/>
          <p:cNvSpPr/>
          <p:nvPr userDrawn="1"/>
        </p:nvSpPr>
        <p:spPr>
          <a:xfrm>
            <a:off x="0" y="4150784"/>
            <a:ext cx="12192000" cy="1388533"/>
          </a:xfrm>
          <a:prstGeom prst="rect">
            <a:avLst/>
          </a:prstGeom>
          <a:solidFill>
            <a:srgbClr val="36B2E6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4" name="Picture 8" descr="91淘课logo"/>
          <p:cNvPicPr>
            <a:picLocks noChangeAspect="1" noChangeArrowheads="1"/>
          </p:cNvPicPr>
          <p:nvPr userDrawn="1"/>
        </p:nvPicPr>
        <p:blipFill>
          <a:blip r:embed="rId3">
            <a:clrChange>
              <a:clrFrom>
                <a:srgbClr val="555555"/>
              </a:clrFrom>
              <a:clrTo>
                <a:srgbClr val="555555">
                  <a:alpha val="0"/>
                </a:srgbClr>
              </a:clrTo>
            </a:clrChange>
            <a:lum contrast="40000"/>
          </a:blip>
          <a:srcRect/>
          <a:stretch>
            <a:fillRect/>
          </a:stretch>
        </p:blipFill>
        <p:spPr bwMode="auto">
          <a:xfrm>
            <a:off x="10993967" y="5949951"/>
            <a:ext cx="939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9" Type="http://schemas.openxmlformats.org/officeDocument/2006/relationships/theme" Target="../theme/theme1.xml"/><Relationship Id="rId28" Type="http://schemas.openxmlformats.org/officeDocument/2006/relationships/tags" Target="../tags/tag106.xml"/><Relationship Id="rId27" Type="http://schemas.openxmlformats.org/officeDocument/2006/relationships/tags" Target="../tags/tag105.xml"/><Relationship Id="rId26" Type="http://schemas.openxmlformats.org/officeDocument/2006/relationships/tags" Target="../tags/tag104.xml"/><Relationship Id="rId25" Type="http://schemas.openxmlformats.org/officeDocument/2006/relationships/tags" Target="../tags/tag103.xml"/><Relationship Id="rId24" Type="http://schemas.openxmlformats.org/officeDocument/2006/relationships/tags" Target="../tags/tag102.xml"/><Relationship Id="rId23" Type="http://schemas.openxmlformats.org/officeDocument/2006/relationships/tags" Target="../tags/tag10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4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5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6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7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fontAlgn="auto" latinLnBrk="0" hangingPunct="1">
        <a:lnSpc>
          <a:spcPct val="12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6.jpeg"/><Relationship Id="rId1" Type="http://schemas.openxmlformats.org/officeDocument/2006/relationships/image" Target="../media/image15.GIF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.jpeg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4.jpeg"/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jpeg"/><Relationship Id="rId1" Type="http://schemas.openxmlformats.org/officeDocument/2006/relationships/image" Target="../media/image2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GIF"/><Relationship Id="rId1" Type="http://schemas.openxmlformats.org/officeDocument/2006/relationships/image" Target="../media/image27.GI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913018" y="2629832"/>
            <a:ext cx="5786846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5400" b="1" dirty="0" smtClean="0"/>
              <a:t>文化传承与创新</a:t>
            </a:r>
            <a:endParaRPr lang="zh-CN" altLang="en-US" sz="5400" b="1" dirty="0"/>
          </a:p>
        </p:txBody>
      </p:sp>
    </p:spTree>
    <p:custDataLst>
      <p:tags r:id="rId1"/>
    </p:custDataLst>
  </p:cSld>
  <p:clrMapOvr>
    <a:masterClrMapping/>
  </p:clrMapOvr>
  <p:transition>
    <p:split orient="vert"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文本框 5121"/>
          <p:cNvSpPr txBox="1"/>
          <p:nvPr/>
        </p:nvSpPr>
        <p:spPr>
          <a:xfrm>
            <a:off x="1524000" y="209008"/>
            <a:ext cx="3202517" cy="60960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lIns="121917" tIns="60958" rIns="121917" bIns="60958">
            <a:spAutoFit/>
          </a:bodyPr>
          <a:lstStyle/>
          <a:p>
            <a:pPr>
              <a:defRPr/>
            </a:pPr>
            <a:r>
              <a:rPr lang="zh-CN" altLang="en-US" sz="3200" b="1" i="1" noProof="1"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charset="-122"/>
                <a:cs typeface="+mn-ea"/>
              </a:rPr>
              <a:t>本单元知识框架</a:t>
            </a:r>
            <a:endParaRPr lang="zh-CN" altLang="en-US" sz="3200" b="1" i="1" noProof="1">
              <a:solidFill>
                <a:srgbClr val="FF3300"/>
              </a:solidFill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1266" name="文本框 5122"/>
          <p:cNvSpPr txBox="1">
            <a:spLocks noChangeArrowheads="1"/>
          </p:cNvSpPr>
          <p:nvPr/>
        </p:nvSpPr>
        <p:spPr bwMode="auto">
          <a:xfrm>
            <a:off x="1776365" y="2321692"/>
            <a:ext cx="575733" cy="1828800"/>
          </a:xfrm>
          <a:prstGeom prst="rect">
            <a:avLst/>
          </a:prstGeom>
          <a:solidFill>
            <a:srgbClr val="FF9900"/>
          </a:solidFill>
          <a:ln w="9525">
            <a:noFill/>
            <a:miter lim="800000"/>
          </a:ln>
        </p:spPr>
        <p:txBody>
          <a:bodyPr lIns="121917" tIns="60958" rIns="121917" bIns="60958">
            <a:spAutoFit/>
          </a:bodyPr>
          <a:lstStyle/>
          <a:p>
            <a:r>
              <a:rPr lang="zh-CN" altLang="en-US" sz="2800" b="1">
                <a:ea typeface="黑体" panose="02010609060101010101" charset="-122"/>
              </a:rPr>
              <a:t>第二单元</a:t>
            </a:r>
            <a:endParaRPr lang="zh-CN" altLang="en-US" sz="2800" b="1">
              <a:ea typeface="黑体" panose="02010609060101010101" charset="-122"/>
            </a:endParaRPr>
          </a:p>
        </p:txBody>
      </p:sp>
      <p:sp>
        <p:nvSpPr>
          <p:cNvPr id="11267" name="文本框 5123"/>
          <p:cNvSpPr txBox="1">
            <a:spLocks noChangeArrowheads="1"/>
          </p:cNvSpPr>
          <p:nvPr/>
        </p:nvSpPr>
        <p:spPr bwMode="auto">
          <a:xfrm>
            <a:off x="2999318" y="1458149"/>
            <a:ext cx="3744383" cy="553994"/>
          </a:xfrm>
          <a:prstGeom prst="rect">
            <a:avLst/>
          </a:prstGeom>
          <a:solidFill>
            <a:srgbClr val="FFFF00"/>
          </a:solidFill>
          <a:ln w="9525">
            <a:solidFill>
              <a:srgbClr val="99FF66"/>
            </a:solidFill>
            <a:miter lim="800000"/>
          </a:ln>
        </p:spPr>
        <p:txBody>
          <a:bodyPr lIns="121917" tIns="60958" rIns="121917" bIns="60958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  <a:ea typeface="黑体" panose="02010609060101010101" charset="-122"/>
              </a:rPr>
              <a:t>第三课 文化传播</a:t>
            </a:r>
            <a:r>
              <a:rPr lang="en-US" altLang="zh-CN" sz="2800" b="1">
                <a:solidFill>
                  <a:srgbClr val="0000FF"/>
                </a:solidFill>
                <a:ea typeface="黑体" panose="02010609060101010101" charset="-122"/>
              </a:rPr>
              <a:t>(</a:t>
            </a:r>
            <a:r>
              <a:rPr lang="zh-CN" altLang="en-US" sz="2800" b="1">
                <a:solidFill>
                  <a:srgbClr val="0000FF"/>
                </a:solidFill>
                <a:ea typeface="黑体" panose="02010609060101010101" charset="-122"/>
              </a:rPr>
              <a:t>横向</a:t>
            </a:r>
            <a:r>
              <a:rPr lang="en-US" altLang="zh-CN" sz="2800" b="1">
                <a:solidFill>
                  <a:srgbClr val="0000FF"/>
                </a:solidFill>
                <a:ea typeface="黑体" panose="02010609060101010101" charset="-122"/>
              </a:rPr>
              <a:t>)</a:t>
            </a:r>
            <a:endParaRPr lang="en-US" altLang="zh-CN" sz="2800" b="1">
              <a:solidFill>
                <a:srgbClr val="0000FF"/>
              </a:solidFill>
              <a:ea typeface="黑体" panose="02010609060101010101" charset="-122"/>
            </a:endParaRPr>
          </a:p>
        </p:txBody>
      </p:sp>
      <p:sp>
        <p:nvSpPr>
          <p:cNvPr id="11268" name="文本框 5124"/>
          <p:cNvSpPr txBox="1">
            <a:spLocks noChangeArrowheads="1"/>
          </p:cNvSpPr>
          <p:nvPr/>
        </p:nvSpPr>
        <p:spPr bwMode="auto">
          <a:xfrm>
            <a:off x="2999318" y="2864464"/>
            <a:ext cx="3744383" cy="553994"/>
          </a:xfrm>
          <a:prstGeom prst="rect">
            <a:avLst/>
          </a:prstGeom>
          <a:solidFill>
            <a:srgbClr val="FFFF00"/>
          </a:solidFill>
          <a:ln w="9525">
            <a:solidFill>
              <a:srgbClr val="99FF66"/>
            </a:solidFill>
            <a:miter lim="800000"/>
          </a:ln>
        </p:spPr>
        <p:txBody>
          <a:bodyPr lIns="121917" tIns="60958" rIns="121917" bIns="60958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  <a:ea typeface="黑体" panose="02010609060101010101" charset="-122"/>
              </a:rPr>
              <a:t>第四课 文化继承</a:t>
            </a:r>
            <a:r>
              <a:rPr lang="en-US" altLang="zh-CN" sz="2800" b="1">
                <a:solidFill>
                  <a:srgbClr val="0000FF"/>
                </a:solidFill>
                <a:ea typeface="黑体" panose="02010609060101010101" charset="-122"/>
              </a:rPr>
              <a:t>(</a:t>
            </a:r>
            <a:r>
              <a:rPr lang="zh-CN" altLang="en-US" sz="2800" b="1">
                <a:solidFill>
                  <a:srgbClr val="0000FF"/>
                </a:solidFill>
                <a:ea typeface="黑体" panose="02010609060101010101" charset="-122"/>
              </a:rPr>
              <a:t>纵向</a:t>
            </a:r>
            <a:r>
              <a:rPr lang="en-US" altLang="zh-CN" sz="2800" b="1">
                <a:solidFill>
                  <a:srgbClr val="0000FF"/>
                </a:solidFill>
                <a:ea typeface="黑体" panose="02010609060101010101" charset="-122"/>
              </a:rPr>
              <a:t>)</a:t>
            </a:r>
            <a:endParaRPr lang="en-US" altLang="zh-CN" sz="2800" b="1">
              <a:solidFill>
                <a:srgbClr val="0000FF"/>
              </a:solidFill>
              <a:ea typeface="黑体" panose="02010609060101010101" charset="-122"/>
            </a:endParaRPr>
          </a:p>
        </p:txBody>
      </p:sp>
      <p:sp>
        <p:nvSpPr>
          <p:cNvPr id="11269" name="文本框 5125"/>
          <p:cNvSpPr txBox="1">
            <a:spLocks noChangeArrowheads="1"/>
          </p:cNvSpPr>
          <p:nvPr/>
        </p:nvSpPr>
        <p:spPr bwMode="auto">
          <a:xfrm>
            <a:off x="2927351" y="4565482"/>
            <a:ext cx="3744383" cy="553994"/>
          </a:xfrm>
          <a:prstGeom prst="rect">
            <a:avLst/>
          </a:prstGeom>
          <a:solidFill>
            <a:srgbClr val="FFFF00"/>
          </a:solidFill>
          <a:ln w="9525">
            <a:solidFill>
              <a:srgbClr val="99FF66"/>
            </a:solidFill>
            <a:miter lim="800000"/>
          </a:ln>
        </p:spPr>
        <p:txBody>
          <a:bodyPr lIns="121917" tIns="60958" rIns="121917" bIns="60958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ea typeface="黑体" panose="02010609060101010101" charset="-122"/>
              </a:rPr>
              <a:t>第五课 文化创新发展</a:t>
            </a:r>
            <a:endParaRPr lang="zh-CN" altLang="en-US" sz="2800" b="1" dirty="0">
              <a:solidFill>
                <a:srgbClr val="0000FF"/>
              </a:solidFill>
              <a:ea typeface="黑体" panose="02010609060101010101" charset="-122"/>
            </a:endParaRPr>
          </a:p>
        </p:txBody>
      </p:sp>
      <p:sp>
        <p:nvSpPr>
          <p:cNvPr id="11270" name="左大括号 5126"/>
          <p:cNvSpPr/>
          <p:nvPr/>
        </p:nvSpPr>
        <p:spPr bwMode="auto">
          <a:xfrm>
            <a:off x="2790070" y="1711305"/>
            <a:ext cx="146049" cy="3098800"/>
          </a:xfrm>
          <a:prstGeom prst="leftBrace">
            <a:avLst>
              <a:gd name="adj1" fmla="val 176714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</p:spPr>
        <p:txBody>
          <a:bodyPr lIns="121917" tIns="60958" rIns="121917" bIns="60958"/>
          <a:lstStyle/>
          <a:p>
            <a:endParaRPr lang="zh-CN" altLang="en-US" sz="100"/>
          </a:p>
        </p:txBody>
      </p:sp>
      <p:sp>
        <p:nvSpPr>
          <p:cNvPr id="11271" name="文本框 5127"/>
          <p:cNvSpPr txBox="1">
            <a:spLocks noChangeArrowheads="1"/>
          </p:cNvSpPr>
          <p:nvPr/>
        </p:nvSpPr>
        <p:spPr bwMode="auto">
          <a:xfrm>
            <a:off x="6926582" y="873100"/>
            <a:ext cx="3456517" cy="55399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21917" tIns="60958" rIns="121917" bIns="60958">
            <a:spAutoFit/>
          </a:bodyPr>
          <a:lstStyle/>
          <a:p>
            <a:r>
              <a:rPr lang="zh-CN" altLang="en-US" sz="2800" b="1" dirty="0">
                <a:ea typeface="黑体" panose="02010609060101010101" charset="-122"/>
              </a:rPr>
              <a:t>世界文化的多样性</a:t>
            </a:r>
            <a:endParaRPr lang="zh-CN" altLang="en-US" sz="2800" b="1" dirty="0">
              <a:ea typeface="黑体" panose="02010609060101010101" charset="-122"/>
            </a:endParaRPr>
          </a:p>
        </p:txBody>
      </p:sp>
      <p:sp>
        <p:nvSpPr>
          <p:cNvPr id="11272" name="文本框 5128"/>
          <p:cNvSpPr txBox="1">
            <a:spLocks noChangeArrowheads="1"/>
          </p:cNvSpPr>
          <p:nvPr/>
        </p:nvSpPr>
        <p:spPr bwMode="auto">
          <a:xfrm>
            <a:off x="6926582" y="1679008"/>
            <a:ext cx="3168651" cy="55399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21917" tIns="60958" rIns="121917" bIns="60958">
            <a:spAutoFit/>
          </a:bodyPr>
          <a:lstStyle/>
          <a:p>
            <a:r>
              <a:rPr lang="zh-CN" altLang="en-US" sz="2800" b="1" dirty="0">
                <a:ea typeface="黑体" panose="02010609060101010101" charset="-122"/>
              </a:rPr>
              <a:t>文化在交流中传播</a:t>
            </a:r>
            <a:endParaRPr lang="zh-CN" altLang="en-US" sz="2800" b="1" dirty="0">
              <a:ea typeface="黑体" panose="02010609060101010101" charset="-122"/>
            </a:endParaRPr>
          </a:p>
        </p:txBody>
      </p:sp>
      <p:sp>
        <p:nvSpPr>
          <p:cNvPr id="11273" name="文本框 5129"/>
          <p:cNvSpPr txBox="1">
            <a:spLocks noChangeArrowheads="1"/>
          </p:cNvSpPr>
          <p:nvPr/>
        </p:nvSpPr>
        <p:spPr bwMode="auto">
          <a:xfrm>
            <a:off x="6900457" y="2400791"/>
            <a:ext cx="2952751" cy="55399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21917" tIns="60958" rIns="121917" bIns="60958">
            <a:spAutoFit/>
          </a:bodyPr>
          <a:lstStyle/>
          <a:p>
            <a:r>
              <a:rPr lang="zh-CN" altLang="en-US" sz="2800" b="1" dirty="0">
                <a:ea typeface="黑体" panose="02010609060101010101" charset="-122"/>
              </a:rPr>
              <a:t>传统文化的继承</a:t>
            </a:r>
            <a:endParaRPr lang="zh-CN" altLang="en-US" sz="2800" b="1" dirty="0">
              <a:ea typeface="黑体" panose="02010609060101010101" charset="-122"/>
            </a:endParaRPr>
          </a:p>
        </p:txBody>
      </p:sp>
      <p:sp>
        <p:nvSpPr>
          <p:cNvPr id="11274" name="文本框 5130"/>
          <p:cNvSpPr txBox="1">
            <a:spLocks noChangeArrowheads="1"/>
          </p:cNvSpPr>
          <p:nvPr/>
        </p:nvSpPr>
        <p:spPr bwMode="auto">
          <a:xfrm>
            <a:off x="6900457" y="3342289"/>
            <a:ext cx="3384551" cy="55399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21917" tIns="60958" rIns="121917" bIns="60958">
            <a:spAutoFit/>
          </a:bodyPr>
          <a:lstStyle/>
          <a:p>
            <a:r>
              <a:rPr lang="zh-CN" altLang="en-US" sz="2800" b="1" dirty="0">
                <a:ea typeface="黑体" panose="02010609060101010101" charset="-122"/>
              </a:rPr>
              <a:t>文化在继承中发展</a:t>
            </a:r>
            <a:endParaRPr lang="zh-CN" altLang="en-US" sz="2800" b="1" dirty="0">
              <a:ea typeface="黑体" panose="02010609060101010101" charset="-122"/>
            </a:endParaRPr>
          </a:p>
        </p:txBody>
      </p:sp>
      <p:sp>
        <p:nvSpPr>
          <p:cNvPr id="11275" name="文本框 5131"/>
          <p:cNvSpPr txBox="1">
            <a:spLocks noChangeArrowheads="1"/>
          </p:cNvSpPr>
          <p:nvPr/>
        </p:nvSpPr>
        <p:spPr bwMode="auto">
          <a:xfrm>
            <a:off x="6893804" y="4075019"/>
            <a:ext cx="3996267" cy="55399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21917" tIns="60958" rIns="121917" bIns="60958">
            <a:spAutoFit/>
          </a:bodyPr>
          <a:lstStyle/>
          <a:p>
            <a:r>
              <a:rPr lang="zh-CN" altLang="en-US" sz="2800" b="1" dirty="0">
                <a:ea typeface="黑体" panose="02010609060101010101" charset="-122"/>
              </a:rPr>
              <a:t>文化创新的源泉和作用</a:t>
            </a:r>
            <a:endParaRPr lang="zh-CN" altLang="en-US" sz="2800" b="1" dirty="0">
              <a:ea typeface="黑体" panose="02010609060101010101" charset="-122"/>
            </a:endParaRPr>
          </a:p>
        </p:txBody>
      </p:sp>
      <p:sp>
        <p:nvSpPr>
          <p:cNvPr id="11276" name="文本框 5132"/>
          <p:cNvSpPr txBox="1">
            <a:spLocks noChangeArrowheads="1"/>
          </p:cNvSpPr>
          <p:nvPr/>
        </p:nvSpPr>
        <p:spPr bwMode="auto">
          <a:xfrm>
            <a:off x="6919931" y="5023168"/>
            <a:ext cx="2952751" cy="55399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21917" tIns="60958" rIns="121917" bIns="60958">
            <a:spAutoFit/>
          </a:bodyPr>
          <a:lstStyle/>
          <a:p>
            <a:r>
              <a:rPr lang="zh-CN" altLang="en-US" sz="2800" b="1">
                <a:ea typeface="黑体" panose="02010609060101010101" charset="-122"/>
              </a:rPr>
              <a:t>文化创新的途径</a:t>
            </a:r>
            <a:endParaRPr lang="zh-CN" altLang="en-US" sz="2800" b="1">
              <a:ea typeface="黑体" panose="02010609060101010101" charset="-122"/>
            </a:endParaRPr>
          </a:p>
        </p:txBody>
      </p:sp>
      <p:sp>
        <p:nvSpPr>
          <p:cNvPr id="11277" name="左大括号 5133"/>
          <p:cNvSpPr/>
          <p:nvPr/>
        </p:nvSpPr>
        <p:spPr bwMode="auto">
          <a:xfrm>
            <a:off x="6797829" y="1096864"/>
            <a:ext cx="141816" cy="1009649"/>
          </a:xfrm>
          <a:prstGeom prst="leftBrace">
            <a:avLst>
              <a:gd name="adj1" fmla="val 59296"/>
              <a:gd name="adj2" fmla="val 50000"/>
            </a:avLst>
          </a:prstGeom>
          <a:noFill/>
          <a:ln w="28575">
            <a:solidFill>
              <a:srgbClr val="0000FF"/>
            </a:solidFill>
            <a:round/>
          </a:ln>
        </p:spPr>
        <p:txBody>
          <a:bodyPr lIns="121917" tIns="60958" rIns="121917" bIns="60958"/>
          <a:lstStyle/>
          <a:p>
            <a:endParaRPr lang="zh-CN" altLang="en-US" sz="100"/>
          </a:p>
        </p:txBody>
      </p:sp>
      <p:sp>
        <p:nvSpPr>
          <p:cNvPr id="11278" name="左大括号 5134"/>
          <p:cNvSpPr/>
          <p:nvPr/>
        </p:nvSpPr>
        <p:spPr bwMode="auto">
          <a:xfrm>
            <a:off x="6784766" y="2673239"/>
            <a:ext cx="141816" cy="1009649"/>
          </a:xfrm>
          <a:prstGeom prst="leftBrace">
            <a:avLst>
              <a:gd name="adj1" fmla="val 59296"/>
              <a:gd name="adj2" fmla="val 50000"/>
            </a:avLst>
          </a:prstGeom>
          <a:noFill/>
          <a:ln w="28575">
            <a:solidFill>
              <a:srgbClr val="0000FF"/>
            </a:solidFill>
            <a:round/>
          </a:ln>
        </p:spPr>
        <p:txBody>
          <a:bodyPr lIns="121917" tIns="60958" rIns="121917" bIns="60958"/>
          <a:lstStyle/>
          <a:p>
            <a:endParaRPr lang="zh-CN" altLang="en-US" sz="100"/>
          </a:p>
        </p:txBody>
      </p:sp>
      <p:sp>
        <p:nvSpPr>
          <p:cNvPr id="11279" name="左大括号 5135"/>
          <p:cNvSpPr/>
          <p:nvPr/>
        </p:nvSpPr>
        <p:spPr bwMode="auto">
          <a:xfrm>
            <a:off x="6723746" y="4336518"/>
            <a:ext cx="141817" cy="1007533"/>
          </a:xfrm>
          <a:prstGeom prst="leftBrace">
            <a:avLst>
              <a:gd name="adj1" fmla="val 59171"/>
              <a:gd name="adj2" fmla="val 50000"/>
            </a:avLst>
          </a:prstGeom>
          <a:noFill/>
          <a:ln w="28575">
            <a:solidFill>
              <a:srgbClr val="0000FF"/>
            </a:solidFill>
            <a:round/>
          </a:ln>
        </p:spPr>
        <p:txBody>
          <a:bodyPr lIns="121917" tIns="60958" rIns="121917" bIns="60958"/>
          <a:lstStyle/>
          <a:p>
            <a:endParaRPr lang="zh-CN" altLang="en-US" sz="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4"/>
          <p:cNvSpPr>
            <a:spLocks noChangeArrowheads="1"/>
          </p:cNvSpPr>
          <p:nvPr/>
        </p:nvSpPr>
        <p:spPr bwMode="auto">
          <a:xfrm>
            <a:off x="0" y="6608206"/>
            <a:ext cx="246280" cy="4001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121917" tIns="60958" rIns="121917" bIns="60958" anchor="ctr">
            <a:spAutoFit/>
          </a:bodyPr>
          <a:lstStyle/>
          <a:p>
            <a:endParaRPr lang="zh-CN" altLang="en-US"/>
          </a:p>
        </p:txBody>
      </p:sp>
      <p:sp>
        <p:nvSpPr>
          <p:cNvPr id="12290" name="Text Box 6"/>
          <p:cNvSpPr txBox="1">
            <a:spLocks noChangeArrowheads="1"/>
          </p:cNvSpPr>
          <p:nvPr/>
        </p:nvSpPr>
        <p:spPr bwMode="auto">
          <a:xfrm>
            <a:off x="1104900" y="2078301"/>
            <a:ext cx="10464800" cy="135466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21917" tIns="60958" rIns="121917" bIns="60958">
            <a:spAutoFit/>
          </a:bodyPr>
          <a:lstStyle/>
          <a:p>
            <a:r>
              <a:rPr lang="zh-CN" altLang="en-US" sz="8000" b="1" dirty="0">
                <a:solidFill>
                  <a:srgbClr val="D60093"/>
                </a:solidFill>
                <a:ea typeface="隶书" panose="02010509060101010101" charset="-122"/>
                <a:cs typeface="隶书" panose="02010509060101010101" charset="-122"/>
              </a:rPr>
              <a:t>  </a:t>
            </a:r>
            <a:r>
              <a:rPr lang="zh-CN" altLang="en-US" sz="8000" b="1" dirty="0">
                <a:solidFill>
                  <a:srgbClr val="0033CC"/>
                </a:solidFill>
                <a:ea typeface="隶书" panose="02010509060101010101" charset="-122"/>
                <a:cs typeface="隶书" panose="02010509060101010101" charset="-122"/>
              </a:rPr>
              <a:t>世界文化的多样性</a:t>
            </a:r>
            <a:endParaRPr lang="zh-CN" altLang="en-US" sz="8000" b="1" dirty="0">
              <a:solidFill>
                <a:srgbClr val="0033CC"/>
              </a:solidFill>
              <a:ea typeface="隶书" panose="02010509060101010101" charset="-122"/>
              <a:cs typeface="隶书" panose="020105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3" name="Picture 2" descr="http://www.mz.gov.cn/Article/UploadFiles/201201/2012012113290685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27051" y="1839781"/>
            <a:ext cx="3598333" cy="3509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4" name="Picture 6" descr="http://pic4.nipic.com/20091112/732473_154039825458_2.jpg"/>
          <p:cNvPicPr>
            <a:picLocks noChangeAspect="1" noChangeArrowheads="1"/>
          </p:cNvPicPr>
          <p:nvPr/>
        </p:nvPicPr>
        <p:blipFill>
          <a:blip r:embed="rId2"/>
          <a:srcRect b="5663"/>
          <a:stretch>
            <a:fillRect/>
          </a:stretch>
        </p:blipFill>
        <p:spPr bwMode="auto">
          <a:xfrm>
            <a:off x="4561418" y="1839781"/>
            <a:ext cx="3263900" cy="3509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8" descr="http://t11.baidu.com/it/u=1878511093,3831199334&amp;fm=5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610601" y="1550392"/>
            <a:ext cx="2876551" cy="360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8" name="Picture 4" descr="0130000001754811896125449926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39184" y="1331384"/>
            <a:ext cx="5568949" cy="453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469" name="WordArt 5"/>
          <p:cNvSpPr>
            <a:spLocks noChangeArrowheads="1" noChangeShapeType="1" noTextEdit="1"/>
          </p:cNvSpPr>
          <p:nvPr/>
        </p:nvSpPr>
        <p:spPr bwMode="auto">
          <a:xfrm>
            <a:off x="2048933" y="6106585"/>
            <a:ext cx="1600200" cy="452967"/>
          </a:xfrm>
          <a:prstGeom prst="rect">
            <a:avLst/>
          </a:prstGeom>
        </p:spPr>
        <p:txBody>
          <a:bodyPr wrap="none" lIns="121917" tIns="60958" rIns="121917" bIns="60958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000" kern="1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跆拳道</a:t>
            </a:r>
            <a:endParaRPr lang="zh-CN" altLang="en-US" sz="3000" kern="1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2470" name="Picture 6" descr="Img21457497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88618" y="1331384"/>
            <a:ext cx="5471583" cy="453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471" name="WordArt 7"/>
          <p:cNvSpPr>
            <a:spLocks noChangeArrowheads="1" noChangeShapeType="1" noTextEdit="1"/>
          </p:cNvSpPr>
          <p:nvPr/>
        </p:nvSpPr>
        <p:spPr bwMode="auto">
          <a:xfrm>
            <a:off x="8001001" y="6034618"/>
            <a:ext cx="1604433" cy="467783"/>
          </a:xfrm>
          <a:prstGeom prst="rect">
            <a:avLst/>
          </a:prstGeom>
        </p:spPr>
        <p:txBody>
          <a:bodyPr wrap="none" lIns="121917" tIns="60958" rIns="121917" bIns="60958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000" kern="1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曲棍球</a:t>
            </a:r>
            <a:endParaRPr lang="zh-CN" altLang="en-US" sz="3000" kern="1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41" name="WordArt 4"/>
          <p:cNvSpPr>
            <a:spLocks noChangeArrowheads="1" noChangeShapeType="1" noTextEdit="1"/>
          </p:cNvSpPr>
          <p:nvPr/>
        </p:nvSpPr>
        <p:spPr bwMode="auto">
          <a:xfrm>
            <a:off x="1905000" y="292100"/>
            <a:ext cx="8214784" cy="577851"/>
          </a:xfrm>
          <a:prstGeom prst="rect">
            <a:avLst/>
          </a:prstGeom>
        </p:spPr>
        <p:txBody>
          <a:bodyPr wrap="none" lIns="121917" tIns="60958" rIns="121917" bIns="60958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zh-CN" altLang="en-US" sz="3000" kern="10">
                <a:ln w="9525">
                  <a:solidFill>
                    <a:srgbClr val="CC99FF"/>
                  </a:solidFill>
                  <a:rou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下列图片分别是奥运会哪项运动项目</a:t>
            </a:r>
            <a:endParaRPr lang="zh-CN" altLang="en-US" sz="3000" kern="10">
              <a:ln w="9525">
                <a:solidFill>
                  <a:srgbClr val="CC99FF"/>
                </a:solidFill>
                <a:rou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2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2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9" grpId="0" animBg="1"/>
      <p:bldP spid="6247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WordArt 4"/>
          <p:cNvSpPr>
            <a:spLocks noChangeArrowheads="1" noChangeShapeType="1" noTextEdit="1"/>
          </p:cNvSpPr>
          <p:nvPr/>
        </p:nvSpPr>
        <p:spPr bwMode="auto">
          <a:xfrm>
            <a:off x="2645834" y="381001"/>
            <a:ext cx="6898217" cy="802217"/>
          </a:xfrm>
          <a:prstGeom prst="rect">
            <a:avLst/>
          </a:prstGeom>
        </p:spPr>
        <p:txBody>
          <a:bodyPr wrap="none" lIns="121917" tIns="60958" rIns="121917" bIns="60958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zh-CN" altLang="en-US" sz="3000" kern="10">
                <a:ln w="9525">
                  <a:solidFill>
                    <a:srgbClr val="CC99FF"/>
                  </a:solidFill>
                  <a:rou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下列图片反映的是什么舞蹈</a:t>
            </a:r>
            <a:endParaRPr lang="zh-CN" altLang="en-US" sz="3000" kern="10">
              <a:ln w="9525">
                <a:solidFill>
                  <a:srgbClr val="CC99FF"/>
                </a:solidFill>
                <a:rou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4517" name="Picture 5" descr="616439686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31800" y="1405770"/>
            <a:ext cx="5183717" cy="4246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4518" name="WordArt 6"/>
          <p:cNvSpPr>
            <a:spLocks noChangeArrowheads="1" noChangeShapeType="1" noTextEdit="1"/>
          </p:cNvSpPr>
          <p:nvPr/>
        </p:nvSpPr>
        <p:spPr bwMode="auto">
          <a:xfrm>
            <a:off x="2446868" y="5876046"/>
            <a:ext cx="1005417" cy="531283"/>
          </a:xfrm>
          <a:prstGeom prst="rect">
            <a:avLst/>
          </a:prstGeom>
        </p:spPr>
        <p:txBody>
          <a:bodyPr wrap="none" lIns="121917" tIns="60958" rIns="121917" bIns="60958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000" kern="10" dirty="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龙舞</a:t>
            </a:r>
            <a:endParaRPr lang="zh-CN" altLang="en-US" sz="3000" kern="10" dirty="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4519" name="Picture 7" descr="200711221550989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91251" y="1418833"/>
            <a:ext cx="5568949" cy="4320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4520" name="WordArt 8"/>
          <p:cNvSpPr>
            <a:spLocks noChangeArrowheads="1" noChangeShapeType="1" noTextEdit="1"/>
          </p:cNvSpPr>
          <p:nvPr/>
        </p:nvSpPr>
        <p:spPr bwMode="auto">
          <a:xfrm>
            <a:off x="8015818" y="5882458"/>
            <a:ext cx="1509183" cy="529167"/>
          </a:xfrm>
          <a:prstGeom prst="rect">
            <a:avLst/>
          </a:prstGeom>
        </p:spPr>
        <p:txBody>
          <a:bodyPr wrap="none" lIns="121917" tIns="60958" rIns="121917" bIns="60958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000" kern="10" dirty="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芭蕾舞</a:t>
            </a:r>
            <a:endParaRPr lang="zh-CN" altLang="en-US" sz="3000" kern="10" dirty="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4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4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8" grpId="0" animBg="1"/>
      <p:bldP spid="645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WordArt 4"/>
          <p:cNvSpPr>
            <a:spLocks noChangeArrowheads="1" noChangeShapeType="1" noTextEdit="1"/>
          </p:cNvSpPr>
          <p:nvPr/>
        </p:nvSpPr>
        <p:spPr bwMode="auto">
          <a:xfrm>
            <a:off x="1761067" y="381000"/>
            <a:ext cx="8765117" cy="730251"/>
          </a:xfrm>
          <a:prstGeom prst="rect">
            <a:avLst/>
          </a:prstGeom>
        </p:spPr>
        <p:txBody>
          <a:bodyPr wrap="none" lIns="121917" tIns="60958" rIns="121917" bIns="60958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zh-CN" altLang="en-US" sz="3000" kern="10">
                <a:ln w="9525">
                  <a:solidFill>
                    <a:srgbClr val="CC99FF"/>
                  </a:solidFill>
                  <a:rou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下面图片中的服装属于哪个国家的民族服装</a:t>
            </a:r>
            <a:endParaRPr lang="zh-CN" altLang="en-US" sz="3000" kern="10">
              <a:ln w="9525">
                <a:solidFill>
                  <a:srgbClr val="CC99FF"/>
                </a:solidFill>
                <a:rou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8613" name="Picture 5" descr="1649a96720c445ff28e89aa87c7315e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27051" y="1619251"/>
            <a:ext cx="3266016" cy="4248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8614" name="WordArt 6"/>
          <p:cNvSpPr>
            <a:spLocks noChangeArrowheads="1" noChangeShapeType="1" noTextEdit="1"/>
          </p:cNvSpPr>
          <p:nvPr/>
        </p:nvSpPr>
        <p:spPr bwMode="auto">
          <a:xfrm>
            <a:off x="1390651" y="6049434"/>
            <a:ext cx="1428749" cy="503767"/>
          </a:xfrm>
          <a:prstGeom prst="rect">
            <a:avLst/>
          </a:prstGeom>
        </p:spPr>
        <p:txBody>
          <a:bodyPr wrap="none" lIns="121917" tIns="60958" rIns="121917" bIns="60958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000" kern="1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中国旗袍</a:t>
            </a:r>
            <a:endParaRPr lang="zh-CN" altLang="en-US" sz="3000" kern="1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8615" name="Picture 7" descr="fa1c377fb5c0671e0cd7da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64051" y="1619251"/>
            <a:ext cx="3359149" cy="4248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8616" name="WordArt 8"/>
          <p:cNvSpPr>
            <a:spLocks noChangeArrowheads="1" noChangeShapeType="1" noTextEdit="1"/>
          </p:cNvSpPr>
          <p:nvPr/>
        </p:nvSpPr>
        <p:spPr bwMode="auto">
          <a:xfrm>
            <a:off x="5039785" y="5977467"/>
            <a:ext cx="1805516" cy="484717"/>
          </a:xfrm>
          <a:prstGeom prst="rect">
            <a:avLst/>
          </a:prstGeom>
        </p:spPr>
        <p:txBody>
          <a:bodyPr wrap="none" lIns="121917" tIns="60958" rIns="121917" bIns="60958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000" kern="1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日本和服</a:t>
            </a:r>
            <a:endParaRPr lang="zh-CN" altLang="en-US" sz="3000" kern="1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8617" name="Picture 9" descr="58c8c4f0e0527ce67831aa76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9213850" y="1619250"/>
            <a:ext cx="2978150" cy="4248150"/>
          </a:xfrm>
        </p:spPr>
      </p:pic>
      <p:sp>
        <p:nvSpPr>
          <p:cNvPr id="68618" name="WordArt 10"/>
          <p:cNvSpPr>
            <a:spLocks noChangeArrowheads="1" noChangeShapeType="1" noTextEdit="1"/>
          </p:cNvSpPr>
          <p:nvPr/>
        </p:nvSpPr>
        <p:spPr bwMode="auto">
          <a:xfrm>
            <a:off x="10203875" y="5989140"/>
            <a:ext cx="1729317" cy="503767"/>
          </a:xfrm>
          <a:prstGeom prst="rect">
            <a:avLst/>
          </a:prstGeom>
        </p:spPr>
        <p:txBody>
          <a:bodyPr wrap="none" lIns="121917" tIns="60958" rIns="121917" bIns="60958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000" kern="10" dirty="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韩国韩服</a:t>
            </a:r>
            <a:endParaRPr lang="zh-CN" altLang="en-US" sz="3000" kern="10" dirty="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8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8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8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8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4" grpId="0" animBg="1"/>
      <p:bldP spid="68616" grpId="0" animBg="1"/>
      <p:bldP spid="686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66913"/>
          <p:cNvSpPr>
            <a:spLocks noGrp="1"/>
          </p:cNvSpPr>
          <p:nvPr>
            <p:ph type="ctrTitle" idx="4294967295"/>
          </p:nvPr>
        </p:nvSpPr>
        <p:spPr>
          <a:xfrm>
            <a:off x="0" y="1215440"/>
            <a:ext cx="8572500" cy="669925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700" dirty="0">
                <a:solidFill>
                  <a:srgbClr val="0000CC"/>
                </a:solidFill>
              </a:rPr>
              <a:t>1.</a:t>
            </a:r>
            <a:r>
              <a:rPr lang="zh-CN" altLang="en-US" sz="3700" dirty="0">
                <a:solidFill>
                  <a:srgbClr val="0000CC"/>
                </a:solidFill>
                <a:ea typeface="微软雅黑" panose="020B0503020204020204" charset="-122"/>
              </a:rPr>
              <a:t>含义</a:t>
            </a:r>
            <a:r>
              <a:rPr lang="en-US" altLang="zh-CN" sz="3700" dirty="0">
                <a:solidFill>
                  <a:srgbClr val="0000CC"/>
                </a:solidFill>
              </a:rPr>
              <a:t>:</a:t>
            </a:r>
            <a:endParaRPr lang="en-US" altLang="zh-CN" sz="3700" dirty="0">
              <a:solidFill>
                <a:srgbClr val="0000CC"/>
              </a:solidFill>
            </a:endParaRPr>
          </a:p>
        </p:txBody>
      </p:sp>
      <p:sp>
        <p:nvSpPr>
          <p:cNvPr id="166915" name="副标题 166914"/>
          <p:cNvSpPr>
            <a:spLocks noGrp="1"/>
          </p:cNvSpPr>
          <p:nvPr>
            <p:ph type="subTitle" idx="4294967295"/>
          </p:nvPr>
        </p:nvSpPr>
        <p:spPr>
          <a:xfrm>
            <a:off x="0" y="2306556"/>
            <a:ext cx="11760200" cy="768350"/>
          </a:xfrm>
        </p:spPr>
        <p:txBody>
          <a:bodyPr/>
          <a:lstStyle/>
          <a:p>
            <a:pPr>
              <a:buSzPct val="50000"/>
              <a:buFont typeface="Wingdings 2" panose="05020102010507070707" pitchFamily="18" charset="2"/>
              <a:buNone/>
            </a:pPr>
            <a:r>
              <a:rPr lang="en-US" altLang="zh-CN" sz="3200" b="1" dirty="0"/>
              <a:t>——</a:t>
            </a:r>
            <a:r>
              <a:rPr lang="zh-CN" altLang="en-US" sz="3200" b="1" dirty="0"/>
              <a:t>是指不同民族和国家文化的内容和形式各具特色。</a:t>
            </a:r>
            <a:endParaRPr lang="zh-CN" altLang="en-US" sz="3200" b="1" dirty="0"/>
          </a:p>
        </p:txBody>
      </p:sp>
      <p:sp>
        <p:nvSpPr>
          <p:cNvPr id="17411" name="矩形 166915"/>
          <p:cNvSpPr>
            <a:spLocks noChangeArrowheads="1" noChangeShapeType="1" noTextEdit="1"/>
          </p:cNvSpPr>
          <p:nvPr/>
        </p:nvSpPr>
        <p:spPr bwMode="auto">
          <a:xfrm>
            <a:off x="431800" y="260351"/>
            <a:ext cx="4876800" cy="609600"/>
          </a:xfrm>
          <a:prstGeom prst="rect">
            <a:avLst/>
          </a:prstGeom>
        </p:spPr>
        <p:txBody>
          <a:bodyPr wrap="none" lIns="121917" tIns="60958" rIns="121917" bIns="60958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4800" b="1" kern="10">
                <a:ln w="12700">
                  <a:solidFill>
                    <a:srgbClr val="EAEAEA"/>
                  </a:solidFill>
                  <a:rou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隶书" panose="02010509060101010101" charset="-122"/>
              </a:rPr>
              <a:t>一、文化的多样性</a:t>
            </a:r>
            <a:endParaRPr lang="zh-CN" altLang="en-US" sz="4800" b="1" kern="10">
              <a:ln w="12700">
                <a:solidFill>
                  <a:srgbClr val="EAEAEA"/>
                </a:solidFill>
                <a:round/>
              </a:ln>
              <a:gradFill rotWithShape="1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79999"/>
                  </a:srgbClr>
                </a:outerShdw>
              </a:effectLst>
              <a:latin typeface="隶书" panose="02010509060101010101" charset="-122"/>
            </a:endParaRPr>
          </a:p>
        </p:txBody>
      </p:sp>
      <p:sp>
        <p:nvSpPr>
          <p:cNvPr id="166918" name="文本框 166917"/>
          <p:cNvSpPr txBox="1">
            <a:spLocks noChangeArrowheads="1"/>
          </p:cNvSpPr>
          <p:nvPr/>
        </p:nvSpPr>
        <p:spPr bwMode="auto">
          <a:xfrm>
            <a:off x="143693" y="3338966"/>
            <a:ext cx="11616267" cy="261289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21917" tIns="60958" rIns="121917" bIns="60958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3700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3700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</a:rPr>
              <a:t>、形式</a:t>
            </a:r>
            <a:r>
              <a:rPr lang="en-US" altLang="zh-CN" sz="3700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</a:rPr>
              <a:t>:</a:t>
            </a:r>
            <a:endParaRPr lang="en-US" altLang="zh-CN" sz="3700" b="1" dirty="0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3200" b="1" dirty="0"/>
              <a:t>——</a:t>
            </a:r>
            <a:r>
              <a:rPr lang="zh-CN" altLang="en-US" sz="3200" b="1" dirty="0"/>
              <a:t>语言文字、宗教信仰、思想理论、文学艺术、民居建筑、风俗习惯等。</a:t>
            </a:r>
            <a:endParaRPr lang="zh-CN" altLang="en-US" sz="3200" b="1" dirty="0"/>
          </a:p>
        </p:txBody>
      </p:sp>
      <p:sp>
        <p:nvSpPr>
          <p:cNvPr id="17413" name="文本框 166919"/>
          <p:cNvSpPr txBox="1">
            <a:spLocks noChangeArrowheads="1"/>
          </p:cNvSpPr>
          <p:nvPr/>
        </p:nvSpPr>
        <p:spPr bwMode="auto">
          <a:xfrm>
            <a:off x="2429850" y="3134784"/>
            <a:ext cx="630936" cy="29238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121917" tIns="60958" rIns="121917" bIns="60958">
            <a:spAutoFit/>
          </a:bodyPr>
          <a:lstStyle/>
          <a:p>
            <a:pPr algn="just" eaLnBrk="0" hangingPunct="0"/>
            <a:r>
              <a:rPr lang="en-US" altLang="zh-CN" sz="1100">
                <a:solidFill>
                  <a:srgbClr val="FFFFFF"/>
                </a:solidFill>
              </a:rPr>
              <a:t>zxxkw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69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8">
                                            <p:txEl>
                                              <p:charRg st="4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6918">
                                            <p:txEl>
                                              <p:charRg st="4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8">
                                            <p:txEl>
                                              <p:charRg st="4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6918">
                                            <p:txEl>
                                              <p:charRg st="4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WordArt 7"/>
          <p:cNvSpPr>
            <a:spLocks noChangeArrowheads="1" noChangeShapeType="1" noTextEdit="1"/>
          </p:cNvSpPr>
          <p:nvPr/>
        </p:nvSpPr>
        <p:spPr bwMode="auto">
          <a:xfrm>
            <a:off x="1295400" y="550334"/>
            <a:ext cx="9144000" cy="791633"/>
          </a:xfrm>
          <a:prstGeom prst="rect">
            <a:avLst/>
          </a:prstGeom>
        </p:spPr>
        <p:txBody>
          <a:bodyPr wrap="none" lIns="121917" tIns="60958" rIns="121917" bIns="60958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zh-CN" altLang="en-US" sz="3000" kern="10">
                <a:ln w="9525">
                  <a:solidFill>
                    <a:srgbClr val="CC99FF"/>
                  </a:solidFill>
                  <a:rou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想一想：我国的传统节日有哪些？</a:t>
            </a:r>
            <a:endParaRPr lang="zh-CN" altLang="en-US" sz="3000" kern="10">
              <a:ln w="9525">
                <a:solidFill>
                  <a:srgbClr val="CC99FF"/>
                </a:solidFill>
                <a:rou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882" name="WordArt 10"/>
          <p:cNvSpPr>
            <a:spLocks noChangeArrowheads="1" noChangeShapeType="1" noTextEdit="1"/>
          </p:cNvSpPr>
          <p:nvPr/>
        </p:nvSpPr>
        <p:spPr bwMode="auto">
          <a:xfrm>
            <a:off x="1488017" y="2205567"/>
            <a:ext cx="1219200" cy="1028700"/>
          </a:xfrm>
          <a:prstGeom prst="rect">
            <a:avLst/>
          </a:prstGeom>
        </p:spPr>
        <p:txBody>
          <a:bodyPr wrap="none" lIns="121917" tIns="60958" rIns="121917" bIns="60958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zh-CN" altLang="en-US" sz="3000" kern="10">
                <a:ln w="9525">
                  <a:solidFill>
                    <a:srgbClr val="CC99FF"/>
                  </a:solidFill>
                  <a:rou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春节</a:t>
            </a:r>
            <a:endParaRPr lang="zh-CN" altLang="en-US" sz="3000" kern="10">
              <a:ln w="9525">
                <a:solidFill>
                  <a:srgbClr val="CC99FF"/>
                </a:solidFill>
                <a:rou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883" name="WordArt 11"/>
          <p:cNvSpPr>
            <a:spLocks noChangeArrowheads="1" noChangeShapeType="1" noTextEdit="1"/>
          </p:cNvSpPr>
          <p:nvPr/>
        </p:nvSpPr>
        <p:spPr bwMode="auto">
          <a:xfrm>
            <a:off x="3695700" y="1915584"/>
            <a:ext cx="1828800" cy="457200"/>
          </a:xfrm>
          <a:prstGeom prst="rect">
            <a:avLst/>
          </a:prstGeom>
        </p:spPr>
        <p:txBody>
          <a:bodyPr wrap="none" lIns="121917" tIns="60958" rIns="121917" bIns="60958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000" kern="10">
                <a:ln w="9525">
                  <a:noFill/>
                  <a:rou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元宵节</a:t>
            </a:r>
            <a:endParaRPr lang="zh-CN" altLang="en-US" sz="3000" kern="10">
              <a:ln w="9525">
                <a:noFill/>
                <a:round/>
              </a:ln>
              <a:gradFill rotWithShape="1">
                <a:gsLst>
                  <a:gs pos="0">
                    <a:srgbClr val="FFFF00"/>
                  </a:gs>
                  <a:gs pos="100000">
                    <a:srgbClr val="FF9933"/>
                  </a:gs>
                </a:gsLst>
                <a:path path="rect">
                  <a:fillToRect l="50000" t="50000" r="50000" b="50000"/>
                </a:path>
              </a:gradFill>
              <a:effectLst>
                <a:outerShdw dist="35921" dir="2700000" algn="ctr" rotWithShape="0">
                  <a:srgbClr val="C0C0C0">
                    <a:alpha val="79999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885" name="WordArt 13"/>
          <p:cNvSpPr>
            <a:spLocks noChangeArrowheads="1" noChangeShapeType="1" noTextEdit="1"/>
          </p:cNvSpPr>
          <p:nvPr/>
        </p:nvSpPr>
        <p:spPr bwMode="auto">
          <a:xfrm>
            <a:off x="6191251" y="2565400"/>
            <a:ext cx="1828800" cy="457200"/>
          </a:xfrm>
          <a:prstGeom prst="rect">
            <a:avLst/>
          </a:prstGeom>
        </p:spPr>
        <p:txBody>
          <a:bodyPr wrap="none" lIns="121917" tIns="60958" rIns="121917" bIns="60958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000" kern="1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清明节</a:t>
            </a:r>
            <a:endParaRPr lang="zh-CN" altLang="en-US" sz="3000" kern="1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886" name="WordArt 14"/>
          <p:cNvSpPr>
            <a:spLocks noChangeArrowheads="1" noChangeShapeType="1" noTextEdit="1"/>
          </p:cNvSpPr>
          <p:nvPr/>
        </p:nvSpPr>
        <p:spPr bwMode="auto">
          <a:xfrm>
            <a:off x="9647767" y="1845734"/>
            <a:ext cx="1828800" cy="698500"/>
          </a:xfrm>
          <a:prstGeom prst="rect">
            <a:avLst/>
          </a:prstGeom>
        </p:spPr>
        <p:txBody>
          <a:bodyPr wrap="none" lIns="121917" tIns="60958" rIns="121917" bIns="60958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7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zh-CN" altLang="en-US" sz="3000" kern="10">
                <a:ln w="9525">
                  <a:rou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端午节</a:t>
            </a:r>
            <a:endParaRPr lang="zh-CN" altLang="en-US" sz="3000" kern="10">
              <a:ln w="9525">
                <a:round/>
              </a:ln>
              <a:gradFill rotWithShape="1">
                <a:gsLst>
                  <a:gs pos="0">
                    <a:srgbClr val="FFE701"/>
                  </a:gs>
                  <a:gs pos="100000">
                    <a:srgbClr val="FE3E02"/>
                  </a:gs>
                </a:gsLst>
                <a:lin ang="5400000" scaled="1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887" name="WordArt 15"/>
          <p:cNvSpPr>
            <a:spLocks noChangeArrowheads="1" noChangeShapeType="1" noTextEdit="1"/>
          </p:cNvSpPr>
          <p:nvPr/>
        </p:nvSpPr>
        <p:spPr bwMode="auto">
          <a:xfrm>
            <a:off x="1007533" y="4004733"/>
            <a:ext cx="1828800" cy="457200"/>
          </a:xfrm>
          <a:prstGeom prst="rect">
            <a:avLst/>
          </a:prstGeom>
        </p:spPr>
        <p:txBody>
          <a:bodyPr wrap="none" lIns="121917" tIns="60958" rIns="121917" bIns="60958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000" kern="10">
                <a:ln w="12700">
                  <a:solidFill>
                    <a:srgbClr val="EAEAEA"/>
                  </a:solidFill>
                  <a:rou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七夕节</a:t>
            </a:r>
            <a:endParaRPr lang="zh-CN" altLang="en-US" sz="3000" kern="10">
              <a:ln w="12700">
                <a:solidFill>
                  <a:srgbClr val="EAEAEA"/>
                </a:solidFill>
                <a:round/>
              </a:ln>
              <a:gradFill rotWithShape="1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79999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888" name="WordArt 16"/>
          <p:cNvSpPr>
            <a:spLocks noChangeArrowheads="1" noChangeShapeType="1" noTextEdit="1"/>
          </p:cNvSpPr>
          <p:nvPr/>
        </p:nvSpPr>
        <p:spPr bwMode="auto">
          <a:xfrm>
            <a:off x="4751917" y="3716867"/>
            <a:ext cx="1828800" cy="457200"/>
          </a:xfrm>
          <a:prstGeom prst="rect">
            <a:avLst/>
          </a:prstGeom>
        </p:spPr>
        <p:txBody>
          <a:bodyPr wrap="none" lIns="121917" tIns="60958" rIns="121917" bIns="60958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000" kern="10">
                <a:ln w="9525">
                  <a:noFill/>
                  <a:rou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中秋节</a:t>
            </a:r>
            <a:endParaRPr lang="zh-CN" altLang="en-US" sz="3000" kern="10">
              <a:ln w="9525">
                <a:noFill/>
                <a:round/>
              </a:ln>
              <a:gradFill rotWithShape="1">
                <a:gsLst>
                  <a:gs pos="0">
                    <a:srgbClr val="FFFF00"/>
                  </a:gs>
                  <a:gs pos="100000">
                    <a:srgbClr val="FF9933"/>
                  </a:gs>
                </a:gsLst>
                <a:path path="rect">
                  <a:fillToRect l="50000" t="50000" r="50000" b="50000"/>
                </a:path>
              </a:gradFill>
              <a:effectLst>
                <a:outerShdw dist="35921" dir="2700000" algn="ctr" rotWithShape="0">
                  <a:srgbClr val="C0C0C0">
                    <a:alpha val="79999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889" name="WordArt 17"/>
          <p:cNvSpPr>
            <a:spLocks noChangeArrowheads="1" noChangeShapeType="1" noTextEdit="1"/>
          </p:cNvSpPr>
          <p:nvPr/>
        </p:nvSpPr>
        <p:spPr bwMode="auto">
          <a:xfrm>
            <a:off x="8688917" y="4220633"/>
            <a:ext cx="1828800" cy="457200"/>
          </a:xfrm>
          <a:prstGeom prst="rect">
            <a:avLst/>
          </a:prstGeom>
        </p:spPr>
        <p:txBody>
          <a:bodyPr wrap="none" lIns="121917" tIns="60958" rIns="121917" bIns="60958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000" kern="1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重阳节</a:t>
            </a:r>
            <a:endParaRPr lang="zh-CN" altLang="en-US" sz="3000" kern="1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890" name="WordArt 18"/>
          <p:cNvSpPr>
            <a:spLocks noChangeArrowheads="1" noChangeShapeType="1" noTextEdit="1"/>
          </p:cNvSpPr>
          <p:nvPr/>
        </p:nvSpPr>
        <p:spPr bwMode="auto">
          <a:xfrm>
            <a:off x="2351617" y="5228167"/>
            <a:ext cx="1219200" cy="1028700"/>
          </a:xfrm>
          <a:prstGeom prst="rect">
            <a:avLst/>
          </a:prstGeom>
        </p:spPr>
        <p:txBody>
          <a:bodyPr wrap="none" lIns="121917" tIns="60958" rIns="121917" bIns="60958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zh-CN" altLang="en-US" sz="3000" kern="10">
                <a:ln w="9525">
                  <a:solidFill>
                    <a:srgbClr val="CC99FF"/>
                  </a:solidFill>
                  <a:rou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冬至</a:t>
            </a:r>
            <a:endParaRPr lang="zh-CN" altLang="en-US" sz="3000" kern="10">
              <a:ln w="9525">
                <a:solidFill>
                  <a:srgbClr val="CC99FF"/>
                </a:solidFill>
                <a:rou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891" name="WordArt 19"/>
          <p:cNvSpPr>
            <a:spLocks noChangeArrowheads="1" noChangeShapeType="1" noTextEdit="1"/>
          </p:cNvSpPr>
          <p:nvPr/>
        </p:nvSpPr>
        <p:spPr bwMode="auto">
          <a:xfrm>
            <a:off x="6576484" y="5875867"/>
            <a:ext cx="1219200" cy="457200"/>
          </a:xfrm>
          <a:prstGeom prst="rect">
            <a:avLst/>
          </a:prstGeom>
        </p:spPr>
        <p:txBody>
          <a:bodyPr wrap="none" lIns="121917" tIns="60958" rIns="121917" bIns="60958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000" kern="10">
                <a:ln w="9525">
                  <a:noFill/>
                  <a:rou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腊八</a:t>
            </a:r>
            <a:endParaRPr lang="zh-CN" altLang="en-US" sz="3000" kern="10">
              <a:ln w="9525">
                <a:noFill/>
                <a:round/>
              </a:ln>
              <a:gradFill rotWithShape="1">
                <a:gsLst>
                  <a:gs pos="0">
                    <a:srgbClr val="FFFF00"/>
                  </a:gs>
                  <a:gs pos="100000">
                    <a:srgbClr val="FF9933"/>
                  </a:gs>
                </a:gsLst>
                <a:path path="rect">
                  <a:fillToRect l="50000" t="50000" r="50000" b="50000"/>
                </a:path>
              </a:gradFill>
              <a:effectLst>
                <a:outerShdw dist="35921" dir="2700000" algn="ctr" rotWithShape="0">
                  <a:srgbClr val="C0C0C0">
                    <a:alpha val="79999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9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9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9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9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9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9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9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9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9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9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9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9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9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9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9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82" grpId="0" animBg="1"/>
      <p:bldP spid="79883" grpId="0" animBg="1"/>
      <p:bldP spid="79885" grpId="0" animBg="1"/>
      <p:bldP spid="79886" grpId="0" animBg="1"/>
      <p:bldP spid="79887" grpId="0" animBg="1"/>
      <p:bldP spid="79888" grpId="0" animBg="1"/>
      <p:bldP spid="79889" grpId="0" animBg="1"/>
      <p:bldP spid="79890" grpId="0" animBg="1"/>
      <p:bldP spid="7989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WordArt 2"/>
          <p:cNvSpPr>
            <a:spLocks noChangeArrowheads="1" noChangeShapeType="1"/>
          </p:cNvSpPr>
          <p:nvPr/>
        </p:nvSpPr>
        <p:spPr bwMode="auto">
          <a:xfrm>
            <a:off x="817034" y="381000"/>
            <a:ext cx="5600700" cy="457200"/>
          </a:xfrm>
          <a:prstGeom prst="rect">
            <a:avLst/>
          </a:prstGeom>
        </p:spPr>
        <p:txBody>
          <a:bodyPr wrap="none" lIns="121917" tIns="60958" rIns="121917" bIns="60958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4800" b="1" kern="10">
                <a:ln w="12700">
                  <a:solidFill>
                    <a:srgbClr val="EAEAEA"/>
                  </a:solidFill>
                  <a:rou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5000"/>
                    </a:srgbClr>
                  </a:outerShdw>
                </a:effectLst>
                <a:latin typeface="华文行楷" panose="02010800040101010101" charset="-122"/>
              </a:rPr>
              <a:t>一、异彩纷呈，交相辉映</a:t>
            </a:r>
            <a:endParaRPr lang="zh-CN" altLang="en-US" sz="4800" b="1" kern="10">
              <a:ln w="12700">
                <a:solidFill>
                  <a:srgbClr val="EAEAEA"/>
                </a:solidFill>
                <a:round/>
              </a:ln>
              <a:gradFill rotWithShape="1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75000"/>
                  </a:srgbClr>
                </a:outerShdw>
              </a:effectLst>
              <a:latin typeface="华文行楷" panose="02010800040101010101" charset="-122"/>
            </a:endParaRPr>
          </a:p>
        </p:txBody>
      </p:sp>
      <p:pic>
        <p:nvPicPr>
          <p:cNvPr id="19458" name="Picture 4" descr="福到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09600" y="2278856"/>
            <a:ext cx="4876800" cy="345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59" name="Picture 5" descr="001966a923530f80b62d4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12417" y="2372883"/>
            <a:ext cx="48768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矩形 41985"/>
          <p:cNvSpPr>
            <a:spLocks noChangeArrowheads="1" noChangeShapeType="1" noTextEdit="1"/>
          </p:cNvSpPr>
          <p:nvPr/>
        </p:nvSpPr>
        <p:spPr bwMode="auto">
          <a:xfrm>
            <a:off x="3451350" y="341843"/>
            <a:ext cx="5603750" cy="341842"/>
          </a:xfrm>
          <a:prstGeom prst="rect">
            <a:avLst/>
          </a:prstGeom>
        </p:spPr>
        <p:txBody>
          <a:bodyPr wrap="none" lIns="121917" tIns="60958" rIns="121917" bIns="60958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4800" b="1" kern="10" dirty="0">
                <a:ln w="12700">
                  <a:solidFill>
                    <a:srgbClr val="EAEAEA"/>
                  </a:solidFill>
                  <a:rou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华文行楷" panose="02010800040101010101" charset="-122"/>
              </a:rPr>
              <a:t>异彩纷呈，交相辉映</a:t>
            </a:r>
            <a:endParaRPr lang="zh-CN" altLang="en-US" sz="4800" b="1" kern="10" dirty="0">
              <a:ln w="12700">
                <a:solidFill>
                  <a:srgbClr val="EAEAEA"/>
                </a:solidFill>
                <a:round/>
              </a:ln>
              <a:gradFill rotWithShape="1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79999"/>
                  </a:srgbClr>
                </a:outerShdw>
              </a:effectLst>
              <a:latin typeface="华文行楷" panose="02010800040101010101" charset="-122"/>
            </a:endParaRPr>
          </a:p>
        </p:txBody>
      </p:sp>
      <p:pic>
        <p:nvPicPr>
          <p:cNvPr id="22530" name="图片 41986" descr="圣诞节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436907" y="1072145"/>
            <a:ext cx="3971109" cy="2557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88" name="文本框 41987"/>
          <p:cNvSpPr txBox="1"/>
          <p:nvPr/>
        </p:nvSpPr>
        <p:spPr>
          <a:xfrm>
            <a:off x="1007534" y="357718"/>
            <a:ext cx="1369484" cy="569383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lstStyle/>
          <a:p>
            <a:pPr>
              <a:defRPr/>
            </a:pPr>
            <a:r>
              <a:rPr lang="zh-CN" altLang="en-US" sz="2900" b="1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圣诞节</a:t>
            </a:r>
            <a:endParaRPr lang="zh-CN" altLang="en-US" sz="2900" b="1" noProof="1">
              <a:solidFill>
                <a:srgbClr val="0000CC"/>
              </a:solidFill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2532" name="图片 41988" descr="复活节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51004" y="836084"/>
            <a:ext cx="3951089" cy="2557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90" name="文本框 41989"/>
          <p:cNvSpPr txBox="1"/>
          <p:nvPr/>
        </p:nvSpPr>
        <p:spPr>
          <a:xfrm>
            <a:off x="10339186" y="1476652"/>
            <a:ext cx="1369483" cy="569383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lstStyle/>
          <a:p>
            <a:pPr>
              <a:defRPr/>
            </a:pPr>
            <a:r>
              <a:rPr lang="zh-CN" altLang="en-US" sz="2900" b="1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复活节</a:t>
            </a:r>
            <a:endParaRPr lang="zh-CN" altLang="en-US" sz="2900" b="1" noProof="1">
              <a:solidFill>
                <a:srgbClr val="0000CC"/>
              </a:solidFill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2534" name="图片 41990" descr="感恩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94674" y="3712633"/>
            <a:ext cx="3913353" cy="2305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92" name="文本框 41991"/>
          <p:cNvSpPr txBox="1"/>
          <p:nvPr/>
        </p:nvSpPr>
        <p:spPr>
          <a:xfrm>
            <a:off x="2734734" y="6025480"/>
            <a:ext cx="1369484" cy="569384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lstStyle/>
          <a:p>
            <a:pPr>
              <a:defRPr/>
            </a:pPr>
            <a:r>
              <a:rPr lang="zh-CN" altLang="en-US" sz="2900" b="1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感恩节</a:t>
            </a:r>
            <a:endParaRPr lang="zh-CN" altLang="en-US" sz="2900" b="1" noProof="1">
              <a:solidFill>
                <a:srgbClr val="0000CC"/>
              </a:solidFill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2536" name="图片 41992" descr="万圣节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64067" y="3725697"/>
            <a:ext cx="3964152" cy="2178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94" name="文本框 41993"/>
          <p:cNvSpPr txBox="1"/>
          <p:nvPr/>
        </p:nvSpPr>
        <p:spPr>
          <a:xfrm>
            <a:off x="10404501" y="4292600"/>
            <a:ext cx="1369483" cy="569384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lstStyle/>
          <a:p>
            <a:pPr>
              <a:defRPr/>
            </a:pPr>
            <a:r>
              <a:rPr lang="zh-CN" altLang="en-US" sz="2900" b="1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万圣节</a:t>
            </a:r>
            <a:endParaRPr lang="zh-CN" altLang="en-US" sz="2900" b="1" noProof="1">
              <a:solidFill>
                <a:srgbClr val="0000CC"/>
              </a:solidFill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995" name="文本框 41994"/>
          <p:cNvSpPr txBox="1"/>
          <p:nvPr/>
        </p:nvSpPr>
        <p:spPr>
          <a:xfrm>
            <a:off x="355317" y="1892301"/>
            <a:ext cx="861768" cy="4129617"/>
          </a:xfrm>
          <a:prstGeom prst="rect">
            <a:avLst/>
          </a:prstGeom>
          <a:noFill/>
          <a:ln w="9525">
            <a:noFill/>
          </a:ln>
        </p:spPr>
        <p:txBody>
          <a:bodyPr vert="eaVert" lIns="121917" tIns="60958" rIns="121917" bIns="60958">
            <a:spAutoFit/>
          </a:bodyPr>
          <a:lstStyle/>
          <a:p>
            <a:pPr>
              <a:buClr>
                <a:srgbClr val="000000"/>
              </a:buClr>
              <a:defRPr/>
            </a:pPr>
            <a:r>
              <a:rPr lang="zh-CN" altLang="en-US" sz="4000" b="1" noProof="1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西方传统节日</a:t>
            </a:r>
            <a:endParaRPr lang="zh-CN" altLang="en-US" sz="4000" b="1" noProof="1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矩形 40961"/>
          <p:cNvSpPr>
            <a:spLocks noChangeArrowheads="1" noChangeShapeType="1" noTextEdit="1"/>
          </p:cNvSpPr>
          <p:nvPr/>
        </p:nvSpPr>
        <p:spPr bwMode="auto">
          <a:xfrm>
            <a:off x="2544234" y="0"/>
            <a:ext cx="6896100" cy="899584"/>
          </a:xfrm>
          <a:prstGeom prst="rect">
            <a:avLst/>
          </a:prstGeom>
        </p:spPr>
        <p:txBody>
          <a:bodyPr wrap="none" lIns="121917" tIns="60958" rIns="121917" bIns="60958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4800" b="1" kern="10">
                <a:ln w="12700">
                  <a:solidFill>
                    <a:srgbClr val="EAEAEA"/>
                  </a:solidFill>
                  <a:rou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华文行楷" panose="02010800040101010101" charset="-122"/>
              </a:rPr>
              <a:t>异彩纷呈，交相辉映</a:t>
            </a:r>
            <a:endParaRPr lang="zh-CN" altLang="en-US" sz="4800" b="1" kern="10">
              <a:ln w="12700">
                <a:solidFill>
                  <a:srgbClr val="EAEAEA"/>
                </a:solidFill>
                <a:round/>
              </a:ln>
              <a:gradFill rotWithShape="1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79999"/>
                  </a:srgbClr>
                </a:outerShdw>
              </a:effectLst>
              <a:latin typeface="华文行楷" panose="02010800040101010101" charset="-122"/>
            </a:endParaRPr>
          </a:p>
        </p:txBody>
      </p:sp>
      <p:pic>
        <p:nvPicPr>
          <p:cNvPr id="23554" name="图片 40962" descr="开斋节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390651" y="1321102"/>
            <a:ext cx="5050367" cy="2370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64" name="文本框 40963"/>
          <p:cNvSpPr txBox="1"/>
          <p:nvPr/>
        </p:nvSpPr>
        <p:spPr>
          <a:xfrm>
            <a:off x="2446867" y="1126067"/>
            <a:ext cx="2493433" cy="569384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lstStyle/>
          <a:p>
            <a:pPr>
              <a:defRPr/>
            </a:pPr>
            <a:r>
              <a:rPr lang="zh-CN" altLang="en-US" sz="2900" b="1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回族：开斋节</a:t>
            </a:r>
            <a:endParaRPr lang="zh-CN" altLang="en-US" sz="2900" b="1" noProof="1">
              <a:solidFill>
                <a:srgbClr val="0000CC"/>
              </a:solidFill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3556" name="图片 40964" descr="泼水节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73851" y="1229661"/>
            <a:ext cx="5050367" cy="2402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66" name="文本框 40965"/>
          <p:cNvSpPr txBox="1"/>
          <p:nvPr/>
        </p:nvSpPr>
        <p:spPr>
          <a:xfrm>
            <a:off x="7823201" y="1126067"/>
            <a:ext cx="2493433" cy="569384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lstStyle/>
          <a:p>
            <a:pPr>
              <a:defRPr/>
            </a:pPr>
            <a:r>
              <a:rPr lang="zh-CN" altLang="en-US" sz="2900" b="1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傣族：泼水节</a:t>
            </a:r>
            <a:endParaRPr lang="zh-CN" altLang="en-US" sz="2900" b="1" noProof="1">
              <a:solidFill>
                <a:srgbClr val="0000CC"/>
              </a:solidFill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3558" name="图片 40966" descr="苗年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90651" y="3869569"/>
            <a:ext cx="5050367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68" name="文本框 40967"/>
          <p:cNvSpPr txBox="1"/>
          <p:nvPr/>
        </p:nvSpPr>
        <p:spPr>
          <a:xfrm>
            <a:off x="2351618" y="6205281"/>
            <a:ext cx="2118783" cy="569383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lstStyle/>
          <a:p>
            <a:pPr>
              <a:defRPr/>
            </a:pPr>
            <a:r>
              <a:rPr lang="zh-CN" altLang="en-US" sz="2900" b="1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苗族：苗年</a:t>
            </a:r>
            <a:endParaRPr lang="zh-CN" altLang="en-US" sz="2900" b="1" noProof="1">
              <a:solidFill>
                <a:srgbClr val="0000CC"/>
              </a:solidFill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70" name="文本框 40969"/>
          <p:cNvSpPr txBox="1"/>
          <p:nvPr/>
        </p:nvSpPr>
        <p:spPr>
          <a:xfrm>
            <a:off x="8015817" y="6288618"/>
            <a:ext cx="1369483" cy="569383"/>
          </a:xfrm>
          <a:prstGeom prst="rect">
            <a:avLst/>
          </a:prstGeom>
          <a:noFill/>
          <a:ln w="9525">
            <a:noFill/>
          </a:ln>
        </p:spPr>
        <p:txBody>
          <a:bodyPr wrap="none" lIns="121917" tIns="60958" rIns="121917" bIns="60958">
            <a:spAutoFit/>
          </a:bodyPr>
          <a:lstStyle/>
          <a:p>
            <a:pPr>
              <a:defRPr/>
            </a:pPr>
            <a:r>
              <a:rPr lang="zh-CN" altLang="en-US" sz="2900" b="1" noProof="1">
                <a:solidFill>
                  <a:srgbClr val="0000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三月三</a:t>
            </a:r>
            <a:endParaRPr lang="zh-CN" altLang="en-US" sz="2900" b="1" noProof="1">
              <a:solidFill>
                <a:srgbClr val="0000CC"/>
              </a:solidFill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71" name="文本框 40970"/>
          <p:cNvSpPr txBox="1"/>
          <p:nvPr/>
        </p:nvSpPr>
        <p:spPr>
          <a:xfrm>
            <a:off x="321850" y="1643618"/>
            <a:ext cx="907935" cy="4470451"/>
          </a:xfrm>
          <a:prstGeom prst="rect">
            <a:avLst/>
          </a:prstGeom>
          <a:noFill/>
          <a:ln w="9525">
            <a:noFill/>
          </a:ln>
        </p:spPr>
        <p:txBody>
          <a:bodyPr vert="eaVert" wrap="none" lIns="121917" tIns="60958" rIns="121917" bIns="60958">
            <a:spAutoFit/>
          </a:bodyPr>
          <a:lstStyle/>
          <a:p>
            <a:pPr>
              <a:buClr>
                <a:srgbClr val="000000"/>
              </a:buClr>
              <a:defRPr/>
            </a:pPr>
            <a:r>
              <a:rPr lang="zh-CN" altLang="en-US" sz="4300" b="1" noProof="1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少数民族传统节日</a:t>
            </a:r>
            <a:endParaRPr lang="zh-CN" altLang="en-US" sz="4300" b="1" noProof="1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3562" name="图片 40972" descr="sanyuesan_m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671734" y="3812118"/>
            <a:ext cx="4993217" cy="267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63" name="文本框 40974"/>
          <p:cNvSpPr txBox="1">
            <a:spLocks noChangeArrowheads="1"/>
          </p:cNvSpPr>
          <p:nvPr/>
        </p:nvSpPr>
        <p:spPr bwMode="auto">
          <a:xfrm>
            <a:off x="2429850" y="3134784"/>
            <a:ext cx="630936" cy="29238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121917" tIns="60958" rIns="121917" bIns="60958">
            <a:spAutoFit/>
          </a:bodyPr>
          <a:lstStyle/>
          <a:p>
            <a:pPr algn="just" eaLnBrk="0" hangingPunct="0"/>
            <a:r>
              <a:rPr lang="en-US" altLang="zh-CN" sz="1100">
                <a:solidFill>
                  <a:srgbClr val="FFFFFF"/>
                </a:solidFill>
              </a:rPr>
              <a:t>zxxkw</a:t>
            </a:r>
            <a:endParaRPr lang="en-US" altLang="zh-CN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120838" y="725933"/>
            <a:ext cx="4418012" cy="172720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4800" dirty="0">
                <a:solidFill>
                  <a:srgbClr val="000099"/>
                </a:solidFill>
              </a:rPr>
              <a:t>万里长城</a:t>
            </a:r>
            <a:br>
              <a:rPr lang="zh-CN" altLang="en-US" sz="4800" dirty="0">
                <a:solidFill>
                  <a:srgbClr val="000099"/>
                </a:solidFill>
              </a:rPr>
            </a:br>
            <a:r>
              <a:rPr lang="zh-CN" altLang="en-US" sz="3200" dirty="0"/>
              <a:t>（中华民族坚不可摧永世长存精神的体现）</a:t>
            </a:r>
            <a:endParaRPr lang="zh-CN" altLang="en-US" sz="3200" dirty="0"/>
          </a:p>
        </p:txBody>
      </p:sp>
      <p:pic>
        <p:nvPicPr>
          <p:cNvPr id="28674" name="Picture 3" descr="雄伟的长城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1"/>
          <a:srcRect/>
          <a:stretch>
            <a:fillRect/>
          </a:stretch>
        </p:blipFill>
        <p:spPr>
          <a:xfrm>
            <a:off x="104504" y="332552"/>
            <a:ext cx="5578475" cy="3087688"/>
          </a:xfrm>
        </p:spPr>
      </p:pic>
      <p:pic>
        <p:nvPicPr>
          <p:cNvPr id="17412" name="Picture 4" descr="故宫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7790269" y="3977999"/>
            <a:ext cx="4244975" cy="2400300"/>
          </a:xfrm>
        </p:spPr>
      </p:pic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1518432" y="4144853"/>
            <a:ext cx="4514851" cy="209126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lIns="121917" tIns="60958" rIns="121917" bIns="60958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北京故宫</a:t>
            </a:r>
            <a:endParaRPr lang="zh-CN" altLang="en-US" sz="48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</a:rPr>
              <a:t>（中华民族天才智慧、巧夺天工技术的见证）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239184" y="3573655"/>
            <a:ext cx="11808883" cy="97367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 bldLvl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ext Box 2"/>
          <p:cNvSpPr txBox="1">
            <a:spLocks noChangeArrowheads="1"/>
          </p:cNvSpPr>
          <p:nvPr/>
        </p:nvSpPr>
        <p:spPr bwMode="auto">
          <a:xfrm>
            <a:off x="1524000" y="1770025"/>
            <a:ext cx="8763000" cy="7386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21917" tIns="60958" rIns="121917" bIns="6095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4000" b="1" dirty="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1</a:t>
            </a:r>
            <a:r>
              <a:rPr lang="zh-CN" altLang="en-US" sz="4000" b="1" dirty="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、</a:t>
            </a:r>
            <a:r>
              <a:rPr lang="zh-CN" altLang="en-US" sz="4000" b="1" dirty="0">
                <a:solidFill>
                  <a:srgbClr val="0000CC"/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文化是民族的，又是世界的</a:t>
            </a:r>
            <a:endParaRPr lang="zh-CN" altLang="en-US" sz="4000" b="1" dirty="0">
              <a:solidFill>
                <a:srgbClr val="0000CC"/>
              </a:solidFill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</p:txBody>
      </p:sp>
      <p:sp>
        <p:nvSpPr>
          <p:cNvPr id="30722" name="Text Box 3"/>
          <p:cNvSpPr txBox="1">
            <a:spLocks noChangeArrowheads="1"/>
          </p:cNvSpPr>
          <p:nvPr/>
        </p:nvSpPr>
        <p:spPr bwMode="auto">
          <a:xfrm>
            <a:off x="1752601" y="3089372"/>
            <a:ext cx="8574617" cy="150810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21917" tIns="60958" rIns="121917" bIns="60958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（</a:t>
            </a:r>
            <a:r>
              <a:rPr lang="en-US" altLang="zh-CN" sz="3600" b="1" dirty="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1</a:t>
            </a:r>
            <a:r>
              <a:rPr lang="zh-CN" altLang="en-US" sz="3600" b="1" dirty="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）为什么文化是世界的</a:t>
            </a:r>
            <a:r>
              <a:rPr lang="en-US" altLang="zh-CN" sz="3600" b="1" dirty="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?</a:t>
            </a:r>
            <a:endParaRPr lang="en-US" altLang="zh-CN" sz="3600" b="1" dirty="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（</a:t>
            </a:r>
            <a:r>
              <a:rPr lang="en-US" altLang="zh-CN" sz="3600" b="1" dirty="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2</a:t>
            </a:r>
            <a:r>
              <a:rPr lang="zh-CN" altLang="en-US" sz="3600" b="1" dirty="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）为什么文化是民族的</a:t>
            </a:r>
            <a:r>
              <a:rPr lang="en-US" altLang="zh-CN" sz="3600" b="1" dirty="0" smtClean="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?</a:t>
            </a:r>
            <a:endParaRPr lang="en-US" altLang="zh-CN" sz="3600" b="1" dirty="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</p:txBody>
      </p:sp>
      <p:sp>
        <p:nvSpPr>
          <p:cNvPr id="125957" name="Text Box 5"/>
          <p:cNvSpPr txBox="1">
            <a:spLocks noChangeArrowheads="1"/>
          </p:cNvSpPr>
          <p:nvPr/>
        </p:nvSpPr>
        <p:spPr bwMode="auto">
          <a:xfrm>
            <a:off x="1524000" y="557353"/>
            <a:ext cx="6047317" cy="670984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</a:ln>
          <a:effectLst/>
        </p:spPr>
        <p:txBody>
          <a:bodyPr lIns="121917" tIns="60958" rIns="121917" bIns="6095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3600" b="1" noProof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汉仪菱心体简" pitchFamily="49" charset="-122"/>
                <a:ea typeface="汉仪菱心体简" pitchFamily="49" charset="-122"/>
                <a:cs typeface="+mn-ea"/>
              </a:rPr>
              <a:t>二 、透视文化多样性</a:t>
            </a:r>
            <a:endParaRPr lang="zh-CN" altLang="en-US" sz="3600" b="1" noProof="1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汉仪菱心体简" pitchFamily="49" charset="-122"/>
              <a:ea typeface="汉仪菱心体简" pitchFamily="49" charset="-122"/>
            </a:endParaRPr>
          </a:p>
        </p:txBody>
      </p:sp>
      <p:pic>
        <p:nvPicPr>
          <p:cNvPr id="30724" name="Picture 6" descr="20043146475548652[1]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524000" y="6248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5" name="Picture 7" descr="BOOK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8352" y="5562600"/>
            <a:ext cx="2279649" cy="1576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ext Box 2"/>
          <p:cNvSpPr txBox="1">
            <a:spLocks noChangeArrowheads="1"/>
          </p:cNvSpPr>
          <p:nvPr/>
        </p:nvSpPr>
        <p:spPr bwMode="auto">
          <a:xfrm>
            <a:off x="1524000" y="3357033"/>
            <a:ext cx="3888317" cy="975784"/>
          </a:xfrm>
          <a:prstGeom prst="rect">
            <a:avLst/>
          </a:prstGeom>
          <a:solidFill>
            <a:srgbClr val="CCFFFF"/>
          </a:solidFill>
          <a:ln w="28575">
            <a:solidFill>
              <a:srgbClr val="FF6600"/>
            </a:solidFill>
            <a:miter lim="800000"/>
          </a:ln>
        </p:spPr>
        <p:txBody>
          <a:bodyPr lIns="121917" tIns="60958" rIns="121917" bIns="60958">
            <a:spAutoFit/>
          </a:bodyPr>
          <a:lstStyle/>
          <a:p>
            <a:r>
              <a:rPr lang="zh-CN" altLang="en-US" sz="2800" b="1"/>
              <a:t>世界各民族的社会实践的共性、普遍的规律</a:t>
            </a:r>
            <a:endParaRPr lang="zh-CN" altLang="en-US" sz="2800" b="1">
              <a:solidFill>
                <a:srgbClr val="FF0000"/>
              </a:solidFill>
              <a:ea typeface="黑体" panose="02010609060101010101" charset="-122"/>
            </a:endParaRPr>
          </a:p>
        </p:txBody>
      </p:sp>
      <p:sp>
        <p:nvSpPr>
          <p:cNvPr id="118787" name="Text Box 3"/>
          <p:cNvSpPr txBox="1">
            <a:spLocks noChangeArrowheads="1"/>
          </p:cNvSpPr>
          <p:nvPr/>
        </p:nvSpPr>
        <p:spPr bwMode="auto">
          <a:xfrm>
            <a:off x="1524000" y="1051984"/>
            <a:ext cx="3888317" cy="1403349"/>
          </a:xfrm>
          <a:prstGeom prst="rect">
            <a:avLst/>
          </a:prstGeom>
          <a:solidFill>
            <a:srgbClr val="CCFFFF"/>
          </a:solidFill>
          <a:ln w="28575">
            <a:solidFill>
              <a:srgbClr val="FF6600"/>
            </a:solidFill>
            <a:miter lim="800000"/>
          </a:ln>
        </p:spPr>
        <p:txBody>
          <a:bodyPr lIns="121917" tIns="60958" rIns="121917" bIns="60958">
            <a:spAutoFit/>
          </a:bodyPr>
          <a:lstStyle/>
          <a:p>
            <a:r>
              <a:rPr lang="zh-CN" altLang="en-US" sz="2800" b="1"/>
              <a:t>各民族间经济的和政治的、历史的和地理的等多种因素的不同</a:t>
            </a:r>
            <a:endParaRPr lang="zh-CN" altLang="en-US" sz="2800" b="1"/>
          </a:p>
        </p:txBody>
      </p:sp>
      <p:sp>
        <p:nvSpPr>
          <p:cNvPr id="118788" name="Text Box 4"/>
          <p:cNvSpPr txBox="1">
            <a:spLocks noChangeArrowheads="1"/>
          </p:cNvSpPr>
          <p:nvPr/>
        </p:nvSpPr>
        <p:spPr bwMode="auto">
          <a:xfrm>
            <a:off x="1524001" y="188384"/>
            <a:ext cx="3096684" cy="55399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21917" tIns="60958" rIns="121917" bIns="6095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 smtClean="0">
                <a:latin typeface="黑体" panose="02010609060101010101" charset="-122"/>
                <a:ea typeface="黑体" panose="02010609060101010101" charset="-122"/>
              </a:rPr>
              <a:t>①</a:t>
            </a:r>
            <a:r>
              <a:rPr lang="zh-CN" altLang="en-US" sz="2800" dirty="0" smtClean="0">
                <a:latin typeface="黑体" panose="02010609060101010101" charset="-122"/>
                <a:ea typeface="黑体" panose="02010609060101010101" charset="-122"/>
              </a:rPr>
              <a:t>文化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是民族的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8789" name="Text Box 5"/>
          <p:cNvSpPr txBox="1">
            <a:spLocks noChangeArrowheads="1"/>
          </p:cNvSpPr>
          <p:nvPr/>
        </p:nvSpPr>
        <p:spPr bwMode="auto">
          <a:xfrm>
            <a:off x="6455833" y="1195918"/>
            <a:ext cx="3600451" cy="975783"/>
          </a:xfrm>
          <a:prstGeom prst="rect">
            <a:avLst/>
          </a:prstGeom>
          <a:solidFill>
            <a:srgbClr val="CCFFFF"/>
          </a:solidFill>
          <a:ln w="28575">
            <a:solidFill>
              <a:srgbClr val="FF6600"/>
            </a:solidFill>
            <a:miter lim="800000"/>
          </a:ln>
        </p:spPr>
        <p:txBody>
          <a:bodyPr lIns="121917" tIns="60958" rIns="121917" bIns="60958">
            <a:spAutoFit/>
          </a:bodyPr>
          <a:lstStyle/>
          <a:p>
            <a:r>
              <a:rPr lang="zh-CN" altLang="en-US" sz="2800" b="1"/>
              <a:t>各民族文化之间存在着差异，各具特色</a:t>
            </a:r>
            <a:r>
              <a:rPr lang="zh-CN" altLang="en-US" sz="100" b="1"/>
              <a:t>                                            </a:t>
            </a:r>
            <a:endParaRPr lang="zh-CN" altLang="en-US" sz="100"/>
          </a:p>
        </p:txBody>
      </p:sp>
      <p:sp>
        <p:nvSpPr>
          <p:cNvPr id="118790" name="Text Box 6"/>
          <p:cNvSpPr txBox="1">
            <a:spLocks noChangeArrowheads="1"/>
          </p:cNvSpPr>
          <p:nvPr/>
        </p:nvSpPr>
        <p:spPr bwMode="auto">
          <a:xfrm>
            <a:off x="4510618" y="188384"/>
            <a:ext cx="2019300" cy="55399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21917" tIns="60958" rIns="121917" bIns="60958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（个性）</a:t>
            </a:r>
            <a:endParaRPr lang="zh-CN" altLang="en-US" sz="100"/>
          </a:p>
        </p:txBody>
      </p:sp>
      <p:sp>
        <p:nvSpPr>
          <p:cNvPr id="118791" name="Text Box 7"/>
          <p:cNvSpPr txBox="1">
            <a:spLocks noChangeArrowheads="1"/>
          </p:cNvSpPr>
          <p:nvPr/>
        </p:nvSpPr>
        <p:spPr bwMode="auto">
          <a:xfrm>
            <a:off x="6455833" y="3285067"/>
            <a:ext cx="3600451" cy="975784"/>
          </a:xfrm>
          <a:prstGeom prst="rect">
            <a:avLst/>
          </a:prstGeom>
          <a:solidFill>
            <a:srgbClr val="CCFFFF"/>
          </a:solidFill>
          <a:ln w="28575">
            <a:solidFill>
              <a:srgbClr val="FF6600"/>
            </a:solidFill>
            <a:miter lim="800000"/>
          </a:ln>
        </p:spPr>
        <p:txBody>
          <a:bodyPr lIns="121917" tIns="60958" rIns="121917" bIns="60958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不同民族的文化也有共性和普遍规律</a:t>
            </a:r>
            <a:endParaRPr lang="zh-CN" altLang="en-US" sz="2800" b="1"/>
          </a:p>
        </p:txBody>
      </p:sp>
      <p:sp>
        <p:nvSpPr>
          <p:cNvPr id="118797" name="AutoShape 13"/>
          <p:cNvSpPr>
            <a:spLocks noChangeArrowheads="1"/>
          </p:cNvSpPr>
          <p:nvPr/>
        </p:nvSpPr>
        <p:spPr bwMode="auto">
          <a:xfrm>
            <a:off x="5448301" y="1411818"/>
            <a:ext cx="1005417" cy="503767"/>
          </a:xfrm>
          <a:prstGeom prst="rightArrow">
            <a:avLst>
              <a:gd name="adj1" fmla="val 50000"/>
              <a:gd name="adj2" fmla="val 4988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lIns="121917" tIns="60958" rIns="121917" bIns="60958" anchor="ctr"/>
          <a:lstStyle/>
          <a:p>
            <a:endParaRPr lang="zh-CN" altLang="en-US" sz="100">
              <a:latin typeface="Comic Sans MS" panose="030F0702030302020204" pitchFamily="66" charset="0"/>
            </a:endParaRPr>
          </a:p>
        </p:txBody>
      </p:sp>
      <p:sp>
        <p:nvSpPr>
          <p:cNvPr id="118798" name="AutoShape 14"/>
          <p:cNvSpPr>
            <a:spLocks noChangeArrowheads="1"/>
          </p:cNvSpPr>
          <p:nvPr/>
        </p:nvSpPr>
        <p:spPr bwMode="auto">
          <a:xfrm>
            <a:off x="5448301" y="3500967"/>
            <a:ext cx="1081617" cy="577851"/>
          </a:xfrm>
          <a:prstGeom prst="rightArrow">
            <a:avLst>
              <a:gd name="adj1" fmla="val 50000"/>
              <a:gd name="adj2" fmla="val 4678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lIns="121917" tIns="60958" rIns="121917" bIns="60958" anchor="ctr"/>
          <a:lstStyle/>
          <a:p>
            <a:endParaRPr lang="zh-CN" altLang="en-US" sz="100">
              <a:latin typeface="Comic Sans MS" panose="030F0702030302020204" pitchFamily="66" charset="0"/>
            </a:endParaRPr>
          </a:p>
        </p:txBody>
      </p:sp>
      <p:sp>
        <p:nvSpPr>
          <p:cNvPr id="118799" name="Text Box 15"/>
          <p:cNvSpPr txBox="1">
            <a:spLocks noChangeArrowheads="1"/>
          </p:cNvSpPr>
          <p:nvPr/>
        </p:nvSpPr>
        <p:spPr bwMode="auto">
          <a:xfrm>
            <a:off x="1524000" y="2707218"/>
            <a:ext cx="3168651" cy="5503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21917" tIns="60958" rIns="121917" bIns="6095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 smtClean="0">
                <a:latin typeface="黑体" panose="02010609060101010101" charset="-122"/>
                <a:ea typeface="黑体" panose="02010609060101010101" charset="-122"/>
              </a:rPr>
              <a:t>②</a:t>
            </a:r>
            <a:r>
              <a:rPr lang="zh-CN" altLang="en-US" sz="2800" dirty="0" smtClean="0">
                <a:latin typeface="黑体" panose="02010609060101010101" charset="-122"/>
                <a:ea typeface="黑体" panose="02010609060101010101" charset="-122"/>
              </a:rPr>
              <a:t>文化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是世界的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8800" name="Text Box 16"/>
          <p:cNvSpPr txBox="1">
            <a:spLocks noChangeArrowheads="1"/>
          </p:cNvSpPr>
          <p:nvPr/>
        </p:nvSpPr>
        <p:spPr bwMode="auto">
          <a:xfrm>
            <a:off x="4656667" y="2637368"/>
            <a:ext cx="1871133" cy="55399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21917" tIns="60958" rIns="121917" bIns="60958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（共性）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118801" name="Text Box 17"/>
          <p:cNvSpPr txBox="1">
            <a:spLocks noChangeArrowheads="1"/>
          </p:cNvSpPr>
          <p:nvPr/>
        </p:nvSpPr>
        <p:spPr bwMode="auto">
          <a:xfrm>
            <a:off x="1991784" y="4652433"/>
            <a:ext cx="8077200" cy="609600"/>
          </a:xfrm>
          <a:prstGeom prst="rect">
            <a:avLst/>
          </a:prstGeom>
          <a:solidFill>
            <a:srgbClr val="FFFF99"/>
          </a:solidFill>
          <a:ln w="9525">
            <a:solidFill>
              <a:srgbClr val="FFFF99"/>
            </a:solidFill>
            <a:miter lim="800000"/>
          </a:ln>
        </p:spPr>
        <p:txBody>
          <a:bodyPr lIns="121917" tIns="60958" rIns="121917" bIns="60958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ea typeface="黑体" panose="02010609060101010101" charset="-122"/>
              </a:rPr>
              <a:t>民族文化和世界文化是</a:t>
            </a:r>
            <a:r>
              <a:rPr lang="zh-CN" altLang="en-US" sz="3200" b="1">
                <a:solidFill>
                  <a:srgbClr val="FF0000"/>
                </a:solidFill>
                <a:ea typeface="黑体" panose="02010609060101010101" charset="-122"/>
              </a:rPr>
              <a:t>个性和共性的关系</a:t>
            </a:r>
            <a:endParaRPr lang="zh-CN" altLang="en-US" sz="3200" b="1">
              <a:solidFill>
                <a:srgbClr val="FF0000"/>
              </a:solidFill>
              <a:ea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1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11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118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500"/>
                                        <p:tgtEl>
                                          <p:spTgt spid="11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5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500"/>
                                        <p:tgtEl>
                                          <p:spTgt spid="118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3" dur="500"/>
                                        <p:tgtEl>
                                          <p:spTgt spid="11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118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500"/>
                                        <p:tgtEl>
                                          <p:spTgt spid="11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500"/>
                                        <p:tgtEl>
                                          <p:spTgt spid="118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18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6" grpId="0" bldLvl="0" animBg="1"/>
      <p:bldP spid="118787" grpId="0" bldLvl="0" animBg="1"/>
      <p:bldP spid="118788" grpId="0"/>
      <p:bldP spid="118789" grpId="0" bldLvl="0" animBg="1"/>
      <p:bldP spid="118790" grpId="0"/>
      <p:bldP spid="118791" grpId="0" bldLvl="0" animBg="1"/>
      <p:bldP spid="118797" grpId="0" bldLvl="0" animBg="1"/>
      <p:bldP spid="118798" grpId="0" bldLvl="0" animBg="1"/>
      <p:bldP spid="118799" grpId="0"/>
      <p:bldP spid="118800" grpId="0"/>
      <p:bldP spid="118801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698" name="Rectangle 2"/>
          <p:cNvSpPr>
            <a:spLocks noChangeArrowheads="1"/>
          </p:cNvSpPr>
          <p:nvPr/>
        </p:nvSpPr>
        <p:spPr bwMode="auto">
          <a:xfrm>
            <a:off x="912284" y="1032933"/>
            <a:ext cx="10160000" cy="977187"/>
          </a:xfrm>
          <a:prstGeom prst="rect">
            <a:avLst/>
          </a:prstGeom>
          <a:ln>
            <a:noFill/>
          </a:ln>
          <a:effectLst/>
        </p:spPr>
        <p:txBody>
          <a:bodyPr lIns="121917" tIns="60958" rIns="121917" bIns="60958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3700" b="1" dirty="0">
                <a:solidFill>
                  <a:srgbClr val="FF0000"/>
                </a:solidFill>
                <a:latin typeface="+mn-ea"/>
              </a:rPr>
              <a:t>1</a:t>
            </a:r>
            <a:r>
              <a:rPr lang="zh-CN" altLang="en-US" sz="3700" b="1" dirty="0">
                <a:solidFill>
                  <a:srgbClr val="FF0000"/>
                </a:solidFill>
                <a:latin typeface="+mn-ea"/>
              </a:rPr>
              <a:t>、对待文化多样性的态度</a:t>
            </a:r>
            <a:endParaRPr lang="zh-CN" altLang="en-US" sz="3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984251" y="2565401"/>
            <a:ext cx="10160000" cy="2707217"/>
          </a:xfrm>
          <a:prstGeom prst="rect">
            <a:avLst/>
          </a:prstGeom>
          <a:noFill/>
          <a:ln>
            <a:noFill/>
          </a:ln>
          <a:effectLst/>
        </p:spPr>
        <p:txBody>
          <a:bodyPr lIns="121917" tIns="60958" rIns="121917" bIns="60958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37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sz="37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700" b="1" dirty="0">
                <a:solidFill>
                  <a:srgbClr val="000099"/>
                </a:solidFill>
                <a:latin typeface="+mn-ea"/>
              </a:rPr>
              <a:t>正确态度：</a:t>
            </a:r>
            <a:r>
              <a:rPr lang="zh-CN" altLang="en-US" sz="3700" b="1" dirty="0">
                <a:latin typeface="+mn-ea"/>
              </a:rPr>
              <a:t>既要认同本民族文化，又要尊重其他民族文化，相互借鉴、求同存异，共同促进人类文明繁荣进步。</a:t>
            </a:r>
            <a:endParaRPr lang="zh-CN" altLang="en-US" sz="3700" b="1" dirty="0">
              <a:latin typeface="+mn-ea"/>
            </a:endParaRPr>
          </a:p>
        </p:txBody>
      </p:sp>
      <p:sp>
        <p:nvSpPr>
          <p:cNvPr id="34819" name="TextBox 1"/>
          <p:cNvSpPr txBox="1">
            <a:spLocks noChangeArrowheads="1"/>
          </p:cNvSpPr>
          <p:nvPr/>
        </p:nvSpPr>
        <p:spPr bwMode="auto">
          <a:xfrm>
            <a:off x="239184" y="165100"/>
            <a:ext cx="5171016" cy="7789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121917" tIns="60958" rIns="121917" bIns="60958">
            <a:spAutoFit/>
          </a:bodyPr>
          <a:lstStyle/>
          <a:p>
            <a:r>
              <a:rPr lang="zh-CN" altLang="en-US" sz="4300" b="1">
                <a:solidFill>
                  <a:srgbClr val="FF0000"/>
                </a:solidFill>
              </a:rPr>
              <a:t>三、尊重文化多样性</a:t>
            </a:r>
            <a:endParaRPr lang="zh-CN" altLang="en-US" sz="43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矩形 217090"/>
          <p:cNvSpPr>
            <a:spLocks noChangeArrowheads="1"/>
          </p:cNvSpPr>
          <p:nvPr/>
        </p:nvSpPr>
        <p:spPr bwMode="auto">
          <a:xfrm>
            <a:off x="822525" y="300261"/>
            <a:ext cx="8314267" cy="6709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21917" tIns="60958" rIns="121917" bIns="60958">
            <a:spAutoFit/>
          </a:bodyPr>
          <a:lstStyle/>
          <a:p>
            <a:r>
              <a:rPr lang="en-US" altLang="en-US" sz="3600" b="1" dirty="0">
                <a:latin typeface="黑体" panose="02010609060101010101" charset="-122"/>
                <a:ea typeface="黑体" panose="02010609060101010101" charset="-122"/>
              </a:rPr>
              <a:t>2.尊重文化多样性的意义</a:t>
            </a:r>
            <a:r>
              <a:rPr lang="zh-CN" altLang="en-US" sz="3600" b="1" dirty="0">
                <a:latin typeface="黑体" panose="02010609060101010101" charset="-122"/>
                <a:ea typeface="黑体" panose="02010609060101010101" charset="-122"/>
              </a:rPr>
              <a:t>（客观必然性）</a:t>
            </a:r>
            <a:endParaRPr lang="en-US" altLang="en-US" sz="36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5842" name="矩形 217091"/>
          <p:cNvSpPr>
            <a:spLocks noChangeArrowheads="1"/>
          </p:cNvSpPr>
          <p:nvPr/>
        </p:nvSpPr>
        <p:spPr bwMode="auto">
          <a:xfrm>
            <a:off x="757645" y="1144571"/>
            <a:ext cx="11025051" cy="61554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21917" tIns="60958" rIns="121917" bIns="60958">
            <a:spAutoFit/>
          </a:bodyPr>
          <a:lstStyle/>
          <a:p>
            <a:r>
              <a:rPr lang="en-US" altLang="zh-CN" sz="3200" b="1" dirty="0">
                <a:solidFill>
                  <a:srgbClr val="005F9A"/>
                </a:solidFill>
                <a:latin typeface="黑体" panose="02010609060101010101" charset="-122"/>
                <a:ea typeface="黑体" panose="02010609060101010101" charset="-122"/>
              </a:rPr>
              <a:t>①</a:t>
            </a:r>
            <a:r>
              <a:rPr lang="zh-CN" altLang="en-US" sz="3200" b="1" dirty="0">
                <a:solidFill>
                  <a:srgbClr val="005F9A"/>
                </a:solidFill>
                <a:latin typeface="黑体" panose="02010609060101010101" charset="-122"/>
                <a:ea typeface="黑体" panose="02010609060101010101" charset="-122"/>
              </a:rPr>
              <a:t>尊重文化多样性是发展本民族文化的</a:t>
            </a:r>
            <a:r>
              <a:rPr lang="zh-CN" altLang="en-US" sz="3200" b="1" dirty="0" smtClean="0">
                <a:solidFill>
                  <a:srgbClr val="005F9A"/>
                </a:solidFill>
                <a:latin typeface="黑体" panose="02010609060101010101" charset="-122"/>
                <a:ea typeface="黑体" panose="02010609060101010101" charset="-122"/>
              </a:rPr>
              <a:t>内在</a:t>
            </a:r>
            <a:r>
              <a:rPr lang="zh-CN" altLang="en-US" sz="3200" b="1" dirty="0">
                <a:solidFill>
                  <a:srgbClr val="005F9A"/>
                </a:solidFill>
                <a:latin typeface="黑体" panose="02010609060101010101" charset="-122"/>
                <a:ea typeface="黑体" panose="02010609060101010101" charset="-122"/>
              </a:rPr>
              <a:t>要求</a:t>
            </a:r>
            <a:endParaRPr lang="zh-CN" altLang="en-US" sz="3200" b="1" dirty="0">
              <a:solidFill>
                <a:srgbClr val="005F9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5843" name="Picture 8" descr="图片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436913" y="2004366"/>
            <a:ext cx="9597149" cy="3219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44" name="矩形 217093"/>
          <p:cNvSpPr>
            <a:spLocks noChangeArrowheads="1"/>
          </p:cNvSpPr>
          <p:nvPr/>
        </p:nvSpPr>
        <p:spPr bwMode="auto">
          <a:xfrm>
            <a:off x="1018903" y="5406510"/>
            <a:ext cx="10763793" cy="109854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21917" tIns="60958" rIns="121917" bIns="60958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黑体" panose="02010609060101010101" charset="-122"/>
                <a:ea typeface="黑体" panose="02010609060101010101" charset="-122"/>
              </a:rPr>
              <a:t>    </a:t>
            </a:r>
            <a:r>
              <a:rPr lang="zh-CN" altLang="en-US" sz="3200" b="1" dirty="0">
                <a:solidFill>
                  <a:srgbClr val="A50021"/>
                </a:solidFill>
                <a:latin typeface="黑体" panose="02010609060101010101" charset="-122"/>
                <a:ea typeface="黑体" panose="02010609060101010101" charset="-122"/>
              </a:rPr>
              <a:t>尊重文化多样性，首先要尊重自己</a:t>
            </a:r>
            <a:r>
              <a:rPr lang="zh-CN" altLang="en-US" sz="3200" b="1" dirty="0" smtClean="0">
                <a:solidFill>
                  <a:srgbClr val="A50021"/>
                </a:solidFill>
                <a:latin typeface="黑体" panose="02010609060101010101" charset="-122"/>
                <a:ea typeface="黑体" panose="02010609060101010101" charset="-122"/>
              </a:rPr>
              <a:t>民族的</a:t>
            </a:r>
            <a:r>
              <a:rPr lang="zh-CN" altLang="en-US" sz="3200" b="1" dirty="0">
                <a:solidFill>
                  <a:srgbClr val="A50021"/>
                </a:solidFill>
                <a:latin typeface="黑体" panose="02010609060101010101" charset="-122"/>
                <a:ea typeface="黑体" panose="02010609060101010101" charset="-122"/>
              </a:rPr>
              <a:t>文化，培育好、发展好本民族文化。</a:t>
            </a:r>
            <a:endParaRPr lang="zh-CN" altLang="en-US" sz="3200" b="1" dirty="0">
              <a:solidFill>
                <a:srgbClr val="A5002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矩形 219138"/>
          <p:cNvSpPr>
            <a:spLocks noChangeArrowheads="1"/>
          </p:cNvSpPr>
          <p:nvPr/>
        </p:nvSpPr>
        <p:spPr bwMode="auto">
          <a:xfrm>
            <a:off x="822960" y="907867"/>
            <a:ext cx="10312824" cy="61554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21917" tIns="60958" rIns="121917" bIns="60958">
            <a:spAutoFit/>
          </a:bodyPr>
          <a:lstStyle/>
          <a:p>
            <a:r>
              <a:rPr lang="en-US" altLang="zh-CN" sz="3200" b="1" dirty="0">
                <a:solidFill>
                  <a:srgbClr val="005F9A"/>
                </a:solidFill>
                <a:latin typeface="黑体" panose="02010609060101010101" charset="-122"/>
                <a:ea typeface="黑体" panose="02010609060101010101" charset="-122"/>
              </a:rPr>
              <a:t>②</a:t>
            </a:r>
            <a:r>
              <a:rPr lang="zh-CN" altLang="en-US" sz="3200" b="1" dirty="0">
                <a:solidFill>
                  <a:srgbClr val="005F9A"/>
                </a:solidFill>
                <a:latin typeface="黑体" panose="02010609060101010101" charset="-122"/>
                <a:ea typeface="黑体" panose="02010609060101010101" charset="-122"/>
              </a:rPr>
              <a:t>尊重文化多样性是实现世界文化</a:t>
            </a:r>
            <a:r>
              <a:rPr lang="zh-CN" altLang="en-US" sz="3200" b="1" dirty="0" smtClean="0">
                <a:solidFill>
                  <a:srgbClr val="005F9A"/>
                </a:solidFill>
                <a:latin typeface="黑体" panose="02010609060101010101" charset="-122"/>
                <a:ea typeface="黑体" panose="02010609060101010101" charset="-122"/>
              </a:rPr>
              <a:t>繁荣的</a:t>
            </a:r>
            <a:r>
              <a:rPr lang="zh-CN" altLang="en-US" sz="3200" b="1" dirty="0">
                <a:solidFill>
                  <a:srgbClr val="005F9A"/>
                </a:solidFill>
                <a:latin typeface="黑体" panose="02010609060101010101" charset="-122"/>
                <a:ea typeface="黑体" panose="02010609060101010101" charset="-122"/>
              </a:rPr>
              <a:t>必然要求</a:t>
            </a:r>
            <a:endParaRPr lang="zh-CN" altLang="en-US" sz="3200" b="1" dirty="0">
              <a:solidFill>
                <a:srgbClr val="005F9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6866" name="矩形 219139"/>
          <p:cNvSpPr>
            <a:spLocks noChangeArrowheads="1"/>
          </p:cNvSpPr>
          <p:nvPr/>
        </p:nvSpPr>
        <p:spPr bwMode="auto">
          <a:xfrm>
            <a:off x="992778" y="2636524"/>
            <a:ext cx="10284824" cy="148501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21917" tIns="60958" rIns="121917" bIns="60958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srgbClr val="A50021"/>
                </a:solidFill>
                <a:latin typeface="黑体" panose="02010609060101010101" charset="-122"/>
                <a:ea typeface="黑体" panose="02010609060101010101" charset="-122"/>
              </a:rPr>
              <a:t>    </a:t>
            </a:r>
            <a:r>
              <a:rPr lang="zh-CN" altLang="en-US" sz="3200" b="1" dirty="0">
                <a:solidFill>
                  <a:srgbClr val="A50021"/>
                </a:solidFill>
                <a:latin typeface="黑体" panose="02010609060101010101" charset="-122"/>
                <a:ea typeface="黑体" panose="02010609060101010101" charset="-122"/>
              </a:rPr>
              <a:t>各民族的文化共同推动了人类社会</a:t>
            </a:r>
            <a:r>
              <a:rPr lang="zh-CN" altLang="en-US" sz="3200" b="1" dirty="0" smtClean="0">
                <a:solidFill>
                  <a:srgbClr val="A50021"/>
                </a:solidFill>
                <a:latin typeface="黑体" panose="02010609060101010101" charset="-122"/>
                <a:ea typeface="黑体" panose="02010609060101010101" charset="-122"/>
              </a:rPr>
              <a:t>的进步</a:t>
            </a:r>
            <a:r>
              <a:rPr lang="zh-CN" altLang="en-US" sz="3200" b="1" dirty="0">
                <a:solidFill>
                  <a:srgbClr val="A50021"/>
                </a:solidFill>
                <a:latin typeface="黑体" panose="02010609060101010101" charset="-122"/>
                <a:ea typeface="黑体" panose="02010609060101010101" charset="-122"/>
              </a:rPr>
              <a:t>和发展。尊重和保存不同民族文化</a:t>
            </a:r>
            <a:r>
              <a:rPr lang="zh-CN" altLang="en-US" sz="3200" b="1" dirty="0" smtClean="0">
                <a:solidFill>
                  <a:srgbClr val="A50021"/>
                </a:solidFill>
                <a:latin typeface="黑体" panose="02010609060101010101" charset="-122"/>
                <a:ea typeface="黑体" panose="02010609060101010101" charset="-122"/>
              </a:rPr>
              <a:t>，是</a:t>
            </a:r>
            <a:r>
              <a:rPr lang="zh-CN" altLang="en-US" sz="3200" b="1" dirty="0">
                <a:solidFill>
                  <a:srgbClr val="A50021"/>
                </a:solidFill>
                <a:latin typeface="黑体" panose="02010609060101010101" charset="-122"/>
                <a:ea typeface="黑体" panose="02010609060101010101" charset="-122"/>
              </a:rPr>
              <a:t>人类生存和发展的基础</a:t>
            </a:r>
            <a:endParaRPr lang="zh-CN" altLang="en-US" sz="3200" b="1" dirty="0">
              <a:solidFill>
                <a:srgbClr val="A5002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ext Box 2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719667" y="855133"/>
            <a:ext cx="9601200" cy="69638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21917" tIns="60958" rIns="121917" bIns="6095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700" b="1" dirty="0">
                <a:solidFill>
                  <a:srgbClr val="FF0000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3700" b="1" dirty="0">
                <a:solidFill>
                  <a:srgbClr val="FF0000"/>
                </a:solidFill>
                <a:latin typeface="宋体" panose="02010600030101010101" pitchFamily="2" charset="-122"/>
              </a:rPr>
              <a:t>、如何尊重文化多样性</a:t>
            </a:r>
            <a:endParaRPr lang="zh-CN" altLang="en-US" sz="37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34819" name="Text Box 3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529167" y="3342218"/>
            <a:ext cx="10655300" cy="2093383"/>
          </a:xfrm>
          <a:prstGeom prst="rect">
            <a:avLst/>
          </a:prstGeom>
          <a:noFill/>
          <a:ln>
            <a:noFill/>
          </a:ln>
          <a:effectLst/>
        </p:spPr>
        <p:txBody>
          <a:bodyPr lIns="121917" tIns="60958" rIns="121917" bIns="60958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4800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3700" b="1" dirty="0">
                <a:latin typeface="+mn-ea"/>
              </a:rPr>
              <a:t>（</a:t>
            </a:r>
            <a:r>
              <a:rPr lang="en-US" sz="3700" b="1" dirty="0">
                <a:latin typeface="+mn-ea"/>
              </a:rPr>
              <a:t>2</a:t>
            </a:r>
            <a:r>
              <a:rPr lang="zh-CN" altLang="en-US" sz="3700" b="1" dirty="0">
                <a:latin typeface="+mn-ea"/>
              </a:rPr>
              <a:t>）在文化交流中，要</a:t>
            </a:r>
            <a:r>
              <a:rPr lang="zh-CN" altLang="en-US" sz="3700" b="1" dirty="0">
                <a:solidFill>
                  <a:srgbClr val="0033CC"/>
                </a:solidFill>
                <a:latin typeface="+mn-ea"/>
              </a:rPr>
              <a:t>尊重差异，理解个性，和平共处，</a:t>
            </a:r>
            <a:r>
              <a:rPr lang="zh-CN" altLang="en-US" sz="3700" b="1" dirty="0">
                <a:latin typeface="+mn-ea"/>
              </a:rPr>
              <a:t>共同促进世界文化的繁荣。</a:t>
            </a:r>
            <a:endParaRPr lang="zh-CN" altLang="en-US" sz="3700" b="1" dirty="0">
              <a:latin typeface="+mn-ea"/>
            </a:endParaRP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239185" y="1917701"/>
            <a:ext cx="11425767" cy="1231102"/>
          </a:xfrm>
          <a:prstGeom prst="rect">
            <a:avLst/>
          </a:prstGeom>
          <a:noFill/>
          <a:ln>
            <a:noFill/>
          </a:ln>
          <a:effectLst/>
        </p:spPr>
        <p:txBody>
          <a:bodyPr lIns="121917" tIns="60958" rIns="121917" bIns="60958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4800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700" b="1" dirty="0">
                <a:latin typeface="+mn-ea"/>
              </a:rPr>
              <a:t>（</a:t>
            </a:r>
            <a:r>
              <a:rPr lang="en-US" sz="3700" b="1" dirty="0">
                <a:latin typeface="+mn-ea"/>
              </a:rPr>
              <a:t>1</a:t>
            </a:r>
            <a:r>
              <a:rPr lang="zh-CN" altLang="en-US" sz="3700" b="1" dirty="0">
                <a:latin typeface="+mn-ea"/>
              </a:rPr>
              <a:t>）遵循各民族文化</a:t>
            </a:r>
            <a:r>
              <a:rPr lang="zh-CN" altLang="en-US" sz="3700" b="1" dirty="0">
                <a:solidFill>
                  <a:srgbClr val="0033CC"/>
                </a:solidFill>
                <a:latin typeface="+mn-ea"/>
              </a:rPr>
              <a:t>一律平等</a:t>
            </a:r>
            <a:r>
              <a:rPr lang="zh-CN" altLang="en-US" sz="3700" b="1" dirty="0">
                <a:latin typeface="+mn-ea"/>
              </a:rPr>
              <a:t>的原则。</a:t>
            </a:r>
            <a:endParaRPr lang="zh-CN" altLang="en-US" sz="48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0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3" name="Picture 2" descr="图片1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39185" y="188385"/>
            <a:ext cx="3179233" cy="654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8914" name="Group 3"/>
          <p:cNvGrpSpPr/>
          <p:nvPr/>
        </p:nvGrpSpPr>
        <p:grpSpPr bwMode="auto">
          <a:xfrm>
            <a:off x="1420284" y="406821"/>
            <a:ext cx="10024533" cy="5979583"/>
            <a:chOff x="378" y="91"/>
            <a:chExt cx="4599" cy="3766"/>
          </a:xfrm>
        </p:grpSpPr>
        <p:sp>
          <p:nvSpPr>
            <p:cNvPr id="38918" name="Rectangle 5"/>
            <p:cNvSpPr>
              <a:spLocks noChangeArrowheads="1"/>
            </p:cNvSpPr>
            <p:nvPr/>
          </p:nvSpPr>
          <p:spPr bwMode="auto">
            <a:xfrm>
              <a:off x="967" y="364"/>
              <a:ext cx="1315" cy="6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zh-CN" altLang="en-US" sz="3200" b="1">
                  <a:latin typeface="Times New Roman" panose="02020603050405020304" pitchFamily="18" charset="0"/>
                </a:rPr>
                <a:t>感受文化</a:t>
              </a:r>
              <a:endParaRPr lang="zh-CN" altLang="en-US" sz="3200" b="1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sz="3200" b="1">
                  <a:latin typeface="Times New Roman" panose="02020603050405020304" pitchFamily="18" charset="0"/>
                </a:rPr>
                <a:t>多样性</a:t>
              </a:r>
              <a:endParaRPr lang="zh-CN" altLang="en-US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38919" name="Rectangle 6"/>
            <p:cNvSpPr>
              <a:spLocks noChangeArrowheads="1"/>
            </p:cNvSpPr>
            <p:nvPr/>
          </p:nvSpPr>
          <p:spPr bwMode="auto">
            <a:xfrm>
              <a:off x="922" y="1588"/>
              <a:ext cx="1315" cy="6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zh-CN" altLang="en-US" sz="3200" b="1">
                  <a:latin typeface="Times New Roman" panose="02020603050405020304" pitchFamily="18" charset="0"/>
                </a:rPr>
                <a:t>透视文化</a:t>
              </a:r>
              <a:endParaRPr lang="zh-CN" altLang="en-US" sz="3200" b="1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sz="3200" b="1">
                  <a:latin typeface="Times New Roman" panose="02020603050405020304" pitchFamily="18" charset="0"/>
                </a:rPr>
                <a:t>多样性</a:t>
              </a:r>
              <a:endParaRPr lang="zh-CN" altLang="en-US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38920" name="Rectangle 7"/>
            <p:cNvSpPr>
              <a:spLocks noChangeArrowheads="1"/>
            </p:cNvSpPr>
            <p:nvPr/>
          </p:nvSpPr>
          <p:spPr bwMode="auto">
            <a:xfrm>
              <a:off x="922" y="3040"/>
              <a:ext cx="1315" cy="6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zh-CN" altLang="en-US" sz="3200" b="1">
                  <a:latin typeface="Times New Roman" panose="02020603050405020304" pitchFamily="18" charset="0"/>
                </a:rPr>
                <a:t>尊重文化</a:t>
              </a:r>
              <a:endParaRPr lang="zh-CN" altLang="en-US" sz="3200" b="1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sz="3200" b="1">
                  <a:latin typeface="Times New Roman" panose="02020603050405020304" pitchFamily="18" charset="0"/>
                </a:rPr>
                <a:t>多样性</a:t>
              </a:r>
              <a:endParaRPr lang="zh-CN" altLang="en-US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38921" name="Rectangle 8"/>
            <p:cNvSpPr>
              <a:spLocks noChangeArrowheads="1"/>
            </p:cNvSpPr>
            <p:nvPr/>
          </p:nvSpPr>
          <p:spPr bwMode="auto">
            <a:xfrm>
              <a:off x="2736" y="91"/>
              <a:ext cx="2223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r>
                <a:rPr lang="zh-CN" altLang="en-US" sz="2700" b="1">
                  <a:latin typeface="Times New Roman" panose="02020603050405020304" pitchFamily="18" charset="0"/>
                  <a:ea typeface="仿宋_GB2312"/>
                  <a:cs typeface="仿宋_GB2312"/>
                </a:rPr>
                <a:t>民族节日：民族文化的集中展示</a:t>
              </a:r>
              <a:endParaRPr lang="zh-CN" altLang="en-US" sz="2700" b="1">
                <a:latin typeface="Times New Roman" panose="02020603050405020304" pitchFamily="18" charset="0"/>
                <a:ea typeface="仿宋_GB2312"/>
                <a:cs typeface="仿宋_GB2312"/>
              </a:endParaRPr>
            </a:p>
          </p:txBody>
        </p:sp>
        <p:sp>
          <p:nvSpPr>
            <p:cNvPr id="38922" name="Rectangle 9"/>
            <p:cNvSpPr>
              <a:spLocks noChangeArrowheads="1"/>
            </p:cNvSpPr>
            <p:nvPr/>
          </p:nvSpPr>
          <p:spPr bwMode="auto">
            <a:xfrm>
              <a:off x="2736" y="704"/>
              <a:ext cx="2223" cy="52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r>
                <a:rPr lang="zh-CN" altLang="en-US" sz="2700" b="1">
                  <a:latin typeface="Times New Roman" panose="02020603050405020304" pitchFamily="18" charset="0"/>
                  <a:ea typeface="仿宋_GB2312"/>
                  <a:cs typeface="仿宋_GB2312"/>
                </a:rPr>
                <a:t>文化遗产：民族历史文化成就</a:t>
              </a:r>
              <a:endParaRPr lang="zh-CN" altLang="en-US" sz="2700" b="1">
                <a:latin typeface="Times New Roman" panose="02020603050405020304" pitchFamily="18" charset="0"/>
                <a:ea typeface="仿宋_GB2312"/>
                <a:cs typeface="仿宋_GB2312"/>
              </a:endParaRPr>
            </a:p>
            <a:p>
              <a:r>
                <a:rPr lang="zh-CN" altLang="en-US" sz="2700" b="1">
                  <a:latin typeface="Times New Roman" panose="02020603050405020304" pitchFamily="18" charset="0"/>
                  <a:ea typeface="仿宋_GB2312"/>
                  <a:cs typeface="仿宋_GB2312"/>
                </a:rPr>
                <a:t>的重要标志</a:t>
              </a:r>
              <a:endParaRPr lang="zh-CN" altLang="en-US" sz="2700" b="1">
                <a:latin typeface="Times New Roman" panose="02020603050405020304" pitchFamily="18" charset="0"/>
                <a:ea typeface="仿宋_GB2312"/>
                <a:cs typeface="仿宋_GB2312"/>
              </a:endParaRPr>
            </a:p>
          </p:txBody>
        </p:sp>
        <p:sp>
          <p:nvSpPr>
            <p:cNvPr id="38923" name="Rectangle 10"/>
            <p:cNvSpPr>
              <a:spLocks noChangeArrowheads="1"/>
            </p:cNvSpPr>
            <p:nvPr/>
          </p:nvSpPr>
          <p:spPr bwMode="auto">
            <a:xfrm>
              <a:off x="2754" y="1453"/>
              <a:ext cx="2223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r>
                <a:rPr lang="zh-CN" altLang="en-US" sz="2700" b="1">
                  <a:latin typeface="Times New Roman" panose="02020603050405020304" pitchFamily="18" charset="0"/>
                  <a:ea typeface="仿宋_GB2312"/>
                  <a:cs typeface="仿宋_GB2312"/>
                </a:rPr>
                <a:t>文化多样性及表现</a:t>
              </a:r>
              <a:endParaRPr lang="zh-CN" altLang="en-US" sz="2700" b="1">
                <a:latin typeface="Times New Roman" panose="02020603050405020304" pitchFamily="18" charset="0"/>
                <a:ea typeface="仿宋_GB2312"/>
                <a:cs typeface="仿宋_GB2312"/>
              </a:endParaRPr>
            </a:p>
          </p:txBody>
        </p:sp>
        <p:sp>
          <p:nvSpPr>
            <p:cNvPr id="38924" name="Rectangle 11"/>
            <p:cNvSpPr>
              <a:spLocks noChangeArrowheads="1"/>
            </p:cNvSpPr>
            <p:nvPr/>
          </p:nvSpPr>
          <p:spPr bwMode="auto">
            <a:xfrm>
              <a:off x="2754" y="2088"/>
              <a:ext cx="2223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r>
                <a:rPr lang="zh-CN" altLang="en-US" sz="2700" b="1">
                  <a:latin typeface="Times New Roman" panose="02020603050405020304" pitchFamily="18" charset="0"/>
                  <a:ea typeface="仿宋_GB2312"/>
                  <a:cs typeface="仿宋_GB2312"/>
                </a:rPr>
                <a:t>民族文化与世界文化的关系</a:t>
              </a:r>
              <a:endParaRPr lang="zh-CN" altLang="en-US" sz="2700" b="1">
                <a:latin typeface="Times New Roman" panose="02020603050405020304" pitchFamily="18" charset="0"/>
                <a:ea typeface="仿宋_GB2312"/>
                <a:cs typeface="仿宋_GB2312"/>
              </a:endParaRPr>
            </a:p>
          </p:txBody>
        </p:sp>
        <p:sp>
          <p:nvSpPr>
            <p:cNvPr id="38925" name="Rectangle 12"/>
            <p:cNvSpPr>
              <a:spLocks noChangeArrowheads="1"/>
            </p:cNvSpPr>
            <p:nvPr/>
          </p:nvSpPr>
          <p:spPr bwMode="auto">
            <a:xfrm>
              <a:off x="2754" y="3086"/>
              <a:ext cx="2223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r>
                <a:rPr lang="zh-CN" altLang="en-US" sz="2700" b="1" dirty="0">
                  <a:latin typeface="Times New Roman" panose="02020603050405020304" pitchFamily="18" charset="0"/>
                  <a:ea typeface="仿宋_GB2312"/>
                  <a:cs typeface="仿宋_GB2312"/>
                </a:rPr>
                <a:t>尊重文化多样性的意义</a:t>
              </a:r>
              <a:endParaRPr lang="zh-CN" altLang="en-US" sz="2700" b="1" dirty="0">
                <a:latin typeface="Times New Roman" panose="02020603050405020304" pitchFamily="18" charset="0"/>
                <a:ea typeface="仿宋_GB2312"/>
                <a:cs typeface="仿宋_GB2312"/>
              </a:endParaRPr>
            </a:p>
          </p:txBody>
        </p:sp>
        <p:sp>
          <p:nvSpPr>
            <p:cNvPr id="38926" name="Rectangle 13"/>
            <p:cNvSpPr>
              <a:spLocks noChangeArrowheads="1"/>
            </p:cNvSpPr>
            <p:nvPr/>
          </p:nvSpPr>
          <p:spPr bwMode="auto">
            <a:xfrm>
              <a:off x="2754" y="3494"/>
              <a:ext cx="2223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r>
                <a:rPr lang="zh-CN" altLang="en-US" sz="2700" b="1">
                  <a:latin typeface="Times New Roman" panose="02020603050405020304" pitchFamily="18" charset="0"/>
                  <a:ea typeface="仿宋_GB2312"/>
                  <a:cs typeface="仿宋_GB2312"/>
                </a:rPr>
                <a:t>尊重文化多样性的原则</a:t>
              </a:r>
              <a:endParaRPr lang="zh-CN" altLang="en-US" sz="2700" b="1">
                <a:latin typeface="Times New Roman" panose="02020603050405020304" pitchFamily="18" charset="0"/>
                <a:ea typeface="仿宋_GB2312"/>
                <a:cs typeface="仿宋_GB2312"/>
              </a:endParaRPr>
            </a:p>
          </p:txBody>
        </p:sp>
        <p:sp>
          <p:nvSpPr>
            <p:cNvPr id="38927" name="Line 14"/>
            <p:cNvSpPr>
              <a:spLocks noChangeShapeType="1"/>
            </p:cNvSpPr>
            <p:nvPr/>
          </p:nvSpPr>
          <p:spPr bwMode="auto">
            <a:xfrm>
              <a:off x="741" y="636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8" name="Line 15"/>
            <p:cNvSpPr>
              <a:spLocks noChangeShapeType="1"/>
            </p:cNvSpPr>
            <p:nvPr/>
          </p:nvSpPr>
          <p:spPr bwMode="auto">
            <a:xfrm>
              <a:off x="378" y="1951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9" name="Line 16"/>
            <p:cNvSpPr>
              <a:spLocks noChangeShapeType="1"/>
            </p:cNvSpPr>
            <p:nvPr/>
          </p:nvSpPr>
          <p:spPr bwMode="auto">
            <a:xfrm>
              <a:off x="741" y="3403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0" name="Line 17"/>
            <p:cNvSpPr>
              <a:spLocks noChangeShapeType="1"/>
            </p:cNvSpPr>
            <p:nvPr/>
          </p:nvSpPr>
          <p:spPr bwMode="auto">
            <a:xfrm>
              <a:off x="741" y="636"/>
              <a:ext cx="0" cy="27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1" name="Line 18"/>
            <p:cNvSpPr>
              <a:spLocks noChangeShapeType="1"/>
            </p:cNvSpPr>
            <p:nvPr/>
          </p:nvSpPr>
          <p:spPr bwMode="auto">
            <a:xfrm>
              <a:off x="378" y="1951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2" name="Line 19"/>
            <p:cNvSpPr>
              <a:spLocks noChangeShapeType="1"/>
            </p:cNvSpPr>
            <p:nvPr/>
          </p:nvSpPr>
          <p:spPr bwMode="auto">
            <a:xfrm>
              <a:off x="2555" y="273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3" name="Line 20"/>
            <p:cNvSpPr>
              <a:spLocks noChangeShapeType="1"/>
            </p:cNvSpPr>
            <p:nvPr/>
          </p:nvSpPr>
          <p:spPr bwMode="auto">
            <a:xfrm>
              <a:off x="2555" y="999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4" name="Line 21"/>
            <p:cNvSpPr>
              <a:spLocks noChangeShapeType="1"/>
            </p:cNvSpPr>
            <p:nvPr/>
          </p:nvSpPr>
          <p:spPr bwMode="auto">
            <a:xfrm>
              <a:off x="2555" y="273"/>
              <a:ext cx="0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5" name="Line 22"/>
            <p:cNvSpPr>
              <a:spLocks noChangeShapeType="1"/>
            </p:cNvSpPr>
            <p:nvPr/>
          </p:nvSpPr>
          <p:spPr bwMode="auto">
            <a:xfrm>
              <a:off x="2573" y="1680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6" name="Line 23"/>
            <p:cNvSpPr>
              <a:spLocks noChangeShapeType="1"/>
            </p:cNvSpPr>
            <p:nvPr/>
          </p:nvSpPr>
          <p:spPr bwMode="auto">
            <a:xfrm>
              <a:off x="2573" y="2269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7" name="Line 24"/>
            <p:cNvSpPr>
              <a:spLocks noChangeShapeType="1"/>
            </p:cNvSpPr>
            <p:nvPr/>
          </p:nvSpPr>
          <p:spPr bwMode="auto">
            <a:xfrm>
              <a:off x="2573" y="1680"/>
              <a:ext cx="0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8" name="Line 25"/>
            <p:cNvSpPr>
              <a:spLocks noChangeShapeType="1"/>
            </p:cNvSpPr>
            <p:nvPr/>
          </p:nvSpPr>
          <p:spPr bwMode="auto">
            <a:xfrm>
              <a:off x="2237" y="1951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9" name="Line 26"/>
            <p:cNvSpPr>
              <a:spLocks noChangeShapeType="1"/>
            </p:cNvSpPr>
            <p:nvPr/>
          </p:nvSpPr>
          <p:spPr bwMode="auto">
            <a:xfrm>
              <a:off x="2283" y="636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0" name="Line 27"/>
            <p:cNvSpPr>
              <a:spLocks noChangeShapeType="1"/>
            </p:cNvSpPr>
            <p:nvPr/>
          </p:nvSpPr>
          <p:spPr bwMode="auto">
            <a:xfrm>
              <a:off x="2573" y="3267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1" name="Line 28"/>
            <p:cNvSpPr>
              <a:spLocks noChangeShapeType="1"/>
            </p:cNvSpPr>
            <p:nvPr/>
          </p:nvSpPr>
          <p:spPr bwMode="auto">
            <a:xfrm>
              <a:off x="2573" y="3675"/>
              <a:ext cx="1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2" name="Line 29"/>
            <p:cNvSpPr>
              <a:spLocks noChangeShapeType="1"/>
            </p:cNvSpPr>
            <p:nvPr/>
          </p:nvSpPr>
          <p:spPr bwMode="auto">
            <a:xfrm flipH="1">
              <a:off x="2573" y="2904"/>
              <a:ext cx="0" cy="7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3" name="Line 30"/>
            <p:cNvSpPr>
              <a:spLocks noChangeShapeType="1"/>
            </p:cNvSpPr>
            <p:nvPr/>
          </p:nvSpPr>
          <p:spPr bwMode="auto">
            <a:xfrm>
              <a:off x="2237" y="335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8915" name="Line 31"/>
          <p:cNvSpPr>
            <a:spLocks noChangeShapeType="1"/>
          </p:cNvSpPr>
          <p:nvPr/>
        </p:nvSpPr>
        <p:spPr bwMode="auto">
          <a:xfrm>
            <a:off x="6218767" y="4872987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lIns="121917" tIns="60958" rIns="121917" bIns="60958"/>
          <a:lstStyle/>
          <a:p>
            <a:endParaRPr lang="zh-CN" altLang="en-US"/>
          </a:p>
        </p:txBody>
      </p:sp>
      <p:sp>
        <p:nvSpPr>
          <p:cNvPr id="38916" name="Rectangle 32"/>
          <p:cNvSpPr>
            <a:spLocks noChangeArrowheads="1"/>
          </p:cNvSpPr>
          <p:nvPr/>
        </p:nvSpPr>
        <p:spPr bwMode="auto">
          <a:xfrm>
            <a:off x="6629400" y="4460902"/>
            <a:ext cx="4775200" cy="57573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 lIns="121917" tIns="60958" rIns="121917" bIns="60958" anchor="ctr"/>
          <a:lstStyle/>
          <a:p>
            <a:r>
              <a:rPr lang="zh-CN" altLang="en-US" sz="2700" b="1" dirty="0">
                <a:latin typeface="Times New Roman" panose="02020603050405020304" pitchFamily="18" charset="0"/>
                <a:ea typeface="仿宋_GB2312"/>
                <a:cs typeface="仿宋_GB2312"/>
              </a:rPr>
              <a:t>对待文化多样性的正确态度</a:t>
            </a:r>
            <a:endParaRPr lang="zh-CN" altLang="en-US" sz="2700" b="1" dirty="0">
              <a:latin typeface="Times New Roman" panose="02020603050405020304" pitchFamily="18" charset="0"/>
              <a:ea typeface="仿宋_GB2312"/>
              <a:cs typeface="仿宋_GB2312"/>
            </a:endParaRPr>
          </a:p>
        </p:txBody>
      </p:sp>
      <p:sp>
        <p:nvSpPr>
          <p:cNvPr id="38917" name="Text Box 34"/>
          <p:cNvSpPr txBox="1">
            <a:spLocks noChangeArrowheads="1"/>
          </p:cNvSpPr>
          <p:nvPr/>
        </p:nvSpPr>
        <p:spPr bwMode="auto">
          <a:xfrm>
            <a:off x="634316" y="1062802"/>
            <a:ext cx="815602" cy="36745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eaVert" lIns="121917" tIns="60958" rIns="121917" bIns="60958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7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世界文化多样性</a:t>
            </a:r>
            <a:endParaRPr lang="zh-CN" altLang="en-US" sz="3700" b="1" dirty="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LARGE_SHAPE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LARGE_SHAPE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LARGE_SHAPE" val="1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7241"/>
</p:tagLst>
</file>

<file path=ppt/tags/tag102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724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TEMPLATE_SUBCATEGORY" val="0"/>
  <p:tag name="KSO_WM_TAG_VERSION" val="1.0"/>
  <p:tag name="KSO_WM_BEAUTIFY_FLAG" val="#wm#"/>
  <p:tag name="KSO_WM_TEMPLATE_CATEGORY" val="custom"/>
  <p:tag name="KSO_WM_TEMPLATE_INDEX" val="20197241"/>
  <p:tag name="KSO_WM_TEMPLATE_THUMBS_INDEX" val="1、5、7、8"/>
  <p:tag name="KSO_WM_UNIT_SHOW_EDIT_AREA_INDICATION" val="0"/>
</p:tagLst>
</file>

<file path=ppt/tags/tag107.xml><?xml version="1.0" encoding="utf-8"?>
<p:tagLst xmlns:p="http://schemas.openxmlformats.org/presentationml/2006/main">
  <p:tag name="KSO_WM_SLIDE_ID" val="custom20197241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7241"/>
  <p:tag name="KSO_WM_SLIDE_LAYOUT" val="a_b"/>
  <p:tag name="KSO_WM_SLIDE_LAYOUT_CNT" val="1_3"/>
  <p:tag name="KSO_WM_TEMPLATE_THUMBS_INDEX" val="1、5、7、8"/>
  <p:tag name="KSO_WM_SLIDE_MODEL_TYPE" val="cover"/>
</p:tagLst>
</file>

<file path=ppt/theme/theme1.xml><?xml version="1.0" encoding="utf-8"?>
<a:theme xmlns:a="http://schemas.openxmlformats.org/drawingml/2006/main" name="1_Office 主题​​">
  <a:themeElements>
    <a:clrScheme name="1.1.1.1.1.20197241">
      <a:dk1>
        <a:srgbClr val="000000"/>
      </a:dk1>
      <a:lt1>
        <a:srgbClr val="FFFFFF"/>
      </a:lt1>
      <a:dk2>
        <a:srgbClr val="EE6D1C"/>
      </a:dk2>
      <a:lt2>
        <a:srgbClr val="FFFFFF"/>
      </a:lt2>
      <a:accent1>
        <a:srgbClr val="EE6D1C"/>
      </a:accent1>
      <a:accent2>
        <a:srgbClr val="F8A248"/>
      </a:accent2>
      <a:accent3>
        <a:srgbClr val="FFCA77"/>
      </a:accent3>
      <a:accent4>
        <a:srgbClr val="40E0D0"/>
      </a:accent4>
      <a:accent5>
        <a:srgbClr val="A9F7D3"/>
      </a:accent5>
      <a:accent6>
        <a:srgbClr val="6ED8F2"/>
      </a:accent6>
      <a:hlink>
        <a:srgbClr val="37BEF9"/>
      </a:hlink>
      <a:folHlink>
        <a:srgbClr val="AC6AA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1045</Words>
  <Application>WPS 演示</Application>
  <PresentationFormat>自定义</PresentationFormat>
  <Paragraphs>183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汉仪旗黑-85S</vt:lpstr>
      <vt:lpstr>黑体</vt:lpstr>
      <vt:lpstr>Calibri</vt:lpstr>
      <vt:lpstr>隶书</vt:lpstr>
      <vt:lpstr>Wingdings 2</vt:lpstr>
      <vt:lpstr>华文行楷</vt:lpstr>
      <vt:lpstr>Arial Unicode MS</vt:lpstr>
      <vt:lpstr>Times New Roman</vt:lpstr>
      <vt:lpstr>汉仪菱心体简</vt:lpstr>
      <vt:lpstr>Comic Sans MS</vt:lpstr>
      <vt:lpstr>楷体_GB2312</vt:lpstr>
      <vt:lpstr>新宋体</vt:lpstr>
      <vt:lpstr>仿宋_GB2312</vt:lpstr>
      <vt:lpstr>仿宋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1.含义:</vt:lpstr>
      <vt:lpstr>PowerPoint 演示文稿</vt:lpstr>
      <vt:lpstr>PowerPoint 演示文稿</vt:lpstr>
      <vt:lpstr>PowerPoint 演示文稿</vt:lpstr>
      <vt:lpstr>PowerPoint 演示文稿</vt:lpstr>
      <vt:lpstr>万里长城 （中华民族坚不可摧永世长存精神的体现）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9.2世界多极化： 深入发展</dc:title>
  <dc:creator/>
  <cp:lastModifiedBy>admin</cp:lastModifiedBy>
  <cp:revision>78</cp:revision>
  <dcterms:created xsi:type="dcterms:W3CDTF">2019-06-16T07:32:00Z</dcterms:created>
  <dcterms:modified xsi:type="dcterms:W3CDTF">2020-09-11T07:57:50Z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2052-11.1.0.9926</vt:lpwstr>
  </property>
</Properties>
</file>