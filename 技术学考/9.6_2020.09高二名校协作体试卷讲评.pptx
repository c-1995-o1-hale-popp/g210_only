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gif" ContentType="image/gif"/>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72" r:id="rId5"/>
    <p:sldId id="258" r:id="rId6"/>
    <p:sldId id="274" r:id="rId7"/>
    <p:sldId id="275" r:id="rId8"/>
    <p:sldId id="276" r:id="rId9"/>
    <p:sldId id="277" r:id="rId10"/>
    <p:sldId id="259" r:id="rId11"/>
    <p:sldId id="279" r:id="rId12"/>
    <p:sldId id="260" r:id="rId13"/>
    <p:sldId id="261" r:id="rId14"/>
    <p:sldId id="281" r:id="rId15"/>
    <p:sldId id="262" r:id="rId16"/>
    <p:sldId id="263" r:id="rId17"/>
    <p:sldId id="264" r:id="rId18"/>
    <p:sldId id="265" r:id="rId19"/>
    <p:sldId id="266" r:id="rId20"/>
    <p:sldId id="292" r:id="rId21"/>
    <p:sldId id="293" r:id="rId22"/>
    <p:sldId id="294" r:id="rId23"/>
    <p:sldId id="267" r:id="rId24"/>
    <p:sldId id="268" r:id="rId25"/>
    <p:sldId id="269" r:id="rId26"/>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nchorCtr="0"/>
          <a:p>
            <a:pPr lvl="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png"/><Relationship Id="rId7" Type="http://schemas.openxmlformats.org/officeDocument/2006/relationships/oleObject" Target="../embeddings/oleObject5.bin"/><Relationship Id="rId6" Type="http://schemas.openxmlformats.org/officeDocument/2006/relationships/image" Target="../media/image6.png"/><Relationship Id="rId5" Type="http://schemas.openxmlformats.org/officeDocument/2006/relationships/oleObject" Target="../embeddings/oleObject4.bin"/><Relationship Id="rId4" Type="http://schemas.openxmlformats.org/officeDocument/2006/relationships/image" Target="../media/image5.png"/><Relationship Id="rId3" Type="http://schemas.openxmlformats.org/officeDocument/2006/relationships/oleObject" Target="../embeddings/oleObject3.bin"/><Relationship Id="rId2" Type="http://schemas.openxmlformats.org/officeDocument/2006/relationships/image" Target="../media/image4.png"/><Relationship Id="rId10" Type="http://schemas.openxmlformats.org/officeDocument/2006/relationships/vmlDrawing" Target="../drawings/vmlDrawing2.vml"/><Relationship Id="rId1"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GIF"/><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7.jpeg"/><Relationship Id="rId1"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9" name="文本框 1"/>
          <p:cNvSpPr txBox="1"/>
          <p:nvPr/>
        </p:nvSpPr>
        <p:spPr>
          <a:xfrm>
            <a:off x="1495425" y="1857375"/>
            <a:ext cx="6153150" cy="1936750"/>
          </a:xfrm>
          <a:prstGeom prst="rect">
            <a:avLst/>
          </a:prstGeom>
          <a:noFill/>
          <a:ln w="9525">
            <a:noFill/>
          </a:ln>
        </p:spPr>
        <p:txBody>
          <a:bodyPr wrap="square" anchor="t" anchorCtr="0">
            <a:spAutoFit/>
          </a:bodyPr>
          <a:p>
            <a:pPr algn="ctr"/>
            <a:r>
              <a:rPr lang="zh-CN" altLang="en-US" sz="6000">
                <a:latin typeface="Arial" panose="020B0604020202020204" pitchFamily="34" charset="0"/>
                <a:ea typeface="宋体" panose="02010600030101010101" pitchFamily="2" charset="-122"/>
              </a:rPr>
              <a:t>高二名校协作体试卷讲评</a:t>
            </a:r>
            <a:endParaRPr lang="zh-CN" altLang="en-US" sz="6000">
              <a:latin typeface="Arial" panose="020B0604020202020204" pitchFamily="34" charset="0"/>
              <a:ea typeface="宋体" panose="02010600030101010101" pitchFamily="2" charset="-122"/>
            </a:endParaRPr>
          </a:p>
        </p:txBody>
      </p:sp>
      <p:sp>
        <p:nvSpPr>
          <p:cNvPr id="2050" name="文本框 2"/>
          <p:cNvSpPr txBox="1"/>
          <p:nvPr/>
        </p:nvSpPr>
        <p:spPr>
          <a:xfrm>
            <a:off x="3205163" y="4735513"/>
            <a:ext cx="2951162" cy="644525"/>
          </a:xfrm>
          <a:prstGeom prst="rect">
            <a:avLst/>
          </a:prstGeom>
          <a:noFill/>
          <a:ln w="9525">
            <a:noFill/>
          </a:ln>
        </p:spPr>
        <p:txBody>
          <a:bodyPr wrap="square" anchor="t" anchorCtr="0">
            <a:spAutoFit/>
          </a:bodyPr>
          <a:p>
            <a:pPr algn="ctr"/>
            <a:r>
              <a:rPr lang="en-US" altLang="zh-CN" sz="3600">
                <a:latin typeface="Arial" panose="020B0604020202020204" pitchFamily="34" charset="0"/>
                <a:ea typeface="宋体" panose="02010600030101010101" pitchFamily="2" charset="-122"/>
              </a:rPr>
              <a:t>2020.9.2</a:t>
            </a:r>
            <a:endParaRPr lang="en-US" altLang="zh-CN" sz="3600">
              <a:latin typeface="Arial" panose="020B0604020202020204" pitchFamily="34" charset="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文本框 1"/>
          <p:cNvSpPr txBox="1"/>
          <p:nvPr/>
        </p:nvSpPr>
        <p:spPr>
          <a:xfrm>
            <a:off x="144463" y="225425"/>
            <a:ext cx="8707437" cy="1198563"/>
          </a:xfrm>
          <a:prstGeom prst="rect">
            <a:avLst/>
          </a:prstGeom>
          <a:noFill/>
          <a:ln w="9525">
            <a:noFill/>
          </a:ln>
        </p:spPr>
        <p:txBody>
          <a:bodyPr wrap="square" anchor="t" anchorCtr="0">
            <a:spAutoFit/>
          </a:bodyPr>
          <a:p>
            <a:r>
              <a:rPr lang="zh-CN" altLang="en-US" sz="2400">
                <a:latin typeface="Arial" panose="020B0604020202020204" pitchFamily="34" charset="0"/>
                <a:ea typeface="宋体" panose="02010600030101010101" pitchFamily="2" charset="-122"/>
              </a:rPr>
              <a:t>3.如图所示的儿童自行车头设计的尺寸中，主要考虑人体动态尺寸的是</a:t>
            </a:r>
            <a:endParaRPr lang="zh-CN" altLang="en-US" sz="2400">
              <a:latin typeface="Arial" panose="020B0604020202020204" pitchFamily="34" charset="0"/>
              <a:ea typeface="宋体" panose="02010600030101010101" pitchFamily="2" charset="-122"/>
            </a:endParaRPr>
          </a:p>
          <a:p>
            <a:r>
              <a:rPr lang="zh-CN" altLang="en-US" sz="2400">
                <a:latin typeface="Arial" panose="020B0604020202020204" pitchFamily="34" charset="0"/>
                <a:ea typeface="宋体" panose="02010600030101010101" pitchFamily="2" charset="-122"/>
              </a:rPr>
              <a:t>A．①         B. ②          C. ③         </a:t>
            </a:r>
            <a:r>
              <a:rPr lang="zh-CN" altLang="en-US" sz="2400">
                <a:solidFill>
                  <a:srgbClr val="FF0000"/>
                </a:solidFill>
                <a:latin typeface="Arial" panose="020B0604020202020204" pitchFamily="34" charset="0"/>
                <a:ea typeface="宋体" panose="02010600030101010101" pitchFamily="2" charset="-122"/>
              </a:rPr>
              <a:t>  D.  ④</a:t>
            </a:r>
            <a:endParaRPr lang="zh-CN" altLang="en-US" sz="2400">
              <a:solidFill>
                <a:srgbClr val="FF0000"/>
              </a:solidFill>
              <a:latin typeface="Arial" panose="020B0604020202020204" pitchFamily="34" charset="0"/>
              <a:ea typeface="宋体" panose="02010600030101010101" pitchFamily="2" charset="-122"/>
            </a:endParaRPr>
          </a:p>
        </p:txBody>
      </p:sp>
      <p:pic>
        <p:nvPicPr>
          <p:cNvPr id="3074" name="图片 79"/>
          <p:cNvPicPr>
            <a:picLocks noChangeAspect="1"/>
          </p:cNvPicPr>
          <p:nvPr/>
        </p:nvPicPr>
        <p:blipFill>
          <a:blip r:embed="rId1"/>
          <a:stretch>
            <a:fillRect/>
          </a:stretch>
        </p:blipFill>
        <p:spPr>
          <a:xfrm>
            <a:off x="57150" y="1522413"/>
            <a:ext cx="9086850" cy="238125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1"/>
          <p:cNvSpPr txBox="1"/>
          <p:nvPr/>
        </p:nvSpPr>
        <p:spPr>
          <a:xfrm>
            <a:off x="304800" y="239713"/>
            <a:ext cx="8613775" cy="1568450"/>
          </a:xfrm>
          <a:prstGeom prst="rect">
            <a:avLst/>
          </a:prstGeom>
          <a:noFill/>
          <a:ln w="9525">
            <a:noFill/>
          </a:ln>
        </p:spPr>
        <p:txBody>
          <a:bodyPr wrap="square" anchor="t" anchorCtr="0">
            <a:spAutoFit/>
          </a:bodyPr>
          <a:p>
            <a:r>
              <a:rPr lang="en-US" altLang="zh-CN" sz="2400" b="1">
                <a:latin typeface="Arial" panose="020B0604020202020204" pitchFamily="34" charset="0"/>
                <a:ea typeface="宋体" panose="02010600030101010101" pitchFamily="2" charset="-122"/>
              </a:rPr>
              <a:t>       </a:t>
            </a:r>
            <a:r>
              <a:rPr lang="zh-CN" altLang="en-US" sz="2400" b="1">
                <a:solidFill>
                  <a:srgbClr val="FF0000"/>
                </a:solidFill>
                <a:latin typeface="Arial" panose="020B0604020202020204" pitchFamily="34" charset="0"/>
                <a:ea typeface="宋体" panose="02010600030101010101" pitchFamily="2" charset="-122"/>
              </a:rPr>
              <a:t>静态尺寸</a:t>
            </a:r>
            <a:r>
              <a:rPr lang="zh-CN" altLang="en-US" sz="2400" b="1">
                <a:latin typeface="Arial" panose="020B0604020202020204" pitchFamily="34" charset="0"/>
                <a:ea typeface="宋体" panose="02010600030101010101" pitchFamily="2" charset="-122"/>
              </a:rPr>
              <a:t>又称结构尺寸，是人体处于相对静止状态下所测得的尺寸，如头、躯干及手足四肢的标准位置等。静态尺寸计测可在立姿、坐姿、跪姿；和卧姿四种形态上进行，这些姿势均有人体结构上的基本尺度。</a:t>
            </a:r>
            <a:endParaRPr lang="zh-CN" altLang="en-US" sz="2400" b="1">
              <a:latin typeface="Arial" panose="020B0604020202020204" pitchFamily="34" charset="0"/>
              <a:ea typeface="宋体" panose="02010600030101010101" pitchFamily="2" charset="-122"/>
            </a:endParaRPr>
          </a:p>
        </p:txBody>
      </p:sp>
      <p:sp>
        <p:nvSpPr>
          <p:cNvPr id="4098" name="文本框 2"/>
          <p:cNvSpPr txBox="1"/>
          <p:nvPr/>
        </p:nvSpPr>
        <p:spPr>
          <a:xfrm>
            <a:off x="417513" y="2217738"/>
            <a:ext cx="8308975" cy="3784600"/>
          </a:xfrm>
          <a:prstGeom prst="rect">
            <a:avLst/>
          </a:prstGeom>
          <a:noFill/>
          <a:ln w="9525">
            <a:noFill/>
          </a:ln>
        </p:spPr>
        <p:txBody>
          <a:bodyPr wrap="square" anchor="t" anchorCtr="0">
            <a:spAutoFit/>
          </a:bodyPr>
          <a:p>
            <a:r>
              <a:rPr lang="en-US" altLang="zh-CN" sz="2400" b="1">
                <a:latin typeface="Arial" panose="020B0604020202020204" pitchFamily="34" charset="0"/>
                <a:ea typeface="宋体" panose="02010600030101010101" pitchFamily="2" charset="-122"/>
              </a:rPr>
              <a:t>      </a:t>
            </a:r>
            <a:r>
              <a:rPr lang="en-US" altLang="zh-CN" sz="2400" b="1">
                <a:solidFill>
                  <a:srgbClr val="FF0000"/>
                </a:solidFill>
                <a:latin typeface="Arial" panose="020B0604020202020204" pitchFamily="34" charset="0"/>
                <a:ea typeface="宋体" panose="02010600030101010101" pitchFamily="2" charset="-122"/>
              </a:rPr>
              <a:t> </a:t>
            </a:r>
            <a:r>
              <a:rPr lang="zh-CN" altLang="en-US" sz="2400" b="1">
                <a:solidFill>
                  <a:srgbClr val="FF0000"/>
                </a:solidFill>
                <a:latin typeface="Arial" panose="020B0604020202020204" pitchFamily="34" charset="0"/>
                <a:ea typeface="宋体" panose="02010600030101010101" pitchFamily="2" charset="-122"/>
              </a:rPr>
              <a:t>动态尺寸</a:t>
            </a:r>
            <a:r>
              <a:rPr lang="zh-CN" altLang="en-US" sz="2400" b="1">
                <a:latin typeface="Arial" panose="020B0604020202020204" pitchFamily="34" charset="0"/>
                <a:ea typeface="宋体" panose="02010600030101010101" pitchFamily="2" charset="-122"/>
              </a:rPr>
              <a:t>又称机能尺寸，是受测者处于执行各种动作或进行各种体能动作中各个部位的尺寸值，以及动作幅度所占空间的尺寸。在现实生活中，人体的运动往往通过水平或垂直的一两种以上的复合动作来达到目标，从而形成了动态的“立体作业范围”。</a:t>
            </a:r>
            <a:endParaRPr lang="zh-CN" altLang="en-US" sz="2400" b="1">
              <a:latin typeface="Arial" panose="020B0604020202020204" pitchFamily="34" charset="0"/>
              <a:ea typeface="宋体" panose="02010600030101010101" pitchFamily="2" charset="-122"/>
            </a:endParaRPr>
          </a:p>
          <a:p>
            <a:r>
              <a:rPr lang="zh-CN" altLang="en-US" sz="2400" b="1">
                <a:latin typeface="Arial" panose="020B0604020202020204" pitchFamily="34" charset="0"/>
                <a:ea typeface="宋体" panose="02010600030101010101" pitchFamily="2" charset="-122"/>
              </a:rPr>
              <a:t>       例如，人流通道宽度设计，以人流量确定人流通道宽度的人体工学数据为：单人行走所需尺寸是76～90cm，双人通道两人并肩而行互不接触所需尺寸是140～172cm，三人通道所需尺寸是200～240cm，四人通道所需尺寸是230～280cm。通道越宽，人均面积就越小。</a:t>
            </a:r>
            <a:endParaRPr lang="zh-CN" altLang="en-US" sz="2400" b="1">
              <a:latin typeface="Arial" panose="020B0604020202020204" pitchFamily="34" charset="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1"/>
          <p:cNvSpPr txBox="1"/>
          <p:nvPr/>
        </p:nvSpPr>
        <p:spPr>
          <a:xfrm>
            <a:off x="238125" y="182563"/>
            <a:ext cx="8534400" cy="522287"/>
          </a:xfrm>
          <a:prstGeom prst="rect">
            <a:avLst/>
          </a:prstGeom>
          <a:noFill/>
          <a:ln w="9525">
            <a:noFill/>
          </a:ln>
        </p:spPr>
        <p:txBody>
          <a:bodyPr wrap="square" anchor="t" anchorCtr="0">
            <a:spAutoFit/>
          </a:bodyPr>
          <a:p>
            <a:r>
              <a:rPr lang="zh-CN" altLang="en-US" sz="2800">
                <a:latin typeface="Arial" panose="020B0604020202020204" pitchFamily="34" charset="0"/>
                <a:ea typeface="宋体" panose="02010600030101010101" pitchFamily="2" charset="-122"/>
              </a:rPr>
              <a:t>6.该零件的视图正确且符合尺寸标注基本要求的是</a:t>
            </a:r>
            <a:endParaRPr lang="zh-CN" altLang="en-US" sz="2800">
              <a:latin typeface="Arial" panose="020B0604020202020204" pitchFamily="34" charset="0"/>
              <a:ea typeface="宋体" panose="02010600030101010101" pitchFamily="2" charset="-122"/>
            </a:endParaRPr>
          </a:p>
        </p:txBody>
      </p:sp>
      <p:pic>
        <p:nvPicPr>
          <p:cNvPr id="5122" name="图片 11" descr="C:/Users/hp80909/AppData/Local/Temp/kaimatting/20200826142502/output_aiMatting_20200826142528.pngoutput_aiMatting_20200826142528"/>
          <p:cNvPicPr>
            <a:picLocks noChangeAspect="1"/>
          </p:cNvPicPr>
          <p:nvPr/>
        </p:nvPicPr>
        <p:blipFill>
          <a:blip r:embed="rId1"/>
          <a:stretch>
            <a:fillRect/>
          </a:stretch>
        </p:blipFill>
        <p:spPr>
          <a:xfrm>
            <a:off x="117475" y="889000"/>
            <a:ext cx="8909050" cy="4535488"/>
          </a:xfrm>
          <a:prstGeom prst="rect">
            <a:avLst/>
          </a:prstGeom>
          <a:noFill/>
          <a:ln w="9525">
            <a:noFill/>
          </a:ln>
        </p:spPr>
      </p:pic>
      <p:sp>
        <p:nvSpPr>
          <p:cNvPr id="3" name="矩形 2"/>
          <p:cNvSpPr/>
          <p:nvPr/>
        </p:nvSpPr>
        <p:spPr>
          <a:xfrm>
            <a:off x="107950" y="889000"/>
            <a:ext cx="3132138" cy="225742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4" name="文本框 3"/>
          <p:cNvSpPr txBox="1"/>
          <p:nvPr/>
        </p:nvSpPr>
        <p:spPr>
          <a:xfrm>
            <a:off x="996950" y="5768975"/>
            <a:ext cx="7415213" cy="522288"/>
          </a:xfrm>
          <a:prstGeom prst="rect">
            <a:avLst/>
          </a:prstGeom>
          <a:noFill/>
          <a:ln w="9525">
            <a:noFill/>
          </a:ln>
        </p:spPr>
        <p:txBody>
          <a:bodyPr wrap="square" anchor="t" anchorCtr="0">
            <a:spAutoFit/>
          </a:bodyPr>
          <a:p>
            <a:r>
              <a:rPr lang="zh-CN" altLang="en-US" sz="2800">
                <a:solidFill>
                  <a:srgbClr val="FF0000"/>
                </a:solidFill>
                <a:latin typeface="Arial" panose="020B0604020202020204" pitchFamily="34" charset="0"/>
                <a:ea typeface="宋体" panose="02010600030101010101" pitchFamily="2" charset="-122"/>
              </a:rPr>
              <a:t>交线定形尺寸不用标注，交线要标注定位尺寸</a:t>
            </a:r>
            <a:endParaRPr lang="zh-CN" altLang="en-US" sz="280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4" grpId="0"/>
      <p:bldP spid="4"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2"/>
          <p:cNvSpPr>
            <a:spLocks noGrp="1"/>
          </p:cNvSpPr>
          <p:nvPr>
            <p:ph type="title"/>
          </p:nvPr>
        </p:nvSpPr>
        <p:spPr>
          <a:xfrm>
            <a:off x="609600" y="228600"/>
            <a:ext cx="7772400" cy="685800"/>
          </a:xfrm>
          <a:ln/>
        </p:spPr>
        <p:txBody>
          <a:bodyPr vert="horz" wrap="square" lIns="91440" tIns="45720" rIns="91440" bIns="45720" anchor="ctr" anchorCtr="0"/>
          <a:p>
            <a:pPr algn="l"/>
            <a:r>
              <a:rPr lang="zh-CN" altLang="en-US" sz="3200" b="1" dirty="0">
                <a:solidFill>
                  <a:srgbClr val="FF0000"/>
                </a:solidFill>
              </a:rPr>
              <a:t>带切口立体的尺寸标注</a:t>
            </a:r>
            <a:endParaRPr lang="zh-CN" altLang="en-US" sz="3200" b="1" dirty="0">
              <a:solidFill>
                <a:srgbClr val="FF0000"/>
              </a:solidFill>
            </a:endParaRPr>
          </a:p>
        </p:txBody>
      </p:sp>
      <p:sp>
        <p:nvSpPr>
          <p:cNvPr id="6146" name="Text Box 5"/>
          <p:cNvSpPr txBox="1"/>
          <p:nvPr/>
        </p:nvSpPr>
        <p:spPr>
          <a:xfrm>
            <a:off x="457200" y="990600"/>
            <a:ext cx="7696200" cy="457200"/>
          </a:xfrm>
          <a:prstGeom prst="rect">
            <a:avLst/>
          </a:prstGeom>
          <a:solidFill>
            <a:srgbClr val="CCFFFF"/>
          </a:solidFill>
          <a:ln w="9525">
            <a:noFill/>
          </a:ln>
        </p:spPr>
        <p:txBody>
          <a:bodyPr anchor="t" anchorCtr="0">
            <a:spAutoFit/>
          </a:bodyPr>
          <a:p>
            <a:pPr>
              <a:spcBef>
                <a:spcPct val="50000"/>
              </a:spcBef>
            </a:pPr>
            <a:r>
              <a:rPr lang="en-US" altLang="zh-CN" b="1" dirty="0">
                <a:latin typeface="Times New Roman" panose="02020603050405020304" charset="0"/>
                <a:ea typeface="宋体" panose="02010600030101010101" pitchFamily="2" charset="-122"/>
              </a:rPr>
              <a:t>☆</a:t>
            </a:r>
            <a:r>
              <a:rPr lang="zh-CN" altLang="en-US" b="1" dirty="0">
                <a:latin typeface="Times New Roman" panose="02020603050405020304" charset="0"/>
                <a:ea typeface="宋体" panose="02010600030101010101" pitchFamily="2" charset="-122"/>
              </a:rPr>
              <a:t>不能在交线上标注尺寸，应标注截切平面的定位尺寸</a:t>
            </a:r>
            <a:r>
              <a:rPr lang="zh-CN" altLang="en-US" dirty="0">
                <a:latin typeface="Times New Roman" panose="02020603050405020304" charset="0"/>
                <a:ea typeface="宋体" panose="02010600030101010101" pitchFamily="2" charset="-122"/>
              </a:rPr>
              <a:t>。</a:t>
            </a:r>
            <a:endParaRPr lang="zh-CN" altLang="en-US" dirty="0">
              <a:latin typeface="Times New Roman" panose="02020603050405020304" charset="0"/>
              <a:ea typeface="宋体" panose="02010600030101010101" pitchFamily="2" charset="-122"/>
            </a:endParaRPr>
          </a:p>
        </p:txBody>
      </p:sp>
      <p:graphicFrame>
        <p:nvGraphicFramePr>
          <p:cNvPr id="6147" name="Object 6"/>
          <p:cNvGraphicFramePr>
            <a:graphicFrameLocks noChangeAspect="1"/>
          </p:cNvGraphicFramePr>
          <p:nvPr/>
        </p:nvGraphicFramePr>
        <p:xfrm>
          <a:off x="1295400" y="1752600"/>
          <a:ext cx="6400800" cy="3522663"/>
        </p:xfrm>
        <a:graphic>
          <a:graphicData uri="http://schemas.openxmlformats.org/presentationml/2006/ole">
            <mc:AlternateContent xmlns:mc="http://schemas.openxmlformats.org/markup-compatibility/2006">
              <mc:Choice xmlns:v="urn:schemas-microsoft-com:vml" Requires="v">
                <p:oleObj spid="_x0000_s3079" name="" r:id="rId1" imgW="9118600" imgH="5016500" progId="Photoshop.Image.6">
                  <p:embed/>
                </p:oleObj>
              </mc:Choice>
              <mc:Fallback>
                <p:oleObj name="" r:id="rId1" imgW="9118600" imgH="5016500" progId="Photoshop.Image.6">
                  <p:embed/>
                  <p:pic>
                    <p:nvPicPr>
                      <p:cNvPr id="0" name="图片 3078"/>
                      <p:cNvPicPr/>
                      <p:nvPr/>
                    </p:nvPicPr>
                    <p:blipFill>
                      <a:blip r:embed="rId2"/>
                      <a:stretch>
                        <a:fillRect/>
                      </a:stretch>
                    </p:blipFill>
                    <p:spPr>
                      <a:xfrm>
                        <a:off x="1295400" y="1752600"/>
                        <a:ext cx="6400800" cy="3522663"/>
                      </a:xfrm>
                      <a:prstGeom prst="rect">
                        <a:avLst/>
                      </a:prstGeom>
                      <a:noFill/>
                      <a:ln w="38100">
                        <a:noFill/>
                        <a:miter/>
                      </a:ln>
                    </p:spPr>
                  </p:pic>
                </p:oleObj>
              </mc:Fallback>
            </mc:AlternateContent>
          </a:graphicData>
        </a:graphic>
      </p:graphicFrame>
      <p:sp>
        <p:nvSpPr>
          <p:cNvPr id="6148" name="Text Box 7"/>
          <p:cNvSpPr txBox="1"/>
          <p:nvPr/>
        </p:nvSpPr>
        <p:spPr>
          <a:xfrm>
            <a:off x="3733800" y="5486400"/>
            <a:ext cx="914400" cy="457200"/>
          </a:xfrm>
          <a:prstGeom prst="rect">
            <a:avLst/>
          </a:prstGeom>
          <a:noFill/>
          <a:ln w="9525">
            <a:noFill/>
          </a:ln>
        </p:spPr>
        <p:txBody>
          <a:bodyPr anchor="t" anchorCtr="0">
            <a:spAutoFit/>
          </a:bodyPr>
          <a:p>
            <a:pPr algn="ctr">
              <a:spcBef>
                <a:spcPct val="50000"/>
              </a:spcBef>
            </a:pPr>
            <a:r>
              <a:rPr lang="zh-CN" altLang="en-US" b="1" dirty="0">
                <a:solidFill>
                  <a:srgbClr val="FF3300"/>
                </a:solidFill>
                <a:latin typeface="Times New Roman" panose="02020603050405020304" charset="0"/>
                <a:ea typeface="宋体" panose="02010600030101010101" pitchFamily="2" charset="-122"/>
              </a:rPr>
              <a:t>错误</a:t>
            </a:r>
            <a:endParaRPr lang="zh-CN" altLang="en-US" b="1" dirty="0">
              <a:solidFill>
                <a:srgbClr val="FF3300"/>
              </a:solidFill>
              <a:latin typeface="Times New Roman" panose="02020603050405020304" charset="0"/>
              <a:ea typeface="宋体" panose="02010600030101010101" pitchFamily="2" charset="-122"/>
            </a:endParaRPr>
          </a:p>
        </p:txBody>
      </p:sp>
      <p:sp>
        <p:nvSpPr>
          <p:cNvPr id="6149" name="Text Box 8"/>
          <p:cNvSpPr txBox="1"/>
          <p:nvPr/>
        </p:nvSpPr>
        <p:spPr>
          <a:xfrm>
            <a:off x="5867400" y="5486400"/>
            <a:ext cx="914400" cy="457200"/>
          </a:xfrm>
          <a:prstGeom prst="rect">
            <a:avLst/>
          </a:prstGeom>
          <a:noFill/>
          <a:ln w="9525">
            <a:noFill/>
          </a:ln>
        </p:spPr>
        <p:txBody>
          <a:bodyPr anchor="t" anchorCtr="0">
            <a:spAutoFit/>
          </a:bodyPr>
          <a:p>
            <a:pPr algn="ctr">
              <a:spcBef>
                <a:spcPct val="50000"/>
              </a:spcBef>
            </a:pPr>
            <a:r>
              <a:rPr lang="zh-CN" altLang="en-US" b="1" dirty="0">
                <a:solidFill>
                  <a:srgbClr val="FF3300"/>
                </a:solidFill>
                <a:latin typeface="Times New Roman" panose="02020603050405020304" charset="0"/>
                <a:ea typeface="宋体" panose="02010600030101010101" pitchFamily="2" charset="-122"/>
              </a:rPr>
              <a:t>正确</a:t>
            </a:r>
            <a:endParaRPr lang="zh-CN" altLang="en-US" b="1" dirty="0">
              <a:solidFill>
                <a:srgbClr val="FF3300"/>
              </a:solidFill>
              <a:latin typeface="Times New Roman" panose="02020603050405020304" charset="0"/>
              <a:ea typeface="宋体" panose="02010600030101010101" pitchFamily="2" charset="-122"/>
            </a:endParaRPr>
          </a:p>
        </p:txBody>
      </p:sp>
      <p:sp>
        <p:nvSpPr>
          <p:cNvPr id="6150" name="Line 9"/>
          <p:cNvSpPr/>
          <p:nvPr/>
        </p:nvSpPr>
        <p:spPr>
          <a:xfrm>
            <a:off x="7239000" y="4648200"/>
            <a:ext cx="685800" cy="609600"/>
          </a:xfrm>
          <a:prstGeom prst="line">
            <a:avLst/>
          </a:prstGeom>
          <a:ln w="9525" cap="flat" cmpd="sng">
            <a:solidFill>
              <a:srgbClr val="FF3300"/>
            </a:solidFill>
            <a:prstDash val="solid"/>
            <a:round/>
            <a:headEnd type="none" w="med" len="med"/>
            <a:tailEnd type="none" w="med" len="med"/>
          </a:ln>
        </p:spPr>
      </p:sp>
      <p:sp>
        <p:nvSpPr>
          <p:cNvPr id="6151" name="Line 10"/>
          <p:cNvSpPr/>
          <p:nvPr/>
        </p:nvSpPr>
        <p:spPr>
          <a:xfrm flipH="1" flipV="1">
            <a:off x="7543800" y="4267200"/>
            <a:ext cx="381000" cy="990600"/>
          </a:xfrm>
          <a:prstGeom prst="line">
            <a:avLst/>
          </a:prstGeom>
          <a:ln w="9525" cap="flat" cmpd="sng">
            <a:solidFill>
              <a:srgbClr val="FF3300"/>
            </a:solidFill>
            <a:prstDash val="solid"/>
            <a:round/>
            <a:headEnd type="none" w="med" len="med"/>
            <a:tailEnd type="none" w="med" len="med"/>
          </a:ln>
        </p:spPr>
      </p:sp>
      <p:sp>
        <p:nvSpPr>
          <p:cNvPr id="6152" name="Text Box 11"/>
          <p:cNvSpPr txBox="1"/>
          <p:nvPr/>
        </p:nvSpPr>
        <p:spPr>
          <a:xfrm>
            <a:off x="7315200" y="5257800"/>
            <a:ext cx="1371600" cy="366713"/>
          </a:xfrm>
          <a:prstGeom prst="rect">
            <a:avLst/>
          </a:prstGeom>
          <a:solidFill>
            <a:srgbClr val="CC99FF"/>
          </a:solidFill>
          <a:ln w="9525">
            <a:noFill/>
          </a:ln>
        </p:spPr>
        <p:txBody>
          <a:bodyPr anchor="t" anchorCtr="0">
            <a:spAutoFit/>
          </a:bodyPr>
          <a:p>
            <a:pPr algn="ctr">
              <a:spcBef>
                <a:spcPct val="50000"/>
              </a:spcBef>
            </a:pPr>
            <a:r>
              <a:rPr lang="zh-CN" altLang="en-US" b="1" dirty="0">
                <a:solidFill>
                  <a:srgbClr val="FF3300"/>
                </a:solidFill>
                <a:latin typeface="Times New Roman" panose="02020603050405020304" charset="0"/>
                <a:ea typeface="宋体" panose="02010600030101010101" pitchFamily="2" charset="-122"/>
              </a:rPr>
              <a:t>标其中之一</a:t>
            </a:r>
            <a:endParaRPr lang="zh-CN" altLang="en-US" b="1" dirty="0">
              <a:solidFill>
                <a:srgbClr val="FF3300"/>
              </a:solidFill>
              <a:latin typeface="Times New Roman" panose="02020603050405020304" charset="0"/>
              <a:ea typeface="宋体" panose="02010600030101010101" pitchFamily="2" charset="-122"/>
            </a:endParaRPr>
          </a:p>
        </p:txBody>
      </p:sp>
      <p:sp>
        <p:nvSpPr>
          <p:cNvPr id="6153" name="Line 12"/>
          <p:cNvSpPr/>
          <p:nvPr/>
        </p:nvSpPr>
        <p:spPr>
          <a:xfrm flipV="1">
            <a:off x="3886200" y="1905000"/>
            <a:ext cx="0" cy="1295400"/>
          </a:xfrm>
          <a:prstGeom prst="line">
            <a:avLst/>
          </a:prstGeom>
          <a:ln w="38100" cap="flat" cmpd="sng">
            <a:solidFill>
              <a:schemeClr val="tx1"/>
            </a:solidFill>
            <a:prstDash val="solid"/>
            <a:round/>
            <a:headEnd type="none" w="med" len="med"/>
            <a:tailEnd type="none" w="med" len="med"/>
          </a:ln>
        </p:spPr>
      </p:sp>
      <p:sp>
        <p:nvSpPr>
          <p:cNvPr id="6154" name="Line 13"/>
          <p:cNvSpPr/>
          <p:nvPr/>
        </p:nvSpPr>
        <p:spPr>
          <a:xfrm flipV="1">
            <a:off x="4648200" y="1905000"/>
            <a:ext cx="0" cy="1295400"/>
          </a:xfrm>
          <a:prstGeom prst="line">
            <a:avLst/>
          </a:prstGeom>
          <a:ln w="38100" cap="flat" cmpd="sng">
            <a:solidFill>
              <a:schemeClr val="tx1"/>
            </a:solidFill>
            <a:prstDash val="solid"/>
            <a:round/>
            <a:headEnd type="none" w="med" len="med"/>
            <a:tailEnd type="none" w="med" len="med"/>
          </a:ln>
        </p:spPr>
      </p:sp>
      <p:sp>
        <p:nvSpPr>
          <p:cNvPr id="6155" name="Line 14"/>
          <p:cNvSpPr/>
          <p:nvPr/>
        </p:nvSpPr>
        <p:spPr>
          <a:xfrm flipV="1">
            <a:off x="5867400" y="1905000"/>
            <a:ext cx="0" cy="1295400"/>
          </a:xfrm>
          <a:prstGeom prst="line">
            <a:avLst/>
          </a:prstGeom>
          <a:ln w="38100" cap="flat" cmpd="sng">
            <a:solidFill>
              <a:schemeClr val="tx1"/>
            </a:solidFill>
            <a:prstDash val="solid"/>
            <a:round/>
            <a:headEnd type="none" w="med" len="med"/>
            <a:tailEnd type="none" w="med" len="med"/>
          </a:ln>
        </p:spPr>
      </p:sp>
      <p:sp>
        <p:nvSpPr>
          <p:cNvPr id="6156" name="Line 15"/>
          <p:cNvSpPr/>
          <p:nvPr/>
        </p:nvSpPr>
        <p:spPr>
          <a:xfrm flipV="1">
            <a:off x="6705600" y="1905000"/>
            <a:ext cx="0" cy="1295400"/>
          </a:xfrm>
          <a:prstGeom prst="line">
            <a:avLst/>
          </a:prstGeom>
          <a:ln w="38100" cap="flat" cmpd="sng">
            <a:solidFill>
              <a:schemeClr val="tx1"/>
            </a:solidFill>
            <a:prstDash val="solid"/>
            <a:round/>
            <a:headEnd type="none" w="med" len="med"/>
            <a:tailEnd type="none" w="med" len="med"/>
          </a:ln>
        </p:spPr>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0658" name="Object 2"/>
          <p:cNvGraphicFramePr>
            <a:graphicFrameLocks noChangeAspect="1"/>
          </p:cNvGraphicFramePr>
          <p:nvPr/>
        </p:nvGraphicFramePr>
        <p:xfrm>
          <a:off x="1219200" y="3352800"/>
          <a:ext cx="2057400" cy="3352800"/>
        </p:xfrm>
        <a:graphic>
          <a:graphicData uri="http://schemas.openxmlformats.org/presentationml/2006/ole">
            <mc:AlternateContent xmlns:mc="http://schemas.openxmlformats.org/markup-compatibility/2006">
              <mc:Choice xmlns:v="urn:schemas-microsoft-com:vml" Requires="v">
                <p:oleObj spid="_x0000_s3076" name="" r:id="rId1" imgW="2984500" imgH="4864100" progId="Photoshop.Image.6">
                  <p:embed/>
                </p:oleObj>
              </mc:Choice>
              <mc:Fallback>
                <p:oleObj name="" r:id="rId1" imgW="2984500" imgH="4864100" progId="Photoshop.Image.6">
                  <p:embed/>
                  <p:pic>
                    <p:nvPicPr>
                      <p:cNvPr id="0" name="图片 3075"/>
                      <p:cNvPicPr/>
                      <p:nvPr/>
                    </p:nvPicPr>
                    <p:blipFill>
                      <a:blip r:embed="rId2"/>
                      <a:stretch>
                        <a:fillRect/>
                      </a:stretch>
                    </p:blipFill>
                    <p:spPr>
                      <a:xfrm>
                        <a:off x="1219200" y="3352800"/>
                        <a:ext cx="2057400" cy="3352800"/>
                      </a:xfrm>
                      <a:prstGeom prst="rect">
                        <a:avLst/>
                      </a:prstGeom>
                      <a:noFill/>
                      <a:ln w="38100">
                        <a:noFill/>
                        <a:miter/>
                      </a:ln>
                    </p:spPr>
                  </p:pic>
                </p:oleObj>
              </mc:Fallback>
            </mc:AlternateContent>
          </a:graphicData>
        </a:graphic>
      </p:graphicFrame>
      <p:graphicFrame>
        <p:nvGraphicFramePr>
          <p:cNvPr id="70659" name="Object 3"/>
          <p:cNvGraphicFramePr>
            <a:graphicFrameLocks noChangeAspect="1"/>
          </p:cNvGraphicFramePr>
          <p:nvPr/>
        </p:nvGraphicFramePr>
        <p:xfrm>
          <a:off x="4724400" y="3352800"/>
          <a:ext cx="3429000" cy="3121025"/>
        </p:xfrm>
        <a:graphic>
          <a:graphicData uri="http://schemas.openxmlformats.org/presentationml/2006/ole">
            <mc:AlternateContent xmlns:mc="http://schemas.openxmlformats.org/markup-compatibility/2006">
              <mc:Choice xmlns:v="urn:schemas-microsoft-com:vml" Requires="v">
                <p:oleObj spid="_x0000_s3080" name="" r:id="rId3" imgW="5918200" imgH="5384800" progId="Photoshop.Image.6">
                  <p:embed/>
                </p:oleObj>
              </mc:Choice>
              <mc:Fallback>
                <p:oleObj name="" r:id="rId3" imgW="5918200" imgH="5384800" progId="Photoshop.Image.6">
                  <p:embed/>
                  <p:pic>
                    <p:nvPicPr>
                      <p:cNvPr id="0" name="图片 3079"/>
                      <p:cNvPicPr/>
                      <p:nvPr/>
                    </p:nvPicPr>
                    <p:blipFill>
                      <a:blip r:embed="rId4"/>
                      <a:stretch>
                        <a:fillRect/>
                      </a:stretch>
                    </p:blipFill>
                    <p:spPr>
                      <a:xfrm>
                        <a:off x="4724400" y="3352800"/>
                        <a:ext cx="3429000" cy="3121025"/>
                      </a:xfrm>
                      <a:prstGeom prst="rect">
                        <a:avLst/>
                      </a:prstGeom>
                      <a:noFill/>
                      <a:ln w="38100">
                        <a:noFill/>
                        <a:miter/>
                      </a:ln>
                    </p:spPr>
                  </p:pic>
                </p:oleObj>
              </mc:Fallback>
            </mc:AlternateContent>
          </a:graphicData>
        </a:graphic>
      </p:graphicFrame>
      <p:graphicFrame>
        <p:nvGraphicFramePr>
          <p:cNvPr id="70660" name="Object 4"/>
          <p:cNvGraphicFramePr>
            <a:graphicFrameLocks noChangeAspect="1"/>
          </p:cNvGraphicFramePr>
          <p:nvPr/>
        </p:nvGraphicFramePr>
        <p:xfrm>
          <a:off x="4648200" y="152400"/>
          <a:ext cx="3276600" cy="3025775"/>
        </p:xfrm>
        <a:graphic>
          <a:graphicData uri="http://schemas.openxmlformats.org/presentationml/2006/ole">
            <mc:AlternateContent xmlns:mc="http://schemas.openxmlformats.org/markup-compatibility/2006">
              <mc:Choice xmlns:v="urn:schemas-microsoft-com:vml" Requires="v">
                <p:oleObj spid="_x0000_s3077" name="" r:id="rId5" imgW="5321300" imgH="4914900" progId="Photoshop.Image.6">
                  <p:embed/>
                </p:oleObj>
              </mc:Choice>
              <mc:Fallback>
                <p:oleObj name="" r:id="rId5" imgW="5321300" imgH="4914900" progId="Photoshop.Image.6">
                  <p:embed/>
                  <p:pic>
                    <p:nvPicPr>
                      <p:cNvPr id="0" name="图片 3076"/>
                      <p:cNvPicPr/>
                      <p:nvPr/>
                    </p:nvPicPr>
                    <p:blipFill>
                      <a:blip r:embed="rId6"/>
                      <a:stretch>
                        <a:fillRect/>
                      </a:stretch>
                    </p:blipFill>
                    <p:spPr>
                      <a:xfrm>
                        <a:off x="4648200" y="152400"/>
                        <a:ext cx="3276600" cy="3025775"/>
                      </a:xfrm>
                      <a:prstGeom prst="rect">
                        <a:avLst/>
                      </a:prstGeom>
                      <a:noFill/>
                      <a:ln w="38100">
                        <a:noFill/>
                        <a:miter/>
                      </a:ln>
                    </p:spPr>
                  </p:pic>
                </p:oleObj>
              </mc:Fallback>
            </mc:AlternateContent>
          </a:graphicData>
        </a:graphic>
      </p:graphicFrame>
      <p:graphicFrame>
        <p:nvGraphicFramePr>
          <p:cNvPr id="7172" name="Object 5"/>
          <p:cNvGraphicFramePr>
            <a:graphicFrameLocks noChangeAspect="1"/>
          </p:cNvGraphicFramePr>
          <p:nvPr/>
        </p:nvGraphicFramePr>
        <p:xfrm>
          <a:off x="1165225" y="76200"/>
          <a:ext cx="3178175" cy="3276600"/>
        </p:xfrm>
        <a:graphic>
          <a:graphicData uri="http://schemas.openxmlformats.org/presentationml/2006/ole">
            <mc:AlternateContent xmlns:mc="http://schemas.openxmlformats.org/markup-compatibility/2006">
              <mc:Choice xmlns:v="urn:schemas-microsoft-com:vml" Requires="v">
                <p:oleObj spid="_x0000_s3078" name="" r:id="rId7" imgW="4076700" imgH="4203700" progId="Photoshop.Image.6">
                  <p:embed/>
                </p:oleObj>
              </mc:Choice>
              <mc:Fallback>
                <p:oleObj name="" r:id="rId7" imgW="4076700" imgH="4203700" progId="Photoshop.Image.6">
                  <p:embed/>
                  <p:pic>
                    <p:nvPicPr>
                      <p:cNvPr id="0" name="图片 3077"/>
                      <p:cNvPicPr/>
                      <p:nvPr/>
                    </p:nvPicPr>
                    <p:blipFill>
                      <a:blip r:embed="rId8"/>
                      <a:stretch>
                        <a:fillRect/>
                      </a:stretch>
                    </p:blipFill>
                    <p:spPr>
                      <a:xfrm>
                        <a:off x="1165225" y="76200"/>
                        <a:ext cx="3178175" cy="32766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0660"/>
                                        </p:tgtEl>
                                        <p:attrNameLst>
                                          <p:attrName>style.visibility</p:attrName>
                                        </p:attrNameLst>
                                      </p:cBhvr>
                                      <p:to>
                                        <p:strVal val="visible"/>
                                      </p:to>
                                    </p:set>
                                    <p:animEffect transition="in" filter="box(in)">
                                      <p:cBhvr>
                                        <p:cTn id="7" dur="500"/>
                                        <p:tgtEl>
                                          <p:spTgt spid="7066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0658"/>
                                        </p:tgtEl>
                                        <p:attrNameLst>
                                          <p:attrName>style.visibility</p:attrName>
                                        </p:attrNameLst>
                                      </p:cBhvr>
                                      <p:to>
                                        <p:strVal val="visible"/>
                                      </p:to>
                                    </p:set>
                                    <p:animEffect transition="in" filter="checkerboard(across)">
                                      <p:cBhvr>
                                        <p:cTn id="12" dur="500"/>
                                        <p:tgtEl>
                                          <p:spTgt spid="70658"/>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70659"/>
                                        </p:tgtEl>
                                        <p:attrNameLst>
                                          <p:attrName>style.visibility</p:attrName>
                                        </p:attrNameLst>
                                      </p:cBhvr>
                                      <p:to>
                                        <p:strVal val="visible"/>
                                      </p:to>
                                    </p:set>
                                    <p:animEffect transition="in" filter="checkerboard(across)">
                                      <p:cBhvr>
                                        <p:cTn id="17" dur="500"/>
                                        <p:tgtEl>
                                          <p:spTgt spid="70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Text Box 2"/>
          <p:cNvSpPr txBox="1"/>
          <p:nvPr/>
        </p:nvSpPr>
        <p:spPr>
          <a:xfrm>
            <a:off x="747713" y="293688"/>
            <a:ext cx="8088312" cy="1076325"/>
          </a:xfrm>
          <a:prstGeom prst="rect">
            <a:avLst/>
          </a:prstGeom>
          <a:noFill/>
          <a:ln w="9525">
            <a:noFill/>
          </a:ln>
        </p:spPr>
        <p:txBody>
          <a:bodyPr anchor="ctr" anchorCtr="0">
            <a:spAutoFit/>
          </a:bodyPr>
          <a:p>
            <a:r>
              <a:rPr lang="zh-CN" altLang="en-US" sz="3200" b="1" dirty="0">
                <a:solidFill>
                  <a:srgbClr val="FF0000"/>
                </a:solidFill>
                <a:latin typeface="ISOCP" pitchFamily="2" charset="0"/>
                <a:ea typeface="宋体" panose="02010600030101010101" pitchFamily="2" charset="-122"/>
              </a:rPr>
              <a:t>注意：组合体表面具有相贯线和截交线时的尺寸标注</a:t>
            </a:r>
            <a:endParaRPr lang="zh-CN" altLang="en-US" sz="3200" b="1" dirty="0">
              <a:solidFill>
                <a:srgbClr val="FF0000"/>
              </a:solidFill>
              <a:latin typeface="ISOCP" pitchFamily="2" charset="0"/>
              <a:ea typeface="宋体" panose="02010600030101010101" pitchFamily="2" charset="-122"/>
            </a:endParaRPr>
          </a:p>
        </p:txBody>
      </p:sp>
      <p:grpSp>
        <p:nvGrpSpPr>
          <p:cNvPr id="2" name="Group 3"/>
          <p:cNvGrpSpPr/>
          <p:nvPr/>
        </p:nvGrpSpPr>
        <p:grpSpPr>
          <a:xfrm>
            <a:off x="5113338" y="2493963"/>
            <a:ext cx="473075" cy="477837"/>
            <a:chOff x="652" y="2648"/>
            <a:chExt cx="298" cy="301"/>
          </a:xfrm>
        </p:grpSpPr>
        <p:sp>
          <p:nvSpPr>
            <p:cNvPr id="8195" name="Line 4"/>
            <p:cNvSpPr/>
            <p:nvPr/>
          </p:nvSpPr>
          <p:spPr>
            <a:xfrm flipH="1">
              <a:off x="785" y="2670"/>
              <a:ext cx="165" cy="0"/>
            </a:xfrm>
            <a:prstGeom prst="line">
              <a:avLst/>
            </a:prstGeom>
            <a:ln w="9525" cap="flat" cmpd="sng">
              <a:solidFill>
                <a:srgbClr val="990033"/>
              </a:solidFill>
              <a:prstDash val="solid"/>
              <a:round/>
              <a:headEnd type="none" w="med" len="med"/>
              <a:tailEnd type="none" w="med" len="med"/>
            </a:ln>
          </p:spPr>
        </p:sp>
        <p:sp>
          <p:nvSpPr>
            <p:cNvPr id="8196" name="Line 5"/>
            <p:cNvSpPr/>
            <p:nvPr/>
          </p:nvSpPr>
          <p:spPr>
            <a:xfrm flipH="1">
              <a:off x="785" y="2904"/>
              <a:ext cx="162" cy="0"/>
            </a:xfrm>
            <a:prstGeom prst="line">
              <a:avLst/>
            </a:prstGeom>
            <a:ln w="9525" cap="flat" cmpd="sng">
              <a:solidFill>
                <a:srgbClr val="990033"/>
              </a:solidFill>
              <a:prstDash val="solid"/>
              <a:round/>
              <a:headEnd type="none" w="med" len="med"/>
              <a:tailEnd type="none" w="med" len="med"/>
            </a:ln>
          </p:spPr>
        </p:sp>
        <p:sp>
          <p:nvSpPr>
            <p:cNvPr id="8197" name="Freeform 6"/>
            <p:cNvSpPr/>
            <p:nvPr/>
          </p:nvSpPr>
          <p:spPr>
            <a:xfrm>
              <a:off x="807" y="2655"/>
              <a:ext cx="1" cy="264"/>
            </a:xfrm>
            <a:custGeom>
              <a:avLst/>
              <a:gdLst/>
              <a:ahLst/>
              <a:cxnLst>
                <a:cxn ang="0">
                  <a:pos x="0" y="0"/>
                </a:cxn>
                <a:cxn ang="0">
                  <a:pos x="0" y="264"/>
                </a:cxn>
              </a:cxnLst>
              <a:pathLst>
                <a:path w="1" h="264">
                  <a:moveTo>
                    <a:pt x="0" y="0"/>
                  </a:moveTo>
                  <a:lnTo>
                    <a:pt x="0" y="264"/>
                  </a:lnTo>
                </a:path>
              </a:pathLst>
            </a:custGeom>
            <a:noFill/>
            <a:ln w="9525" cap="flat" cmpd="sng">
              <a:solidFill>
                <a:srgbClr val="990033"/>
              </a:solidFill>
              <a:prstDash val="solid"/>
              <a:round/>
              <a:headEnd type="triangle" w="sm" len="lg"/>
              <a:tailEnd type="triangle" w="sm" len="lg"/>
            </a:ln>
          </p:spPr>
          <p:txBody>
            <a:bodyPr/>
            <a:p>
              <a:endParaRPr lang="zh-CN" altLang="en-US"/>
            </a:p>
          </p:txBody>
        </p:sp>
        <p:sp>
          <p:nvSpPr>
            <p:cNvPr id="8198" name="Text Box 7"/>
            <p:cNvSpPr txBox="1"/>
            <p:nvPr/>
          </p:nvSpPr>
          <p:spPr>
            <a:xfrm rot="-5400000">
              <a:off x="602" y="2687"/>
              <a:ext cx="301" cy="212"/>
            </a:xfrm>
            <a:prstGeom prst="rect">
              <a:avLst/>
            </a:prstGeom>
            <a:noFill/>
            <a:ln w="9525">
              <a:noFill/>
            </a:ln>
          </p:spPr>
          <p:txBody>
            <a:bodyPr anchor="ctr" anchorCtr="0">
              <a:spAutoFit/>
            </a:bodyPr>
            <a:p>
              <a:r>
                <a:rPr lang="en-US" altLang="zh-CN" sz="1600" b="1" dirty="0">
                  <a:solidFill>
                    <a:srgbClr val="990033"/>
                  </a:solidFill>
                  <a:latin typeface="ISOCP" pitchFamily="2" charset="0"/>
                  <a:ea typeface="宋体" panose="02010600030101010101" pitchFamily="2" charset="-122"/>
                </a:rPr>
                <a:t>18</a:t>
              </a:r>
              <a:endParaRPr lang="en-US" altLang="zh-CN" sz="1600" b="1" dirty="0">
                <a:solidFill>
                  <a:srgbClr val="990033"/>
                </a:solidFill>
                <a:latin typeface="ISOCP" pitchFamily="2" charset="0"/>
                <a:ea typeface="宋体" panose="02010600030101010101" pitchFamily="2" charset="-122"/>
              </a:endParaRPr>
            </a:p>
          </p:txBody>
        </p:sp>
      </p:grpSp>
      <p:grpSp>
        <p:nvGrpSpPr>
          <p:cNvPr id="3" name="Group 27"/>
          <p:cNvGrpSpPr/>
          <p:nvPr/>
        </p:nvGrpSpPr>
        <p:grpSpPr>
          <a:xfrm>
            <a:off x="6675438" y="3948113"/>
            <a:ext cx="384175" cy="415925"/>
            <a:chOff x="1636" y="3564"/>
            <a:chExt cx="242" cy="262"/>
          </a:xfrm>
        </p:grpSpPr>
        <p:sp>
          <p:nvSpPr>
            <p:cNvPr id="8200" name="Line 28"/>
            <p:cNvSpPr/>
            <p:nvPr/>
          </p:nvSpPr>
          <p:spPr>
            <a:xfrm>
              <a:off x="1636" y="3572"/>
              <a:ext cx="233" cy="0"/>
            </a:xfrm>
            <a:prstGeom prst="line">
              <a:avLst/>
            </a:prstGeom>
            <a:ln w="9525" cap="flat" cmpd="sng">
              <a:solidFill>
                <a:srgbClr val="990033"/>
              </a:solidFill>
              <a:prstDash val="solid"/>
              <a:round/>
              <a:headEnd type="none" w="med" len="med"/>
              <a:tailEnd type="none" w="med" len="med"/>
            </a:ln>
          </p:spPr>
        </p:sp>
        <p:sp>
          <p:nvSpPr>
            <p:cNvPr id="8201" name="Line 29"/>
            <p:cNvSpPr/>
            <p:nvPr/>
          </p:nvSpPr>
          <p:spPr>
            <a:xfrm>
              <a:off x="1636" y="3808"/>
              <a:ext cx="233" cy="0"/>
            </a:xfrm>
            <a:prstGeom prst="line">
              <a:avLst/>
            </a:prstGeom>
            <a:ln w="9525" cap="flat" cmpd="sng">
              <a:solidFill>
                <a:srgbClr val="990033"/>
              </a:solidFill>
              <a:prstDash val="solid"/>
              <a:round/>
              <a:headEnd type="none" w="med" len="med"/>
              <a:tailEnd type="none" w="med" len="med"/>
            </a:ln>
          </p:spPr>
        </p:sp>
        <p:sp>
          <p:nvSpPr>
            <p:cNvPr id="8202" name="Freeform 30"/>
            <p:cNvSpPr/>
            <p:nvPr/>
          </p:nvSpPr>
          <p:spPr>
            <a:xfrm>
              <a:off x="1825" y="3564"/>
              <a:ext cx="1" cy="262"/>
            </a:xfrm>
            <a:custGeom>
              <a:avLst/>
              <a:gdLst/>
              <a:ahLst/>
              <a:cxnLst>
                <a:cxn ang="0">
                  <a:pos x="0" y="0"/>
                </a:cxn>
                <a:cxn ang="0">
                  <a:pos x="0" y="262"/>
                </a:cxn>
              </a:cxnLst>
              <a:pathLst>
                <a:path w="1" h="262">
                  <a:moveTo>
                    <a:pt x="0" y="0"/>
                  </a:moveTo>
                  <a:lnTo>
                    <a:pt x="0" y="262"/>
                  </a:lnTo>
                </a:path>
              </a:pathLst>
            </a:custGeom>
            <a:noFill/>
            <a:ln w="9525" cap="flat" cmpd="sng">
              <a:solidFill>
                <a:srgbClr val="990033"/>
              </a:solidFill>
              <a:prstDash val="solid"/>
              <a:round/>
              <a:headEnd type="triangle" w="sm" len="lg"/>
              <a:tailEnd type="triangle" w="sm" len="lg"/>
            </a:ln>
          </p:spPr>
          <p:txBody>
            <a:bodyPr/>
            <a:p>
              <a:endParaRPr lang="zh-CN" altLang="en-US"/>
            </a:p>
          </p:txBody>
        </p:sp>
        <p:sp>
          <p:nvSpPr>
            <p:cNvPr id="8203" name="Text Box 31"/>
            <p:cNvSpPr txBox="1"/>
            <p:nvPr/>
          </p:nvSpPr>
          <p:spPr>
            <a:xfrm rot="-5400000">
              <a:off x="1653" y="3588"/>
              <a:ext cx="227" cy="212"/>
            </a:xfrm>
            <a:prstGeom prst="rect">
              <a:avLst/>
            </a:prstGeom>
            <a:noFill/>
            <a:ln w="9525">
              <a:noFill/>
            </a:ln>
          </p:spPr>
          <p:txBody>
            <a:bodyPr wrap="none" anchor="ctr" anchorCtr="0">
              <a:spAutoFit/>
            </a:bodyPr>
            <a:p>
              <a:r>
                <a:rPr lang="en-US" altLang="zh-CN" sz="1600" b="1" dirty="0">
                  <a:solidFill>
                    <a:srgbClr val="990033"/>
                  </a:solidFill>
                  <a:latin typeface="ISOCP" pitchFamily="2" charset="0"/>
                  <a:ea typeface="宋体" panose="02010600030101010101" pitchFamily="2" charset="-122"/>
                </a:rPr>
                <a:t>18</a:t>
              </a:r>
              <a:endParaRPr lang="en-US" altLang="zh-CN" sz="1600" b="1" dirty="0">
                <a:solidFill>
                  <a:srgbClr val="990033"/>
                </a:solidFill>
                <a:latin typeface="ISOCP" pitchFamily="2" charset="0"/>
                <a:ea typeface="宋体" panose="02010600030101010101" pitchFamily="2" charset="-122"/>
              </a:endParaRPr>
            </a:p>
          </p:txBody>
        </p:sp>
      </p:grpSp>
      <p:grpSp>
        <p:nvGrpSpPr>
          <p:cNvPr id="4" name="Group 8"/>
          <p:cNvGrpSpPr/>
          <p:nvPr/>
        </p:nvGrpSpPr>
        <p:grpSpPr>
          <a:xfrm>
            <a:off x="1743075" y="1741488"/>
            <a:ext cx="390525" cy="458787"/>
            <a:chOff x="703" y="1666"/>
            <a:chExt cx="246" cy="289"/>
          </a:xfrm>
        </p:grpSpPr>
        <p:sp>
          <p:nvSpPr>
            <p:cNvPr id="8205" name="Line 9"/>
            <p:cNvSpPr/>
            <p:nvPr/>
          </p:nvSpPr>
          <p:spPr>
            <a:xfrm flipV="1">
              <a:off x="942" y="1804"/>
              <a:ext cx="0" cy="151"/>
            </a:xfrm>
            <a:prstGeom prst="line">
              <a:avLst/>
            </a:prstGeom>
            <a:ln w="9525" cap="flat" cmpd="sng">
              <a:solidFill>
                <a:schemeClr val="accent2"/>
              </a:solidFill>
              <a:prstDash val="solid"/>
              <a:round/>
              <a:headEnd type="none" w="med" len="med"/>
              <a:tailEnd type="none" w="med" len="med"/>
            </a:ln>
          </p:spPr>
        </p:sp>
        <p:sp>
          <p:nvSpPr>
            <p:cNvPr id="8206" name="Line 10"/>
            <p:cNvSpPr/>
            <p:nvPr/>
          </p:nvSpPr>
          <p:spPr>
            <a:xfrm>
              <a:off x="707" y="1825"/>
              <a:ext cx="228" cy="0"/>
            </a:xfrm>
            <a:prstGeom prst="line">
              <a:avLst/>
            </a:prstGeom>
            <a:ln w="9525" cap="flat" cmpd="sng">
              <a:solidFill>
                <a:schemeClr val="accent2"/>
              </a:solidFill>
              <a:prstDash val="solid"/>
              <a:round/>
              <a:headEnd type="triangle" w="sm" len="lg"/>
              <a:tailEnd type="triangle" w="sm" len="lg"/>
            </a:ln>
          </p:spPr>
        </p:sp>
        <p:sp>
          <p:nvSpPr>
            <p:cNvPr id="8207" name="Text Box 11"/>
            <p:cNvSpPr txBox="1"/>
            <p:nvPr/>
          </p:nvSpPr>
          <p:spPr>
            <a:xfrm>
              <a:off x="703" y="1666"/>
              <a:ext cx="246" cy="212"/>
            </a:xfrm>
            <a:prstGeom prst="rect">
              <a:avLst/>
            </a:prstGeom>
            <a:noFill/>
            <a:ln w="9525">
              <a:noFill/>
            </a:ln>
          </p:spPr>
          <p:txBody>
            <a:bodyPr wrap="none" anchor="ctr" anchorCtr="0">
              <a:spAutoFit/>
            </a:bodyPr>
            <a:p>
              <a:r>
                <a:rPr lang="en-US" altLang="zh-CN" sz="1600" b="1" dirty="0">
                  <a:solidFill>
                    <a:schemeClr val="accent2"/>
                  </a:solidFill>
                  <a:latin typeface="ISOCP" pitchFamily="2" charset="0"/>
                  <a:ea typeface="宋体" panose="02010600030101010101" pitchFamily="2" charset="-122"/>
                </a:rPr>
                <a:t>20</a:t>
              </a:r>
              <a:endParaRPr lang="en-US" altLang="zh-CN" sz="1600" b="1" dirty="0">
                <a:solidFill>
                  <a:schemeClr val="accent2"/>
                </a:solidFill>
                <a:latin typeface="ISOCP" pitchFamily="2" charset="0"/>
                <a:ea typeface="宋体" panose="02010600030101010101" pitchFamily="2" charset="-122"/>
              </a:endParaRPr>
            </a:p>
          </p:txBody>
        </p:sp>
      </p:grpSp>
      <p:grpSp>
        <p:nvGrpSpPr>
          <p:cNvPr id="5" name="Group 136"/>
          <p:cNvGrpSpPr/>
          <p:nvPr/>
        </p:nvGrpSpPr>
        <p:grpSpPr>
          <a:xfrm>
            <a:off x="2843213" y="2157413"/>
            <a:ext cx="649287" cy="1141412"/>
            <a:chOff x="1791" y="1359"/>
            <a:chExt cx="409" cy="719"/>
          </a:xfrm>
        </p:grpSpPr>
        <p:sp>
          <p:nvSpPr>
            <p:cNvPr id="8209" name="Line 13"/>
            <p:cNvSpPr/>
            <p:nvPr/>
          </p:nvSpPr>
          <p:spPr>
            <a:xfrm>
              <a:off x="1791" y="1372"/>
              <a:ext cx="397" cy="0"/>
            </a:xfrm>
            <a:prstGeom prst="line">
              <a:avLst/>
            </a:prstGeom>
            <a:ln w="9525" cap="flat" cmpd="sng">
              <a:solidFill>
                <a:schemeClr val="accent2"/>
              </a:solidFill>
              <a:prstDash val="solid"/>
              <a:round/>
              <a:headEnd type="none" w="med" len="med"/>
              <a:tailEnd type="none" w="med" len="med"/>
            </a:ln>
          </p:spPr>
        </p:sp>
        <p:sp>
          <p:nvSpPr>
            <p:cNvPr id="8210" name="Line 14"/>
            <p:cNvSpPr/>
            <p:nvPr/>
          </p:nvSpPr>
          <p:spPr>
            <a:xfrm>
              <a:off x="1817" y="2064"/>
              <a:ext cx="371" cy="0"/>
            </a:xfrm>
            <a:prstGeom prst="line">
              <a:avLst/>
            </a:prstGeom>
            <a:ln w="9525" cap="flat" cmpd="sng">
              <a:solidFill>
                <a:schemeClr val="accent2"/>
              </a:solidFill>
              <a:prstDash val="solid"/>
              <a:round/>
              <a:headEnd type="none" w="med" len="med"/>
              <a:tailEnd type="none" w="med" len="med"/>
            </a:ln>
          </p:spPr>
        </p:sp>
        <p:sp>
          <p:nvSpPr>
            <p:cNvPr id="8211" name="Freeform 15"/>
            <p:cNvSpPr/>
            <p:nvPr/>
          </p:nvSpPr>
          <p:spPr>
            <a:xfrm>
              <a:off x="2151" y="1359"/>
              <a:ext cx="1" cy="719"/>
            </a:xfrm>
            <a:custGeom>
              <a:avLst/>
              <a:gdLst/>
              <a:ahLst/>
              <a:cxnLst>
                <a:cxn ang="0">
                  <a:pos x="0" y="0"/>
                </a:cxn>
                <a:cxn ang="0">
                  <a:pos x="0" y="719"/>
                </a:cxn>
              </a:cxnLst>
              <a:pathLst>
                <a:path w="1" h="719">
                  <a:moveTo>
                    <a:pt x="0" y="0"/>
                  </a:moveTo>
                  <a:lnTo>
                    <a:pt x="0" y="719"/>
                  </a:lnTo>
                </a:path>
              </a:pathLst>
            </a:custGeom>
            <a:noFill/>
            <a:ln w="9525" cap="flat" cmpd="sng">
              <a:solidFill>
                <a:schemeClr val="accent2"/>
              </a:solidFill>
              <a:prstDash val="solid"/>
              <a:round/>
              <a:headEnd type="triangle" w="sm" len="lg"/>
              <a:tailEnd type="triangle" w="sm" len="lg"/>
            </a:ln>
          </p:spPr>
          <p:txBody>
            <a:bodyPr/>
            <a:p>
              <a:endParaRPr lang="zh-CN" altLang="en-US"/>
            </a:p>
          </p:txBody>
        </p:sp>
        <p:sp>
          <p:nvSpPr>
            <p:cNvPr id="8212" name="Text Box 16"/>
            <p:cNvSpPr txBox="1"/>
            <p:nvPr/>
          </p:nvSpPr>
          <p:spPr>
            <a:xfrm rot="-5400000">
              <a:off x="1922" y="1625"/>
              <a:ext cx="344" cy="212"/>
            </a:xfrm>
            <a:prstGeom prst="rect">
              <a:avLst/>
            </a:prstGeom>
            <a:noFill/>
            <a:ln w="9525">
              <a:noFill/>
            </a:ln>
          </p:spPr>
          <p:txBody>
            <a:bodyPr wrap="none" anchor="ctr" anchorCtr="0">
              <a:spAutoFit/>
            </a:bodyPr>
            <a:p>
              <a:r>
                <a:rPr lang="en-US" altLang="zh-CN" sz="1600" b="1" dirty="0">
                  <a:solidFill>
                    <a:schemeClr val="accent2"/>
                  </a:solidFill>
                  <a:latin typeface="ISOCP" pitchFamily="2" charset="0"/>
                  <a:ea typeface="宋体" panose="02010600030101010101" pitchFamily="2" charset="-122"/>
                  <a:sym typeface="Symbol" panose="05050102010706020507" pitchFamily="18" charset="2"/>
                </a:rPr>
                <a:t></a:t>
              </a:r>
              <a:r>
                <a:rPr lang="en-US" altLang="zh-CN" sz="1600" b="1" dirty="0">
                  <a:solidFill>
                    <a:schemeClr val="accent2"/>
                  </a:solidFill>
                  <a:latin typeface="ISOCP" pitchFamily="2" charset="0"/>
                  <a:ea typeface="宋体" panose="02010600030101010101" pitchFamily="2" charset="-122"/>
                </a:rPr>
                <a:t>56</a:t>
              </a:r>
              <a:endParaRPr lang="en-US" altLang="zh-CN" sz="1600" b="1" dirty="0">
                <a:solidFill>
                  <a:schemeClr val="accent2"/>
                </a:solidFill>
                <a:latin typeface="ISOCP" pitchFamily="2" charset="0"/>
                <a:ea typeface="宋体" panose="02010600030101010101" pitchFamily="2" charset="-122"/>
              </a:endParaRPr>
            </a:p>
          </p:txBody>
        </p:sp>
      </p:grpSp>
      <p:grpSp>
        <p:nvGrpSpPr>
          <p:cNvPr id="6" name="Group 17"/>
          <p:cNvGrpSpPr/>
          <p:nvPr/>
        </p:nvGrpSpPr>
        <p:grpSpPr>
          <a:xfrm>
            <a:off x="1741488" y="1492250"/>
            <a:ext cx="1125537" cy="1057275"/>
            <a:chOff x="702" y="1509"/>
            <a:chExt cx="709" cy="666"/>
          </a:xfrm>
        </p:grpSpPr>
        <p:sp>
          <p:nvSpPr>
            <p:cNvPr id="8214" name="Line 18"/>
            <p:cNvSpPr/>
            <p:nvPr/>
          </p:nvSpPr>
          <p:spPr>
            <a:xfrm flipV="1">
              <a:off x="702" y="1644"/>
              <a:ext cx="0" cy="531"/>
            </a:xfrm>
            <a:prstGeom prst="line">
              <a:avLst/>
            </a:prstGeom>
            <a:ln w="9525" cap="flat" cmpd="sng">
              <a:solidFill>
                <a:schemeClr val="accent2"/>
              </a:solidFill>
              <a:prstDash val="solid"/>
              <a:round/>
              <a:headEnd type="none" w="med" len="med"/>
              <a:tailEnd type="none" w="med" len="med"/>
            </a:ln>
          </p:spPr>
        </p:sp>
        <p:sp>
          <p:nvSpPr>
            <p:cNvPr id="8215" name="Line 19"/>
            <p:cNvSpPr/>
            <p:nvPr/>
          </p:nvSpPr>
          <p:spPr>
            <a:xfrm flipV="1">
              <a:off x="1403" y="1644"/>
              <a:ext cx="0" cy="297"/>
            </a:xfrm>
            <a:prstGeom prst="line">
              <a:avLst/>
            </a:prstGeom>
            <a:ln w="9525" cap="flat" cmpd="sng">
              <a:solidFill>
                <a:schemeClr val="accent2"/>
              </a:solidFill>
              <a:prstDash val="solid"/>
              <a:round/>
              <a:headEnd type="none" w="med" len="med"/>
              <a:tailEnd type="none" w="med" len="med"/>
            </a:ln>
          </p:spPr>
        </p:sp>
        <p:sp>
          <p:nvSpPr>
            <p:cNvPr id="8216" name="Line 20"/>
            <p:cNvSpPr/>
            <p:nvPr/>
          </p:nvSpPr>
          <p:spPr>
            <a:xfrm>
              <a:off x="710" y="1665"/>
              <a:ext cx="701" cy="0"/>
            </a:xfrm>
            <a:prstGeom prst="line">
              <a:avLst/>
            </a:prstGeom>
            <a:ln w="9525" cap="flat" cmpd="sng">
              <a:solidFill>
                <a:schemeClr val="accent2"/>
              </a:solidFill>
              <a:prstDash val="solid"/>
              <a:round/>
              <a:headEnd type="triangle" w="sm" len="lg"/>
              <a:tailEnd type="triangle" w="sm" len="lg"/>
            </a:ln>
          </p:spPr>
        </p:sp>
        <p:sp>
          <p:nvSpPr>
            <p:cNvPr id="8217" name="Text Box 21"/>
            <p:cNvSpPr txBox="1"/>
            <p:nvPr/>
          </p:nvSpPr>
          <p:spPr>
            <a:xfrm>
              <a:off x="939" y="1509"/>
              <a:ext cx="246" cy="212"/>
            </a:xfrm>
            <a:prstGeom prst="rect">
              <a:avLst/>
            </a:prstGeom>
            <a:noFill/>
            <a:ln w="9525">
              <a:noFill/>
            </a:ln>
          </p:spPr>
          <p:txBody>
            <a:bodyPr wrap="none" anchor="ctr" anchorCtr="0">
              <a:spAutoFit/>
            </a:bodyPr>
            <a:p>
              <a:r>
                <a:rPr lang="en-US" altLang="zh-CN" sz="1600" b="1" dirty="0">
                  <a:solidFill>
                    <a:schemeClr val="accent2"/>
                  </a:solidFill>
                  <a:latin typeface="ISOCP" pitchFamily="2" charset="0"/>
                  <a:ea typeface="宋体" panose="02010600030101010101" pitchFamily="2" charset="-122"/>
                </a:rPr>
                <a:t>50</a:t>
              </a:r>
              <a:endParaRPr lang="en-US" altLang="zh-CN" sz="1600" b="1" dirty="0">
                <a:solidFill>
                  <a:schemeClr val="accent2"/>
                </a:solidFill>
                <a:latin typeface="ISOCP" pitchFamily="2" charset="0"/>
                <a:ea typeface="宋体" panose="02010600030101010101" pitchFamily="2" charset="-122"/>
              </a:endParaRPr>
            </a:p>
          </p:txBody>
        </p:sp>
      </p:grpSp>
      <p:grpSp>
        <p:nvGrpSpPr>
          <p:cNvPr id="7" name="Group 22"/>
          <p:cNvGrpSpPr/>
          <p:nvPr/>
        </p:nvGrpSpPr>
        <p:grpSpPr>
          <a:xfrm>
            <a:off x="2482850" y="3276600"/>
            <a:ext cx="393700" cy="708025"/>
            <a:chOff x="1169" y="2633"/>
            <a:chExt cx="248" cy="446"/>
          </a:xfrm>
        </p:grpSpPr>
        <p:sp>
          <p:nvSpPr>
            <p:cNvPr id="8219" name="Line 23"/>
            <p:cNvSpPr/>
            <p:nvPr/>
          </p:nvSpPr>
          <p:spPr>
            <a:xfrm flipH="1">
              <a:off x="1169" y="2769"/>
              <a:ext cx="2" cy="76"/>
            </a:xfrm>
            <a:prstGeom prst="line">
              <a:avLst/>
            </a:prstGeom>
            <a:ln w="9525" cap="flat" cmpd="sng">
              <a:solidFill>
                <a:schemeClr val="accent2"/>
              </a:solidFill>
              <a:prstDash val="solid"/>
              <a:round/>
              <a:headEnd type="none" w="med" len="med"/>
              <a:tailEnd type="none" w="med" len="med"/>
            </a:ln>
          </p:spPr>
        </p:sp>
        <p:sp>
          <p:nvSpPr>
            <p:cNvPr id="8220" name="Line 24"/>
            <p:cNvSpPr/>
            <p:nvPr/>
          </p:nvSpPr>
          <p:spPr>
            <a:xfrm flipV="1">
              <a:off x="1403" y="2769"/>
              <a:ext cx="0" cy="310"/>
            </a:xfrm>
            <a:prstGeom prst="line">
              <a:avLst/>
            </a:prstGeom>
            <a:ln w="9525" cap="flat" cmpd="sng">
              <a:solidFill>
                <a:schemeClr val="accent2"/>
              </a:solidFill>
              <a:prstDash val="solid"/>
              <a:round/>
              <a:headEnd type="none" w="med" len="med"/>
              <a:tailEnd type="none" w="med" len="med"/>
            </a:ln>
          </p:spPr>
        </p:sp>
        <p:sp>
          <p:nvSpPr>
            <p:cNvPr id="8221" name="Line 25"/>
            <p:cNvSpPr/>
            <p:nvPr/>
          </p:nvSpPr>
          <p:spPr>
            <a:xfrm>
              <a:off x="1171" y="2790"/>
              <a:ext cx="225" cy="0"/>
            </a:xfrm>
            <a:prstGeom prst="line">
              <a:avLst/>
            </a:prstGeom>
            <a:ln w="9525" cap="flat" cmpd="sng">
              <a:solidFill>
                <a:schemeClr val="accent2"/>
              </a:solidFill>
              <a:prstDash val="solid"/>
              <a:round/>
              <a:headEnd type="triangle" w="sm" len="lg"/>
              <a:tailEnd type="triangle" w="sm" len="lg"/>
            </a:ln>
          </p:spPr>
        </p:sp>
        <p:sp>
          <p:nvSpPr>
            <p:cNvPr id="8222" name="Text Box 26"/>
            <p:cNvSpPr txBox="1"/>
            <p:nvPr/>
          </p:nvSpPr>
          <p:spPr>
            <a:xfrm>
              <a:off x="1171" y="2633"/>
              <a:ext cx="246" cy="212"/>
            </a:xfrm>
            <a:prstGeom prst="rect">
              <a:avLst/>
            </a:prstGeom>
            <a:noFill/>
            <a:ln w="9525">
              <a:noFill/>
            </a:ln>
          </p:spPr>
          <p:txBody>
            <a:bodyPr anchor="ctr" anchorCtr="0">
              <a:spAutoFit/>
            </a:bodyPr>
            <a:p>
              <a:r>
                <a:rPr lang="en-US" altLang="zh-CN" sz="1600" b="1" dirty="0">
                  <a:solidFill>
                    <a:schemeClr val="accent2"/>
                  </a:solidFill>
                  <a:latin typeface="ISOCP" pitchFamily="2" charset="0"/>
                  <a:ea typeface="宋体" panose="02010600030101010101" pitchFamily="2" charset="-122"/>
                </a:rPr>
                <a:t>20</a:t>
              </a:r>
              <a:endParaRPr lang="en-US" altLang="zh-CN" sz="1600" b="1" dirty="0">
                <a:solidFill>
                  <a:schemeClr val="accent2"/>
                </a:solidFill>
                <a:latin typeface="ISOCP" pitchFamily="2" charset="0"/>
                <a:ea typeface="宋体" panose="02010600030101010101" pitchFamily="2" charset="-122"/>
              </a:endParaRPr>
            </a:p>
          </p:txBody>
        </p:sp>
      </p:grpSp>
      <p:grpSp>
        <p:nvGrpSpPr>
          <p:cNvPr id="8" name="Group 192"/>
          <p:cNvGrpSpPr/>
          <p:nvPr/>
        </p:nvGrpSpPr>
        <p:grpSpPr>
          <a:xfrm>
            <a:off x="1636713" y="2111375"/>
            <a:ext cx="3181350" cy="2608263"/>
            <a:chOff x="1031" y="1330"/>
            <a:chExt cx="2004" cy="1643"/>
          </a:xfrm>
        </p:grpSpPr>
        <p:grpSp>
          <p:nvGrpSpPr>
            <p:cNvPr id="8224" name="Group 33"/>
            <p:cNvGrpSpPr/>
            <p:nvPr/>
          </p:nvGrpSpPr>
          <p:grpSpPr>
            <a:xfrm>
              <a:off x="2165" y="1330"/>
              <a:ext cx="870" cy="800"/>
              <a:chOff x="1770" y="2424"/>
              <a:chExt cx="916" cy="800"/>
            </a:xfrm>
          </p:grpSpPr>
          <p:sp>
            <p:nvSpPr>
              <p:cNvPr id="8225" name="Oval 34"/>
              <p:cNvSpPr/>
              <p:nvPr/>
            </p:nvSpPr>
            <p:spPr>
              <a:xfrm>
                <a:off x="1833" y="2466"/>
                <a:ext cx="792" cy="691"/>
              </a:xfrm>
              <a:prstGeom prst="ellipse">
                <a:avLst/>
              </a:prstGeom>
              <a:noFill/>
              <a:ln w="38100" cap="flat" cmpd="sng">
                <a:solidFill>
                  <a:srgbClr val="000000"/>
                </a:solidFill>
                <a:prstDash val="solid"/>
                <a:round/>
                <a:headEnd type="none" w="med" len="med"/>
                <a:tailEnd type="none" w="med" len="med"/>
              </a:ln>
            </p:spPr>
            <p:txBody>
              <a:bodyPr wrap="none" anchor="ctr" anchorCtr="0"/>
              <a:p>
                <a:endParaRPr lang="zh-CN" altLang="en-US" b="1" dirty="0">
                  <a:latin typeface="ISOCP" pitchFamily="2" charset="0"/>
                  <a:ea typeface="宋体" panose="02010600030101010101" pitchFamily="2" charset="-122"/>
                </a:endParaRPr>
              </a:p>
            </p:txBody>
          </p:sp>
          <p:sp>
            <p:nvSpPr>
              <p:cNvPr id="8226" name="Line 35"/>
              <p:cNvSpPr/>
              <p:nvPr/>
            </p:nvSpPr>
            <p:spPr>
              <a:xfrm>
                <a:off x="1770" y="2815"/>
                <a:ext cx="916" cy="0"/>
              </a:xfrm>
              <a:prstGeom prst="line">
                <a:avLst/>
              </a:prstGeom>
              <a:ln w="12700" cap="flat" cmpd="sng">
                <a:solidFill>
                  <a:srgbClr val="000000"/>
                </a:solidFill>
                <a:prstDash val="lgDashDot"/>
                <a:round/>
                <a:headEnd type="none" w="med" len="med"/>
                <a:tailEnd type="none" w="med" len="med"/>
              </a:ln>
            </p:spPr>
          </p:sp>
          <p:sp>
            <p:nvSpPr>
              <p:cNvPr id="8227" name="Line 36"/>
              <p:cNvSpPr/>
              <p:nvPr/>
            </p:nvSpPr>
            <p:spPr>
              <a:xfrm>
                <a:off x="2232" y="2424"/>
                <a:ext cx="0" cy="800"/>
              </a:xfrm>
              <a:prstGeom prst="line">
                <a:avLst/>
              </a:prstGeom>
              <a:ln w="12700" cap="flat" cmpd="sng">
                <a:solidFill>
                  <a:srgbClr val="000000"/>
                </a:solidFill>
                <a:prstDash val="lgDashDot"/>
                <a:round/>
                <a:headEnd type="none" w="med" len="med"/>
                <a:tailEnd type="none" w="med" len="med"/>
              </a:ln>
            </p:spPr>
          </p:sp>
          <p:sp>
            <p:nvSpPr>
              <p:cNvPr id="8228" name="Freeform 37"/>
              <p:cNvSpPr/>
              <p:nvPr/>
            </p:nvSpPr>
            <p:spPr>
              <a:xfrm>
                <a:off x="1847" y="2698"/>
                <a:ext cx="771" cy="1"/>
              </a:xfrm>
              <a:custGeom>
                <a:avLst/>
                <a:gdLst/>
                <a:ahLst/>
                <a:cxnLst>
                  <a:cxn ang="0">
                    <a:pos x="0" y="0"/>
                  </a:cxn>
                  <a:cxn ang="0">
                    <a:pos x="771" y="0"/>
                  </a:cxn>
                </a:cxnLst>
                <a:pathLst>
                  <a:path w="771" h="1">
                    <a:moveTo>
                      <a:pt x="0" y="0"/>
                    </a:moveTo>
                    <a:lnTo>
                      <a:pt x="771"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29" name="Freeform 38"/>
              <p:cNvSpPr/>
              <p:nvPr/>
            </p:nvSpPr>
            <p:spPr>
              <a:xfrm>
                <a:off x="1852" y="2934"/>
                <a:ext cx="771" cy="1"/>
              </a:xfrm>
              <a:custGeom>
                <a:avLst/>
                <a:gdLst/>
                <a:ahLst/>
                <a:cxnLst>
                  <a:cxn ang="0">
                    <a:pos x="0" y="0"/>
                  </a:cxn>
                  <a:cxn ang="0">
                    <a:pos x="771" y="0"/>
                  </a:cxn>
                </a:cxnLst>
                <a:pathLst>
                  <a:path w="771" h="1">
                    <a:moveTo>
                      <a:pt x="0" y="0"/>
                    </a:moveTo>
                    <a:lnTo>
                      <a:pt x="771"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30" name="Freeform 39"/>
              <p:cNvSpPr/>
              <p:nvPr/>
            </p:nvSpPr>
            <p:spPr>
              <a:xfrm>
                <a:off x="2109" y="2480"/>
                <a:ext cx="1" cy="662"/>
              </a:xfrm>
              <a:custGeom>
                <a:avLst/>
                <a:gdLst/>
                <a:ahLst/>
                <a:cxnLst>
                  <a:cxn ang="0">
                    <a:pos x="0" y="0"/>
                  </a:cxn>
                  <a:cxn ang="0">
                    <a:pos x="0" y="662"/>
                  </a:cxn>
                </a:cxnLst>
                <a:pathLst>
                  <a:path w="1" h="662">
                    <a:moveTo>
                      <a:pt x="0" y="0"/>
                    </a:moveTo>
                    <a:lnTo>
                      <a:pt x="0" y="662"/>
                    </a:lnTo>
                  </a:path>
                </a:pathLst>
              </a:custGeom>
              <a:noFill/>
              <a:ln w="12700" cap="flat" cmpd="sng">
                <a:solidFill>
                  <a:srgbClr val="000000"/>
                </a:solidFill>
                <a:prstDash val="dash"/>
                <a:round/>
                <a:headEnd type="none" w="med" len="med"/>
                <a:tailEnd type="none" w="med" len="med"/>
              </a:ln>
            </p:spPr>
            <p:txBody>
              <a:bodyPr/>
              <a:p>
                <a:endParaRPr lang="zh-CN" altLang="en-US"/>
              </a:p>
            </p:txBody>
          </p:sp>
          <p:sp>
            <p:nvSpPr>
              <p:cNvPr id="8231" name="Freeform 40"/>
              <p:cNvSpPr/>
              <p:nvPr/>
            </p:nvSpPr>
            <p:spPr>
              <a:xfrm>
                <a:off x="2359" y="2485"/>
                <a:ext cx="1" cy="662"/>
              </a:xfrm>
              <a:custGeom>
                <a:avLst/>
                <a:gdLst/>
                <a:ahLst/>
                <a:cxnLst>
                  <a:cxn ang="0">
                    <a:pos x="0" y="0"/>
                  </a:cxn>
                  <a:cxn ang="0">
                    <a:pos x="0" y="662"/>
                  </a:cxn>
                </a:cxnLst>
                <a:pathLst>
                  <a:path w="1" h="662">
                    <a:moveTo>
                      <a:pt x="0" y="0"/>
                    </a:moveTo>
                    <a:lnTo>
                      <a:pt x="0" y="662"/>
                    </a:lnTo>
                  </a:path>
                </a:pathLst>
              </a:custGeom>
              <a:noFill/>
              <a:ln w="12700" cap="flat" cmpd="sng">
                <a:solidFill>
                  <a:srgbClr val="000000"/>
                </a:solidFill>
                <a:prstDash val="dash"/>
                <a:round/>
                <a:headEnd type="none" w="med" len="med"/>
                <a:tailEnd type="none" w="med" len="med"/>
              </a:ln>
            </p:spPr>
            <p:txBody>
              <a:bodyPr/>
              <a:p>
                <a:endParaRPr lang="zh-CN" altLang="en-US"/>
              </a:p>
            </p:txBody>
          </p:sp>
        </p:grpSp>
        <p:grpSp>
          <p:nvGrpSpPr>
            <p:cNvPr id="8232" name="Group 41"/>
            <p:cNvGrpSpPr/>
            <p:nvPr/>
          </p:nvGrpSpPr>
          <p:grpSpPr>
            <a:xfrm>
              <a:off x="1047" y="1372"/>
              <a:ext cx="825" cy="693"/>
              <a:chOff x="892" y="2436"/>
              <a:chExt cx="825" cy="693"/>
            </a:xfrm>
          </p:grpSpPr>
          <p:sp>
            <p:nvSpPr>
              <p:cNvPr id="8233" name="Freeform 42"/>
              <p:cNvSpPr/>
              <p:nvPr/>
            </p:nvSpPr>
            <p:spPr>
              <a:xfrm>
                <a:off x="1411" y="3099"/>
                <a:ext cx="232" cy="1"/>
              </a:xfrm>
              <a:custGeom>
                <a:avLst/>
                <a:gdLst/>
                <a:ahLst/>
                <a:cxnLst>
                  <a:cxn ang="0">
                    <a:pos x="232" y="0"/>
                  </a:cxn>
                  <a:cxn ang="0">
                    <a:pos x="0" y="0"/>
                  </a:cxn>
                </a:cxnLst>
                <a:pathLst>
                  <a:path w="232" h="1">
                    <a:moveTo>
                      <a:pt x="232" y="0"/>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34" name="Line 43"/>
              <p:cNvSpPr/>
              <p:nvPr/>
            </p:nvSpPr>
            <p:spPr>
              <a:xfrm flipH="1">
                <a:off x="1184" y="2436"/>
                <a:ext cx="462" cy="0"/>
              </a:xfrm>
              <a:prstGeom prst="line">
                <a:avLst/>
              </a:prstGeom>
              <a:ln w="38100" cap="flat" cmpd="sng">
                <a:solidFill>
                  <a:srgbClr val="000000"/>
                </a:solidFill>
                <a:prstDash val="solid"/>
                <a:round/>
                <a:headEnd type="none" w="med" len="med"/>
                <a:tailEnd type="none" w="med" len="med"/>
              </a:ln>
            </p:spPr>
          </p:sp>
          <p:sp>
            <p:nvSpPr>
              <p:cNvPr id="8235" name="Freeform 44"/>
              <p:cNvSpPr/>
              <p:nvPr/>
            </p:nvSpPr>
            <p:spPr>
              <a:xfrm>
                <a:off x="1184" y="3128"/>
                <a:ext cx="467" cy="1"/>
              </a:xfrm>
              <a:custGeom>
                <a:avLst/>
                <a:gdLst/>
                <a:ahLst/>
                <a:cxnLst>
                  <a:cxn ang="0">
                    <a:pos x="467" y="0"/>
                  </a:cxn>
                  <a:cxn ang="0">
                    <a:pos x="0" y="0"/>
                  </a:cxn>
                </a:cxnLst>
                <a:pathLst>
                  <a:path w="467" h="1">
                    <a:moveTo>
                      <a:pt x="467" y="0"/>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36" name="Line 45"/>
              <p:cNvSpPr/>
              <p:nvPr/>
            </p:nvSpPr>
            <p:spPr>
              <a:xfrm>
                <a:off x="1639" y="2436"/>
                <a:ext cx="0" cy="691"/>
              </a:xfrm>
              <a:prstGeom prst="line">
                <a:avLst/>
              </a:prstGeom>
              <a:ln w="38100" cap="flat" cmpd="sng">
                <a:solidFill>
                  <a:srgbClr val="000000"/>
                </a:solidFill>
                <a:prstDash val="solid"/>
                <a:round/>
                <a:headEnd type="none" w="med" len="med"/>
                <a:tailEnd type="none" w="med" len="med"/>
              </a:ln>
            </p:spPr>
          </p:sp>
          <p:sp>
            <p:nvSpPr>
              <p:cNvPr id="8237" name="Freeform 46"/>
              <p:cNvSpPr/>
              <p:nvPr/>
            </p:nvSpPr>
            <p:spPr>
              <a:xfrm>
                <a:off x="948" y="2669"/>
                <a:ext cx="245" cy="1"/>
              </a:xfrm>
              <a:custGeom>
                <a:avLst/>
                <a:gdLst/>
                <a:ahLst/>
                <a:cxnLst>
                  <a:cxn ang="0">
                    <a:pos x="245" y="1"/>
                  </a:cxn>
                  <a:cxn ang="0">
                    <a:pos x="0" y="0"/>
                  </a:cxn>
                </a:cxnLst>
                <a:pathLst>
                  <a:path w="245" h="1">
                    <a:moveTo>
                      <a:pt x="245" y="1"/>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38" name="Line 47"/>
              <p:cNvSpPr/>
              <p:nvPr/>
            </p:nvSpPr>
            <p:spPr>
              <a:xfrm flipH="1">
                <a:off x="948" y="2904"/>
                <a:ext cx="236" cy="0"/>
              </a:xfrm>
              <a:prstGeom prst="line">
                <a:avLst/>
              </a:prstGeom>
              <a:ln w="38100" cap="flat" cmpd="sng">
                <a:solidFill>
                  <a:srgbClr val="000000"/>
                </a:solidFill>
                <a:prstDash val="solid"/>
                <a:round/>
                <a:headEnd type="none" w="med" len="med"/>
                <a:tailEnd type="none" w="med" len="med"/>
              </a:ln>
            </p:spPr>
          </p:sp>
          <p:sp>
            <p:nvSpPr>
              <p:cNvPr id="8239" name="Line 48"/>
              <p:cNvSpPr/>
              <p:nvPr/>
            </p:nvSpPr>
            <p:spPr>
              <a:xfrm flipV="1">
                <a:off x="948" y="2668"/>
                <a:ext cx="0" cy="236"/>
              </a:xfrm>
              <a:prstGeom prst="line">
                <a:avLst/>
              </a:prstGeom>
              <a:ln w="38100" cap="flat" cmpd="sng">
                <a:solidFill>
                  <a:srgbClr val="000000"/>
                </a:solidFill>
                <a:prstDash val="solid"/>
                <a:round/>
                <a:headEnd type="none" w="med" len="med"/>
                <a:tailEnd type="none" w="med" len="med"/>
              </a:ln>
            </p:spPr>
          </p:sp>
          <p:sp>
            <p:nvSpPr>
              <p:cNvPr id="8240" name="Line 49"/>
              <p:cNvSpPr/>
              <p:nvPr/>
            </p:nvSpPr>
            <p:spPr>
              <a:xfrm>
                <a:off x="1184" y="2904"/>
                <a:ext cx="0" cy="223"/>
              </a:xfrm>
              <a:prstGeom prst="line">
                <a:avLst/>
              </a:prstGeom>
              <a:ln w="38100" cap="flat" cmpd="sng">
                <a:solidFill>
                  <a:srgbClr val="000000"/>
                </a:solidFill>
                <a:prstDash val="solid"/>
                <a:round/>
                <a:headEnd type="none" w="med" len="med"/>
                <a:tailEnd type="none" w="med" len="med"/>
              </a:ln>
            </p:spPr>
          </p:sp>
          <p:sp>
            <p:nvSpPr>
              <p:cNvPr id="8241" name="Line 50"/>
              <p:cNvSpPr/>
              <p:nvPr/>
            </p:nvSpPr>
            <p:spPr>
              <a:xfrm flipV="1">
                <a:off x="1184" y="2436"/>
                <a:ext cx="0" cy="233"/>
              </a:xfrm>
              <a:prstGeom prst="line">
                <a:avLst/>
              </a:prstGeom>
              <a:ln w="38100" cap="flat" cmpd="sng">
                <a:solidFill>
                  <a:srgbClr val="000000"/>
                </a:solidFill>
                <a:prstDash val="solid"/>
                <a:round/>
                <a:headEnd type="none" w="med" len="med"/>
                <a:tailEnd type="none" w="med" len="med"/>
              </a:ln>
            </p:spPr>
          </p:sp>
          <p:sp>
            <p:nvSpPr>
              <p:cNvPr id="8242" name="Line 51"/>
              <p:cNvSpPr/>
              <p:nvPr/>
            </p:nvSpPr>
            <p:spPr>
              <a:xfrm flipH="1">
                <a:off x="892" y="2785"/>
                <a:ext cx="825" cy="0"/>
              </a:xfrm>
              <a:prstGeom prst="line">
                <a:avLst/>
              </a:prstGeom>
              <a:ln w="12700" cap="flat" cmpd="sng">
                <a:solidFill>
                  <a:srgbClr val="000000"/>
                </a:solidFill>
                <a:prstDash val="lgDashDot"/>
                <a:round/>
                <a:headEnd type="none" w="med" len="med"/>
                <a:tailEnd type="none" w="med" len="med"/>
              </a:ln>
            </p:spPr>
          </p:sp>
          <p:sp>
            <p:nvSpPr>
              <p:cNvPr id="8243" name="Freeform 52"/>
              <p:cNvSpPr/>
              <p:nvPr/>
            </p:nvSpPr>
            <p:spPr>
              <a:xfrm>
                <a:off x="1411" y="2466"/>
                <a:ext cx="225" cy="1"/>
              </a:xfrm>
              <a:custGeom>
                <a:avLst/>
                <a:gdLst/>
                <a:ahLst/>
                <a:cxnLst>
                  <a:cxn ang="0">
                    <a:pos x="225" y="0"/>
                  </a:cxn>
                  <a:cxn ang="0">
                    <a:pos x="0" y="0"/>
                  </a:cxn>
                </a:cxnLst>
                <a:pathLst>
                  <a:path w="225" h="1">
                    <a:moveTo>
                      <a:pt x="225" y="0"/>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44" name="Freeform 53"/>
              <p:cNvSpPr/>
              <p:nvPr/>
            </p:nvSpPr>
            <p:spPr>
              <a:xfrm>
                <a:off x="1418" y="2459"/>
                <a:ext cx="1" cy="647"/>
              </a:xfrm>
              <a:custGeom>
                <a:avLst/>
                <a:gdLst/>
                <a:ahLst/>
                <a:cxnLst>
                  <a:cxn ang="0">
                    <a:pos x="0" y="0"/>
                  </a:cxn>
                  <a:cxn ang="0">
                    <a:pos x="0" y="647"/>
                  </a:cxn>
                </a:cxnLst>
                <a:pathLst>
                  <a:path w="1" h="647">
                    <a:moveTo>
                      <a:pt x="0" y="0"/>
                    </a:moveTo>
                    <a:lnTo>
                      <a:pt x="0" y="647"/>
                    </a:lnTo>
                  </a:path>
                </a:pathLst>
              </a:custGeom>
              <a:noFill/>
              <a:ln w="38100" cap="flat" cmpd="sng">
                <a:solidFill>
                  <a:srgbClr val="000000"/>
                </a:solidFill>
                <a:prstDash val="solid"/>
                <a:round/>
                <a:headEnd type="none" w="med" len="med"/>
                <a:tailEnd type="none" w="med" len="med"/>
              </a:ln>
            </p:spPr>
            <p:txBody>
              <a:bodyPr/>
              <a:p>
                <a:endParaRPr lang="zh-CN" altLang="en-US"/>
              </a:p>
            </p:txBody>
          </p:sp>
        </p:grpSp>
        <p:grpSp>
          <p:nvGrpSpPr>
            <p:cNvPr id="8245" name="Group 54"/>
            <p:cNvGrpSpPr/>
            <p:nvPr/>
          </p:nvGrpSpPr>
          <p:grpSpPr>
            <a:xfrm>
              <a:off x="1031" y="2276"/>
              <a:ext cx="825" cy="697"/>
              <a:chOff x="876" y="3340"/>
              <a:chExt cx="825" cy="697"/>
            </a:xfrm>
          </p:grpSpPr>
          <p:sp>
            <p:nvSpPr>
              <p:cNvPr id="8246" name="Freeform 55"/>
              <p:cNvSpPr/>
              <p:nvPr/>
            </p:nvSpPr>
            <p:spPr>
              <a:xfrm flipH="1">
                <a:off x="950" y="4003"/>
                <a:ext cx="232" cy="1"/>
              </a:xfrm>
              <a:custGeom>
                <a:avLst/>
                <a:gdLst/>
                <a:ahLst/>
                <a:cxnLst>
                  <a:cxn ang="0">
                    <a:pos x="232" y="0"/>
                  </a:cxn>
                  <a:cxn ang="0">
                    <a:pos x="0" y="0"/>
                  </a:cxn>
                </a:cxnLst>
                <a:pathLst>
                  <a:path w="232" h="1">
                    <a:moveTo>
                      <a:pt x="232" y="0"/>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47" name="Line 56"/>
              <p:cNvSpPr/>
              <p:nvPr/>
            </p:nvSpPr>
            <p:spPr>
              <a:xfrm>
                <a:off x="947" y="3340"/>
                <a:ext cx="462" cy="0"/>
              </a:xfrm>
              <a:prstGeom prst="line">
                <a:avLst/>
              </a:prstGeom>
              <a:ln w="38100" cap="flat" cmpd="sng">
                <a:solidFill>
                  <a:srgbClr val="000000"/>
                </a:solidFill>
                <a:prstDash val="solid"/>
                <a:round/>
                <a:headEnd type="none" w="med" len="med"/>
                <a:tailEnd type="none" w="med" len="med"/>
              </a:ln>
            </p:spPr>
          </p:sp>
          <p:sp>
            <p:nvSpPr>
              <p:cNvPr id="8248" name="Freeform 57"/>
              <p:cNvSpPr/>
              <p:nvPr/>
            </p:nvSpPr>
            <p:spPr>
              <a:xfrm flipH="1">
                <a:off x="942" y="4032"/>
                <a:ext cx="467" cy="1"/>
              </a:xfrm>
              <a:custGeom>
                <a:avLst/>
                <a:gdLst/>
                <a:ahLst/>
                <a:cxnLst>
                  <a:cxn ang="0">
                    <a:pos x="467" y="0"/>
                  </a:cxn>
                  <a:cxn ang="0">
                    <a:pos x="0" y="0"/>
                  </a:cxn>
                </a:cxnLst>
                <a:pathLst>
                  <a:path w="467" h="1">
                    <a:moveTo>
                      <a:pt x="467" y="0"/>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49" name="Line 58"/>
              <p:cNvSpPr/>
              <p:nvPr/>
            </p:nvSpPr>
            <p:spPr>
              <a:xfrm flipH="1">
                <a:off x="947" y="3340"/>
                <a:ext cx="0" cy="691"/>
              </a:xfrm>
              <a:prstGeom prst="line">
                <a:avLst/>
              </a:prstGeom>
              <a:ln w="38100" cap="flat" cmpd="sng">
                <a:solidFill>
                  <a:srgbClr val="000000"/>
                </a:solidFill>
                <a:prstDash val="solid"/>
                <a:round/>
                <a:headEnd type="none" w="med" len="med"/>
                <a:tailEnd type="none" w="med" len="med"/>
              </a:ln>
            </p:spPr>
          </p:sp>
          <p:sp>
            <p:nvSpPr>
              <p:cNvPr id="8250" name="Freeform 59"/>
              <p:cNvSpPr/>
              <p:nvPr/>
            </p:nvSpPr>
            <p:spPr>
              <a:xfrm flipH="1">
                <a:off x="1407" y="3573"/>
                <a:ext cx="245" cy="1"/>
              </a:xfrm>
              <a:custGeom>
                <a:avLst/>
                <a:gdLst/>
                <a:ahLst/>
                <a:cxnLst>
                  <a:cxn ang="0">
                    <a:pos x="245" y="1"/>
                  </a:cxn>
                  <a:cxn ang="0">
                    <a:pos x="0" y="0"/>
                  </a:cxn>
                </a:cxnLst>
                <a:pathLst>
                  <a:path w="245" h="1">
                    <a:moveTo>
                      <a:pt x="245" y="1"/>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51" name="Line 60"/>
              <p:cNvSpPr/>
              <p:nvPr/>
            </p:nvSpPr>
            <p:spPr>
              <a:xfrm>
                <a:off x="1409" y="3808"/>
                <a:ext cx="236" cy="0"/>
              </a:xfrm>
              <a:prstGeom prst="line">
                <a:avLst/>
              </a:prstGeom>
              <a:ln w="38100" cap="flat" cmpd="sng">
                <a:solidFill>
                  <a:srgbClr val="000000"/>
                </a:solidFill>
                <a:prstDash val="solid"/>
                <a:round/>
                <a:headEnd type="none" w="med" len="med"/>
                <a:tailEnd type="none" w="med" len="med"/>
              </a:ln>
            </p:spPr>
          </p:sp>
          <p:sp>
            <p:nvSpPr>
              <p:cNvPr id="8252" name="Freeform 61"/>
              <p:cNvSpPr/>
              <p:nvPr/>
            </p:nvSpPr>
            <p:spPr>
              <a:xfrm>
                <a:off x="1636" y="3571"/>
                <a:ext cx="1" cy="247"/>
              </a:xfrm>
              <a:custGeom>
                <a:avLst/>
                <a:gdLst/>
                <a:ahLst/>
                <a:cxnLst>
                  <a:cxn ang="0">
                    <a:pos x="0" y="247"/>
                  </a:cxn>
                  <a:cxn ang="0">
                    <a:pos x="0" y="0"/>
                  </a:cxn>
                </a:cxnLst>
                <a:pathLst>
                  <a:path w="1" h="247">
                    <a:moveTo>
                      <a:pt x="0" y="247"/>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53" name="Freeform 62"/>
              <p:cNvSpPr/>
              <p:nvPr/>
            </p:nvSpPr>
            <p:spPr>
              <a:xfrm>
                <a:off x="1411" y="3808"/>
                <a:ext cx="1" cy="229"/>
              </a:xfrm>
              <a:custGeom>
                <a:avLst/>
                <a:gdLst/>
                <a:ahLst/>
                <a:cxnLst>
                  <a:cxn ang="0">
                    <a:pos x="0" y="0"/>
                  </a:cxn>
                  <a:cxn ang="0">
                    <a:pos x="0" y="229"/>
                  </a:cxn>
                </a:cxnLst>
                <a:pathLst>
                  <a:path w="1" h="229">
                    <a:moveTo>
                      <a:pt x="0" y="0"/>
                    </a:moveTo>
                    <a:lnTo>
                      <a:pt x="0" y="229"/>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54" name="Line 63"/>
              <p:cNvSpPr/>
              <p:nvPr/>
            </p:nvSpPr>
            <p:spPr>
              <a:xfrm flipH="1" flipV="1">
                <a:off x="1409" y="3340"/>
                <a:ext cx="0" cy="233"/>
              </a:xfrm>
              <a:prstGeom prst="line">
                <a:avLst/>
              </a:prstGeom>
              <a:ln w="38100" cap="flat" cmpd="sng">
                <a:solidFill>
                  <a:srgbClr val="000000"/>
                </a:solidFill>
                <a:prstDash val="solid"/>
                <a:round/>
                <a:headEnd type="none" w="med" len="med"/>
                <a:tailEnd type="none" w="med" len="med"/>
              </a:ln>
            </p:spPr>
          </p:sp>
          <p:sp>
            <p:nvSpPr>
              <p:cNvPr id="8255" name="Line 64"/>
              <p:cNvSpPr/>
              <p:nvPr/>
            </p:nvSpPr>
            <p:spPr>
              <a:xfrm>
                <a:off x="876" y="3689"/>
                <a:ext cx="825" cy="0"/>
              </a:xfrm>
              <a:prstGeom prst="line">
                <a:avLst/>
              </a:prstGeom>
              <a:ln w="12700" cap="flat" cmpd="sng">
                <a:solidFill>
                  <a:srgbClr val="000000"/>
                </a:solidFill>
                <a:prstDash val="lgDashDot"/>
                <a:round/>
                <a:headEnd type="none" w="med" len="med"/>
                <a:tailEnd type="none" w="med" len="med"/>
              </a:ln>
            </p:spPr>
          </p:sp>
          <p:sp>
            <p:nvSpPr>
              <p:cNvPr id="8256" name="Freeform 65"/>
              <p:cNvSpPr/>
              <p:nvPr/>
            </p:nvSpPr>
            <p:spPr>
              <a:xfrm flipH="1">
                <a:off x="957" y="3370"/>
                <a:ext cx="225" cy="1"/>
              </a:xfrm>
              <a:custGeom>
                <a:avLst/>
                <a:gdLst/>
                <a:ahLst/>
                <a:cxnLst>
                  <a:cxn ang="0">
                    <a:pos x="225" y="0"/>
                  </a:cxn>
                  <a:cxn ang="0">
                    <a:pos x="0" y="0"/>
                  </a:cxn>
                </a:cxnLst>
                <a:pathLst>
                  <a:path w="225" h="1">
                    <a:moveTo>
                      <a:pt x="225" y="0"/>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57" name="Freeform 66"/>
              <p:cNvSpPr/>
              <p:nvPr/>
            </p:nvSpPr>
            <p:spPr>
              <a:xfrm flipH="1">
                <a:off x="1174" y="3363"/>
                <a:ext cx="1" cy="647"/>
              </a:xfrm>
              <a:custGeom>
                <a:avLst/>
                <a:gdLst/>
                <a:ahLst/>
                <a:cxnLst>
                  <a:cxn ang="0">
                    <a:pos x="0" y="0"/>
                  </a:cxn>
                  <a:cxn ang="0">
                    <a:pos x="0" y="647"/>
                  </a:cxn>
                </a:cxnLst>
                <a:pathLst>
                  <a:path w="1" h="647">
                    <a:moveTo>
                      <a:pt x="0" y="0"/>
                    </a:moveTo>
                    <a:lnTo>
                      <a:pt x="0" y="647"/>
                    </a:lnTo>
                  </a:path>
                </a:pathLst>
              </a:custGeom>
              <a:noFill/>
              <a:ln w="38100" cap="flat" cmpd="sng">
                <a:solidFill>
                  <a:srgbClr val="000000"/>
                </a:solidFill>
                <a:prstDash val="solid"/>
                <a:round/>
                <a:headEnd type="none" w="med" len="med"/>
                <a:tailEnd type="none" w="med" len="med"/>
              </a:ln>
            </p:spPr>
            <p:txBody>
              <a:bodyPr/>
              <a:p>
                <a:endParaRPr lang="zh-CN" altLang="en-US"/>
              </a:p>
            </p:txBody>
          </p:sp>
        </p:grpSp>
      </p:grpSp>
      <p:sp>
        <p:nvSpPr>
          <p:cNvPr id="49219" name="Text Box 67"/>
          <p:cNvSpPr txBox="1"/>
          <p:nvPr/>
        </p:nvSpPr>
        <p:spPr>
          <a:xfrm>
            <a:off x="2913063" y="2655888"/>
            <a:ext cx="388937" cy="336550"/>
          </a:xfrm>
          <a:prstGeom prst="rect">
            <a:avLst/>
          </a:prstGeom>
          <a:noFill/>
          <a:ln w="9525">
            <a:noFill/>
          </a:ln>
        </p:spPr>
        <p:txBody>
          <a:bodyPr wrap="none" anchor="ctr" anchorCtr="0">
            <a:spAutoFit/>
          </a:bodyPr>
          <a:p>
            <a:r>
              <a:rPr lang="en-US" altLang="zh-CN" sz="1600" b="1" dirty="0">
                <a:solidFill>
                  <a:schemeClr val="tx2"/>
                </a:solidFill>
                <a:latin typeface="ISOCP" pitchFamily="2" charset="0"/>
                <a:ea typeface="宋体" panose="02010600030101010101" pitchFamily="2" charset="-122"/>
              </a:rPr>
              <a:t>×</a:t>
            </a:r>
            <a:endParaRPr lang="en-US" altLang="zh-CN" sz="1600" b="1" dirty="0">
              <a:solidFill>
                <a:schemeClr val="tx2"/>
              </a:solidFill>
              <a:latin typeface="ISOCP" pitchFamily="2" charset="0"/>
              <a:ea typeface="宋体" panose="02010600030101010101" pitchFamily="2" charset="-122"/>
            </a:endParaRPr>
          </a:p>
        </p:txBody>
      </p:sp>
      <p:sp>
        <p:nvSpPr>
          <p:cNvPr id="49220" name="Text Box 68"/>
          <p:cNvSpPr txBox="1"/>
          <p:nvPr/>
        </p:nvSpPr>
        <p:spPr>
          <a:xfrm>
            <a:off x="1281113" y="4103688"/>
            <a:ext cx="388937" cy="336550"/>
          </a:xfrm>
          <a:prstGeom prst="rect">
            <a:avLst/>
          </a:prstGeom>
          <a:noFill/>
          <a:ln w="9525">
            <a:noFill/>
          </a:ln>
        </p:spPr>
        <p:txBody>
          <a:bodyPr anchor="ctr" anchorCtr="0">
            <a:spAutoFit/>
          </a:bodyPr>
          <a:p>
            <a:r>
              <a:rPr lang="en-US" altLang="zh-CN" sz="1600" b="1" dirty="0">
                <a:solidFill>
                  <a:schemeClr val="tx2"/>
                </a:solidFill>
                <a:latin typeface="ISOCP" pitchFamily="2" charset="0"/>
                <a:ea typeface="宋体" panose="02010600030101010101" pitchFamily="2" charset="-122"/>
              </a:rPr>
              <a:t>×</a:t>
            </a:r>
            <a:endParaRPr lang="en-US" altLang="zh-CN" sz="1600" b="1" dirty="0">
              <a:solidFill>
                <a:schemeClr val="tx2"/>
              </a:solidFill>
              <a:latin typeface="ISOCP" pitchFamily="2" charset="0"/>
              <a:ea typeface="宋体" panose="02010600030101010101" pitchFamily="2" charset="-122"/>
            </a:endParaRPr>
          </a:p>
        </p:txBody>
      </p:sp>
      <p:grpSp>
        <p:nvGrpSpPr>
          <p:cNvPr id="12" name="Group 69"/>
          <p:cNvGrpSpPr/>
          <p:nvPr/>
        </p:nvGrpSpPr>
        <p:grpSpPr>
          <a:xfrm>
            <a:off x="2844800" y="2203450"/>
            <a:ext cx="381000" cy="1049338"/>
            <a:chOff x="3958" y="2452"/>
            <a:chExt cx="240" cy="661"/>
          </a:xfrm>
        </p:grpSpPr>
        <p:sp>
          <p:nvSpPr>
            <p:cNvPr id="8261" name="Line 70"/>
            <p:cNvSpPr/>
            <p:nvPr/>
          </p:nvSpPr>
          <p:spPr>
            <a:xfrm>
              <a:off x="3958" y="2465"/>
              <a:ext cx="215" cy="0"/>
            </a:xfrm>
            <a:prstGeom prst="line">
              <a:avLst/>
            </a:prstGeom>
            <a:ln w="9525" cap="flat" cmpd="sng">
              <a:solidFill>
                <a:srgbClr val="FF0000"/>
              </a:solidFill>
              <a:prstDash val="solid"/>
              <a:round/>
              <a:headEnd type="none" w="med" len="med"/>
              <a:tailEnd type="none" w="med" len="med"/>
            </a:ln>
          </p:spPr>
        </p:sp>
        <p:sp>
          <p:nvSpPr>
            <p:cNvPr id="8262" name="Line 71"/>
            <p:cNvSpPr/>
            <p:nvPr/>
          </p:nvSpPr>
          <p:spPr>
            <a:xfrm>
              <a:off x="3965" y="3099"/>
              <a:ext cx="208" cy="0"/>
            </a:xfrm>
            <a:prstGeom prst="line">
              <a:avLst/>
            </a:prstGeom>
            <a:ln w="9525" cap="flat" cmpd="sng">
              <a:solidFill>
                <a:srgbClr val="FF0000"/>
              </a:solidFill>
              <a:prstDash val="solid"/>
              <a:round/>
              <a:headEnd type="none" w="med" len="med"/>
              <a:tailEnd type="none" w="med" len="med"/>
            </a:ln>
          </p:spPr>
        </p:sp>
        <p:sp>
          <p:nvSpPr>
            <p:cNvPr id="8263" name="Freeform 72"/>
            <p:cNvSpPr/>
            <p:nvPr/>
          </p:nvSpPr>
          <p:spPr>
            <a:xfrm>
              <a:off x="4152" y="2452"/>
              <a:ext cx="1" cy="661"/>
            </a:xfrm>
            <a:custGeom>
              <a:avLst/>
              <a:gdLst/>
              <a:ahLst/>
              <a:cxnLst>
                <a:cxn ang="0">
                  <a:pos x="0" y="0"/>
                </a:cxn>
                <a:cxn ang="0">
                  <a:pos x="0" y="661"/>
                </a:cxn>
              </a:cxnLst>
              <a:pathLst>
                <a:path w="1" h="661">
                  <a:moveTo>
                    <a:pt x="0" y="0"/>
                  </a:moveTo>
                  <a:lnTo>
                    <a:pt x="0" y="661"/>
                  </a:lnTo>
                </a:path>
              </a:pathLst>
            </a:custGeom>
            <a:noFill/>
            <a:ln w="9525" cap="flat" cmpd="sng">
              <a:solidFill>
                <a:srgbClr val="FF0000"/>
              </a:solidFill>
              <a:prstDash val="solid"/>
              <a:round/>
              <a:headEnd type="triangle" w="sm" len="lg"/>
              <a:tailEnd type="triangle" w="sm" len="lg"/>
            </a:ln>
          </p:spPr>
          <p:txBody>
            <a:bodyPr/>
            <a:p>
              <a:endParaRPr lang="zh-CN" altLang="en-US"/>
            </a:p>
          </p:txBody>
        </p:sp>
        <p:sp>
          <p:nvSpPr>
            <p:cNvPr id="8264" name="Text Box 73"/>
            <p:cNvSpPr txBox="1"/>
            <p:nvPr/>
          </p:nvSpPr>
          <p:spPr>
            <a:xfrm rot="-5400000">
              <a:off x="3969" y="2690"/>
              <a:ext cx="246" cy="212"/>
            </a:xfrm>
            <a:prstGeom prst="rect">
              <a:avLst/>
            </a:prstGeom>
            <a:noFill/>
            <a:ln w="9525">
              <a:noFill/>
            </a:ln>
          </p:spPr>
          <p:txBody>
            <a:bodyPr wrap="none" anchor="ctr" anchorCtr="0">
              <a:spAutoFit/>
            </a:bodyPr>
            <a:p>
              <a:r>
                <a:rPr lang="en-US" altLang="zh-CN" sz="1600" b="1" dirty="0">
                  <a:solidFill>
                    <a:srgbClr val="FF0000"/>
                  </a:solidFill>
                  <a:latin typeface="ISOCP" pitchFamily="2" charset="0"/>
                  <a:ea typeface="宋体" panose="02010600030101010101" pitchFamily="2" charset="-122"/>
                </a:rPr>
                <a:t>52</a:t>
              </a:r>
              <a:endParaRPr lang="en-US" altLang="zh-CN" sz="1600" b="1" dirty="0">
                <a:solidFill>
                  <a:srgbClr val="FF0000"/>
                </a:solidFill>
                <a:latin typeface="ISOCP" pitchFamily="2" charset="0"/>
                <a:ea typeface="宋体" panose="02010600030101010101" pitchFamily="2" charset="-122"/>
              </a:endParaRPr>
            </a:p>
          </p:txBody>
        </p:sp>
      </p:grpSp>
      <p:grpSp>
        <p:nvGrpSpPr>
          <p:cNvPr id="13" name="Group 74"/>
          <p:cNvGrpSpPr/>
          <p:nvPr/>
        </p:nvGrpSpPr>
        <p:grpSpPr>
          <a:xfrm>
            <a:off x="1266825" y="3633788"/>
            <a:ext cx="500063" cy="1062037"/>
            <a:chOff x="2724" y="2858"/>
            <a:chExt cx="315" cy="669"/>
          </a:xfrm>
        </p:grpSpPr>
        <p:sp>
          <p:nvSpPr>
            <p:cNvPr id="8266" name="Line 75"/>
            <p:cNvSpPr/>
            <p:nvPr/>
          </p:nvSpPr>
          <p:spPr>
            <a:xfrm flipH="1">
              <a:off x="2843" y="2873"/>
              <a:ext cx="196" cy="0"/>
            </a:xfrm>
            <a:prstGeom prst="line">
              <a:avLst/>
            </a:prstGeom>
            <a:ln w="9525" cap="flat" cmpd="sng">
              <a:solidFill>
                <a:srgbClr val="FF0000"/>
              </a:solidFill>
              <a:prstDash val="solid"/>
              <a:round/>
              <a:headEnd type="none" w="med" len="med"/>
              <a:tailEnd type="none" w="med" len="med"/>
            </a:ln>
          </p:spPr>
        </p:sp>
        <p:sp>
          <p:nvSpPr>
            <p:cNvPr id="8267" name="Line 76"/>
            <p:cNvSpPr/>
            <p:nvPr/>
          </p:nvSpPr>
          <p:spPr>
            <a:xfrm flipH="1">
              <a:off x="2843" y="3506"/>
              <a:ext cx="196" cy="0"/>
            </a:xfrm>
            <a:prstGeom prst="line">
              <a:avLst/>
            </a:prstGeom>
            <a:ln w="9525" cap="flat" cmpd="sng">
              <a:solidFill>
                <a:srgbClr val="FF0000"/>
              </a:solidFill>
              <a:prstDash val="solid"/>
              <a:round/>
              <a:headEnd type="none" w="med" len="med"/>
              <a:tailEnd type="none" w="med" len="med"/>
            </a:ln>
          </p:spPr>
        </p:sp>
        <p:sp>
          <p:nvSpPr>
            <p:cNvPr id="8268" name="Freeform 77"/>
            <p:cNvSpPr/>
            <p:nvPr/>
          </p:nvSpPr>
          <p:spPr>
            <a:xfrm>
              <a:off x="2879" y="2858"/>
              <a:ext cx="1" cy="669"/>
            </a:xfrm>
            <a:custGeom>
              <a:avLst/>
              <a:gdLst/>
              <a:ahLst/>
              <a:cxnLst>
                <a:cxn ang="0">
                  <a:pos x="0" y="0"/>
                </a:cxn>
                <a:cxn ang="0">
                  <a:pos x="0" y="669"/>
                </a:cxn>
              </a:cxnLst>
              <a:pathLst>
                <a:path w="1" h="669">
                  <a:moveTo>
                    <a:pt x="0" y="0"/>
                  </a:moveTo>
                  <a:lnTo>
                    <a:pt x="0" y="669"/>
                  </a:lnTo>
                </a:path>
              </a:pathLst>
            </a:custGeom>
            <a:noFill/>
            <a:ln w="9525" cap="flat" cmpd="sng">
              <a:solidFill>
                <a:srgbClr val="FF0000"/>
              </a:solidFill>
              <a:prstDash val="solid"/>
              <a:round/>
              <a:headEnd type="triangle" w="sm" len="lg"/>
              <a:tailEnd type="triangle" w="sm" len="lg"/>
            </a:ln>
          </p:spPr>
          <p:txBody>
            <a:bodyPr/>
            <a:p>
              <a:endParaRPr lang="zh-CN" altLang="en-US"/>
            </a:p>
          </p:txBody>
        </p:sp>
        <p:sp>
          <p:nvSpPr>
            <p:cNvPr id="8269" name="Text Box 78"/>
            <p:cNvSpPr txBox="1"/>
            <p:nvPr/>
          </p:nvSpPr>
          <p:spPr>
            <a:xfrm rot="-5400000">
              <a:off x="2707" y="3095"/>
              <a:ext cx="246" cy="212"/>
            </a:xfrm>
            <a:prstGeom prst="rect">
              <a:avLst/>
            </a:prstGeom>
            <a:noFill/>
            <a:ln w="9525">
              <a:noFill/>
            </a:ln>
          </p:spPr>
          <p:txBody>
            <a:bodyPr wrap="none" anchor="ctr" anchorCtr="0">
              <a:spAutoFit/>
            </a:bodyPr>
            <a:p>
              <a:r>
                <a:rPr lang="en-US" altLang="zh-CN" sz="1600" b="1" dirty="0">
                  <a:solidFill>
                    <a:srgbClr val="FF0000"/>
                  </a:solidFill>
                  <a:latin typeface="ISOCP" pitchFamily="2" charset="0"/>
                  <a:ea typeface="宋体" panose="02010600030101010101" pitchFamily="2" charset="-122"/>
                </a:rPr>
                <a:t>52</a:t>
              </a:r>
              <a:endParaRPr lang="en-US" altLang="zh-CN" sz="1600" b="1" dirty="0">
                <a:solidFill>
                  <a:srgbClr val="FF0000"/>
                </a:solidFill>
                <a:latin typeface="ISOCP" pitchFamily="2" charset="0"/>
                <a:ea typeface="宋体" panose="02010600030101010101" pitchFamily="2" charset="-122"/>
              </a:endParaRPr>
            </a:p>
          </p:txBody>
        </p:sp>
      </p:grpSp>
      <p:grpSp>
        <p:nvGrpSpPr>
          <p:cNvPr id="14" name="Group 197"/>
          <p:cNvGrpSpPr/>
          <p:nvPr/>
        </p:nvGrpSpPr>
        <p:grpSpPr>
          <a:xfrm>
            <a:off x="5449888" y="1470025"/>
            <a:ext cx="3257550" cy="3227388"/>
            <a:chOff x="3433" y="926"/>
            <a:chExt cx="2052" cy="2033"/>
          </a:xfrm>
        </p:grpSpPr>
        <p:grpSp>
          <p:nvGrpSpPr>
            <p:cNvPr id="8271" name="Group 198"/>
            <p:cNvGrpSpPr/>
            <p:nvPr/>
          </p:nvGrpSpPr>
          <p:grpSpPr>
            <a:xfrm>
              <a:off x="3433" y="1316"/>
              <a:ext cx="2052" cy="1643"/>
              <a:chOff x="3433" y="1316"/>
              <a:chExt cx="2052" cy="1643"/>
            </a:xfrm>
          </p:grpSpPr>
          <p:grpSp>
            <p:nvGrpSpPr>
              <p:cNvPr id="8272" name="Group 199"/>
              <p:cNvGrpSpPr/>
              <p:nvPr/>
            </p:nvGrpSpPr>
            <p:grpSpPr>
              <a:xfrm>
                <a:off x="4644" y="1316"/>
                <a:ext cx="841" cy="800"/>
                <a:chOff x="1770" y="2424"/>
                <a:chExt cx="916" cy="800"/>
              </a:xfrm>
            </p:grpSpPr>
            <p:sp>
              <p:nvSpPr>
                <p:cNvPr id="8273" name="Oval 200"/>
                <p:cNvSpPr/>
                <p:nvPr/>
              </p:nvSpPr>
              <p:spPr>
                <a:xfrm>
                  <a:off x="1833" y="2466"/>
                  <a:ext cx="792" cy="691"/>
                </a:xfrm>
                <a:prstGeom prst="ellipse">
                  <a:avLst/>
                </a:prstGeom>
                <a:noFill/>
                <a:ln w="38100" cap="flat" cmpd="sng">
                  <a:solidFill>
                    <a:srgbClr val="000000"/>
                  </a:solidFill>
                  <a:prstDash val="solid"/>
                  <a:round/>
                  <a:headEnd type="none" w="med" len="med"/>
                  <a:tailEnd type="none" w="med" len="med"/>
                </a:ln>
              </p:spPr>
              <p:txBody>
                <a:bodyPr wrap="none" anchor="ctr" anchorCtr="0"/>
                <a:p>
                  <a:endParaRPr lang="zh-CN" altLang="en-US" b="1" dirty="0">
                    <a:latin typeface="ISOCP" pitchFamily="2" charset="0"/>
                    <a:ea typeface="宋体" panose="02010600030101010101" pitchFamily="2" charset="-122"/>
                  </a:endParaRPr>
                </a:p>
              </p:txBody>
            </p:sp>
            <p:sp>
              <p:nvSpPr>
                <p:cNvPr id="8274" name="Line 201"/>
                <p:cNvSpPr/>
                <p:nvPr/>
              </p:nvSpPr>
              <p:spPr>
                <a:xfrm>
                  <a:off x="1770" y="2815"/>
                  <a:ext cx="916" cy="0"/>
                </a:xfrm>
                <a:prstGeom prst="line">
                  <a:avLst/>
                </a:prstGeom>
                <a:ln w="12700" cap="flat" cmpd="sng">
                  <a:solidFill>
                    <a:srgbClr val="000000"/>
                  </a:solidFill>
                  <a:prstDash val="lgDashDot"/>
                  <a:round/>
                  <a:headEnd type="none" w="med" len="med"/>
                  <a:tailEnd type="none" w="med" len="med"/>
                </a:ln>
              </p:spPr>
            </p:sp>
            <p:sp>
              <p:nvSpPr>
                <p:cNvPr id="8275" name="Line 202"/>
                <p:cNvSpPr/>
                <p:nvPr/>
              </p:nvSpPr>
              <p:spPr>
                <a:xfrm>
                  <a:off x="2232" y="2424"/>
                  <a:ext cx="0" cy="800"/>
                </a:xfrm>
                <a:prstGeom prst="line">
                  <a:avLst/>
                </a:prstGeom>
                <a:ln w="12700" cap="flat" cmpd="sng">
                  <a:solidFill>
                    <a:srgbClr val="000000"/>
                  </a:solidFill>
                  <a:prstDash val="lgDashDot"/>
                  <a:round/>
                  <a:headEnd type="none" w="med" len="med"/>
                  <a:tailEnd type="none" w="med" len="med"/>
                </a:ln>
              </p:spPr>
            </p:sp>
            <p:sp>
              <p:nvSpPr>
                <p:cNvPr id="8276" name="Freeform 203"/>
                <p:cNvSpPr/>
                <p:nvPr/>
              </p:nvSpPr>
              <p:spPr>
                <a:xfrm>
                  <a:off x="1847" y="2698"/>
                  <a:ext cx="771" cy="1"/>
                </a:xfrm>
                <a:custGeom>
                  <a:avLst/>
                  <a:gdLst/>
                  <a:ahLst/>
                  <a:cxnLst>
                    <a:cxn ang="0">
                      <a:pos x="0" y="0"/>
                    </a:cxn>
                    <a:cxn ang="0">
                      <a:pos x="771" y="0"/>
                    </a:cxn>
                  </a:cxnLst>
                  <a:pathLst>
                    <a:path w="771" h="1">
                      <a:moveTo>
                        <a:pt x="0" y="0"/>
                      </a:moveTo>
                      <a:lnTo>
                        <a:pt x="771"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77" name="Freeform 204"/>
                <p:cNvSpPr/>
                <p:nvPr/>
              </p:nvSpPr>
              <p:spPr>
                <a:xfrm>
                  <a:off x="1852" y="2934"/>
                  <a:ext cx="771" cy="1"/>
                </a:xfrm>
                <a:custGeom>
                  <a:avLst/>
                  <a:gdLst/>
                  <a:ahLst/>
                  <a:cxnLst>
                    <a:cxn ang="0">
                      <a:pos x="0" y="0"/>
                    </a:cxn>
                    <a:cxn ang="0">
                      <a:pos x="771" y="0"/>
                    </a:cxn>
                  </a:cxnLst>
                  <a:pathLst>
                    <a:path w="771" h="1">
                      <a:moveTo>
                        <a:pt x="0" y="0"/>
                      </a:moveTo>
                      <a:lnTo>
                        <a:pt x="771"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78" name="Freeform 205"/>
                <p:cNvSpPr/>
                <p:nvPr/>
              </p:nvSpPr>
              <p:spPr>
                <a:xfrm>
                  <a:off x="2109" y="2480"/>
                  <a:ext cx="1" cy="662"/>
                </a:xfrm>
                <a:custGeom>
                  <a:avLst/>
                  <a:gdLst/>
                  <a:ahLst/>
                  <a:cxnLst>
                    <a:cxn ang="0">
                      <a:pos x="0" y="0"/>
                    </a:cxn>
                    <a:cxn ang="0">
                      <a:pos x="0" y="662"/>
                    </a:cxn>
                  </a:cxnLst>
                  <a:pathLst>
                    <a:path w="1" h="662">
                      <a:moveTo>
                        <a:pt x="0" y="0"/>
                      </a:moveTo>
                      <a:lnTo>
                        <a:pt x="0" y="662"/>
                      </a:lnTo>
                    </a:path>
                  </a:pathLst>
                </a:custGeom>
                <a:noFill/>
                <a:ln w="12700" cap="flat" cmpd="sng">
                  <a:solidFill>
                    <a:srgbClr val="000000"/>
                  </a:solidFill>
                  <a:prstDash val="dash"/>
                  <a:round/>
                  <a:headEnd type="none" w="med" len="med"/>
                  <a:tailEnd type="none" w="med" len="med"/>
                </a:ln>
              </p:spPr>
              <p:txBody>
                <a:bodyPr/>
                <a:p>
                  <a:endParaRPr lang="zh-CN" altLang="en-US"/>
                </a:p>
              </p:txBody>
            </p:sp>
            <p:sp>
              <p:nvSpPr>
                <p:cNvPr id="8279" name="Freeform 206"/>
                <p:cNvSpPr/>
                <p:nvPr/>
              </p:nvSpPr>
              <p:spPr>
                <a:xfrm>
                  <a:off x="2359" y="2485"/>
                  <a:ext cx="1" cy="662"/>
                </a:xfrm>
                <a:custGeom>
                  <a:avLst/>
                  <a:gdLst/>
                  <a:ahLst/>
                  <a:cxnLst>
                    <a:cxn ang="0">
                      <a:pos x="0" y="0"/>
                    </a:cxn>
                    <a:cxn ang="0">
                      <a:pos x="0" y="662"/>
                    </a:cxn>
                  </a:cxnLst>
                  <a:pathLst>
                    <a:path w="1" h="662">
                      <a:moveTo>
                        <a:pt x="0" y="0"/>
                      </a:moveTo>
                      <a:lnTo>
                        <a:pt x="0" y="662"/>
                      </a:lnTo>
                    </a:path>
                  </a:pathLst>
                </a:custGeom>
                <a:noFill/>
                <a:ln w="12700" cap="flat" cmpd="sng">
                  <a:solidFill>
                    <a:srgbClr val="000000"/>
                  </a:solidFill>
                  <a:prstDash val="dash"/>
                  <a:round/>
                  <a:headEnd type="none" w="med" len="med"/>
                  <a:tailEnd type="none" w="med" len="med"/>
                </a:ln>
              </p:spPr>
              <p:txBody>
                <a:bodyPr/>
                <a:p>
                  <a:endParaRPr lang="zh-CN" altLang="en-US"/>
                </a:p>
              </p:txBody>
            </p:sp>
          </p:grpSp>
          <p:grpSp>
            <p:nvGrpSpPr>
              <p:cNvPr id="8280" name="Group 207"/>
              <p:cNvGrpSpPr/>
              <p:nvPr/>
            </p:nvGrpSpPr>
            <p:grpSpPr>
              <a:xfrm>
                <a:off x="3449" y="1358"/>
                <a:ext cx="825" cy="693"/>
                <a:chOff x="2974" y="1939"/>
                <a:chExt cx="825" cy="693"/>
              </a:xfrm>
            </p:grpSpPr>
            <p:sp>
              <p:nvSpPr>
                <p:cNvPr id="8281" name="Freeform 208"/>
                <p:cNvSpPr/>
                <p:nvPr/>
              </p:nvSpPr>
              <p:spPr>
                <a:xfrm>
                  <a:off x="3493" y="2602"/>
                  <a:ext cx="232" cy="1"/>
                </a:xfrm>
                <a:custGeom>
                  <a:avLst/>
                  <a:gdLst/>
                  <a:ahLst/>
                  <a:cxnLst>
                    <a:cxn ang="0">
                      <a:pos x="232" y="0"/>
                    </a:cxn>
                    <a:cxn ang="0">
                      <a:pos x="0" y="0"/>
                    </a:cxn>
                  </a:cxnLst>
                  <a:pathLst>
                    <a:path w="232" h="1">
                      <a:moveTo>
                        <a:pt x="232" y="0"/>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82" name="Line 209"/>
                <p:cNvSpPr/>
                <p:nvPr/>
              </p:nvSpPr>
              <p:spPr>
                <a:xfrm flipH="1">
                  <a:off x="3266" y="1939"/>
                  <a:ext cx="462" cy="0"/>
                </a:xfrm>
                <a:prstGeom prst="line">
                  <a:avLst/>
                </a:prstGeom>
                <a:ln w="38100" cap="flat" cmpd="sng">
                  <a:solidFill>
                    <a:srgbClr val="000000"/>
                  </a:solidFill>
                  <a:prstDash val="solid"/>
                  <a:round/>
                  <a:headEnd type="none" w="med" len="med"/>
                  <a:tailEnd type="none" w="med" len="med"/>
                </a:ln>
              </p:spPr>
            </p:sp>
            <p:sp>
              <p:nvSpPr>
                <p:cNvPr id="8283" name="Freeform 210"/>
                <p:cNvSpPr/>
                <p:nvPr/>
              </p:nvSpPr>
              <p:spPr>
                <a:xfrm>
                  <a:off x="3266" y="2631"/>
                  <a:ext cx="467" cy="1"/>
                </a:xfrm>
                <a:custGeom>
                  <a:avLst/>
                  <a:gdLst/>
                  <a:ahLst/>
                  <a:cxnLst>
                    <a:cxn ang="0">
                      <a:pos x="467" y="0"/>
                    </a:cxn>
                    <a:cxn ang="0">
                      <a:pos x="0" y="0"/>
                    </a:cxn>
                  </a:cxnLst>
                  <a:pathLst>
                    <a:path w="467" h="1">
                      <a:moveTo>
                        <a:pt x="467" y="0"/>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84" name="Line 211"/>
                <p:cNvSpPr/>
                <p:nvPr/>
              </p:nvSpPr>
              <p:spPr>
                <a:xfrm>
                  <a:off x="3721" y="1939"/>
                  <a:ext cx="0" cy="691"/>
                </a:xfrm>
                <a:prstGeom prst="line">
                  <a:avLst/>
                </a:prstGeom>
                <a:ln w="38100" cap="flat" cmpd="sng">
                  <a:solidFill>
                    <a:srgbClr val="000000"/>
                  </a:solidFill>
                  <a:prstDash val="solid"/>
                  <a:round/>
                  <a:headEnd type="none" w="med" len="med"/>
                  <a:tailEnd type="none" w="med" len="med"/>
                </a:ln>
              </p:spPr>
            </p:sp>
            <p:sp>
              <p:nvSpPr>
                <p:cNvPr id="8285" name="Freeform 212"/>
                <p:cNvSpPr/>
                <p:nvPr/>
              </p:nvSpPr>
              <p:spPr>
                <a:xfrm>
                  <a:off x="3030" y="2172"/>
                  <a:ext cx="245" cy="1"/>
                </a:xfrm>
                <a:custGeom>
                  <a:avLst/>
                  <a:gdLst/>
                  <a:ahLst/>
                  <a:cxnLst>
                    <a:cxn ang="0">
                      <a:pos x="245" y="1"/>
                    </a:cxn>
                    <a:cxn ang="0">
                      <a:pos x="0" y="0"/>
                    </a:cxn>
                  </a:cxnLst>
                  <a:pathLst>
                    <a:path w="245" h="1">
                      <a:moveTo>
                        <a:pt x="245" y="1"/>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86" name="Line 213"/>
                <p:cNvSpPr/>
                <p:nvPr/>
              </p:nvSpPr>
              <p:spPr>
                <a:xfrm flipH="1">
                  <a:off x="3030" y="2407"/>
                  <a:ext cx="236" cy="0"/>
                </a:xfrm>
                <a:prstGeom prst="line">
                  <a:avLst/>
                </a:prstGeom>
                <a:ln w="38100" cap="flat" cmpd="sng">
                  <a:solidFill>
                    <a:srgbClr val="000000"/>
                  </a:solidFill>
                  <a:prstDash val="solid"/>
                  <a:round/>
                  <a:headEnd type="none" w="med" len="med"/>
                  <a:tailEnd type="none" w="med" len="med"/>
                </a:ln>
              </p:spPr>
            </p:sp>
            <p:sp>
              <p:nvSpPr>
                <p:cNvPr id="8287" name="Line 214"/>
                <p:cNvSpPr/>
                <p:nvPr/>
              </p:nvSpPr>
              <p:spPr>
                <a:xfrm flipV="1">
                  <a:off x="3030" y="2171"/>
                  <a:ext cx="0" cy="236"/>
                </a:xfrm>
                <a:prstGeom prst="line">
                  <a:avLst/>
                </a:prstGeom>
                <a:ln w="38100" cap="flat" cmpd="sng">
                  <a:solidFill>
                    <a:srgbClr val="000000"/>
                  </a:solidFill>
                  <a:prstDash val="solid"/>
                  <a:round/>
                  <a:headEnd type="none" w="med" len="med"/>
                  <a:tailEnd type="none" w="med" len="med"/>
                </a:ln>
              </p:spPr>
            </p:sp>
            <p:sp>
              <p:nvSpPr>
                <p:cNvPr id="8288" name="Line 215"/>
                <p:cNvSpPr/>
                <p:nvPr/>
              </p:nvSpPr>
              <p:spPr>
                <a:xfrm>
                  <a:off x="3266" y="2407"/>
                  <a:ext cx="0" cy="223"/>
                </a:xfrm>
                <a:prstGeom prst="line">
                  <a:avLst/>
                </a:prstGeom>
                <a:ln w="38100" cap="flat" cmpd="sng">
                  <a:solidFill>
                    <a:srgbClr val="000000"/>
                  </a:solidFill>
                  <a:prstDash val="solid"/>
                  <a:round/>
                  <a:headEnd type="none" w="med" len="med"/>
                  <a:tailEnd type="none" w="med" len="med"/>
                </a:ln>
              </p:spPr>
            </p:sp>
            <p:sp>
              <p:nvSpPr>
                <p:cNvPr id="8289" name="Line 216"/>
                <p:cNvSpPr/>
                <p:nvPr/>
              </p:nvSpPr>
              <p:spPr>
                <a:xfrm flipV="1">
                  <a:off x="3266" y="1939"/>
                  <a:ext cx="0" cy="233"/>
                </a:xfrm>
                <a:prstGeom prst="line">
                  <a:avLst/>
                </a:prstGeom>
                <a:ln w="38100" cap="flat" cmpd="sng">
                  <a:solidFill>
                    <a:srgbClr val="000000"/>
                  </a:solidFill>
                  <a:prstDash val="solid"/>
                  <a:round/>
                  <a:headEnd type="none" w="med" len="med"/>
                  <a:tailEnd type="none" w="med" len="med"/>
                </a:ln>
              </p:spPr>
            </p:sp>
            <p:sp>
              <p:nvSpPr>
                <p:cNvPr id="8290" name="Line 217"/>
                <p:cNvSpPr/>
                <p:nvPr/>
              </p:nvSpPr>
              <p:spPr>
                <a:xfrm flipH="1">
                  <a:off x="2974" y="2288"/>
                  <a:ext cx="825" cy="0"/>
                </a:xfrm>
                <a:prstGeom prst="line">
                  <a:avLst/>
                </a:prstGeom>
                <a:ln w="12700" cap="flat" cmpd="sng">
                  <a:solidFill>
                    <a:srgbClr val="000000"/>
                  </a:solidFill>
                  <a:prstDash val="lgDashDot"/>
                  <a:round/>
                  <a:headEnd type="none" w="med" len="med"/>
                  <a:tailEnd type="none" w="med" len="med"/>
                </a:ln>
              </p:spPr>
            </p:sp>
            <p:sp>
              <p:nvSpPr>
                <p:cNvPr id="8291" name="Freeform 218"/>
                <p:cNvSpPr/>
                <p:nvPr/>
              </p:nvSpPr>
              <p:spPr>
                <a:xfrm>
                  <a:off x="3493" y="1969"/>
                  <a:ext cx="225" cy="1"/>
                </a:xfrm>
                <a:custGeom>
                  <a:avLst/>
                  <a:gdLst/>
                  <a:ahLst/>
                  <a:cxnLst>
                    <a:cxn ang="0">
                      <a:pos x="225" y="0"/>
                    </a:cxn>
                    <a:cxn ang="0">
                      <a:pos x="0" y="0"/>
                    </a:cxn>
                  </a:cxnLst>
                  <a:pathLst>
                    <a:path w="225" h="1">
                      <a:moveTo>
                        <a:pt x="225" y="0"/>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92" name="Freeform 219"/>
                <p:cNvSpPr/>
                <p:nvPr/>
              </p:nvSpPr>
              <p:spPr>
                <a:xfrm>
                  <a:off x="3500" y="1962"/>
                  <a:ext cx="1" cy="647"/>
                </a:xfrm>
                <a:custGeom>
                  <a:avLst/>
                  <a:gdLst/>
                  <a:ahLst/>
                  <a:cxnLst>
                    <a:cxn ang="0">
                      <a:pos x="0" y="0"/>
                    </a:cxn>
                    <a:cxn ang="0">
                      <a:pos x="0" y="647"/>
                    </a:cxn>
                  </a:cxnLst>
                  <a:pathLst>
                    <a:path w="1" h="647">
                      <a:moveTo>
                        <a:pt x="0" y="0"/>
                      </a:moveTo>
                      <a:lnTo>
                        <a:pt x="0" y="647"/>
                      </a:lnTo>
                    </a:path>
                  </a:pathLst>
                </a:custGeom>
                <a:noFill/>
                <a:ln w="38100" cap="flat" cmpd="sng">
                  <a:solidFill>
                    <a:srgbClr val="000000"/>
                  </a:solidFill>
                  <a:prstDash val="solid"/>
                  <a:round/>
                  <a:headEnd type="none" w="med" len="med"/>
                  <a:tailEnd type="none" w="med" len="med"/>
                </a:ln>
              </p:spPr>
              <p:txBody>
                <a:bodyPr/>
                <a:p>
                  <a:endParaRPr lang="zh-CN" altLang="en-US"/>
                </a:p>
              </p:txBody>
            </p:sp>
          </p:grpSp>
          <p:grpSp>
            <p:nvGrpSpPr>
              <p:cNvPr id="8293" name="Group 220"/>
              <p:cNvGrpSpPr/>
              <p:nvPr/>
            </p:nvGrpSpPr>
            <p:grpSpPr>
              <a:xfrm>
                <a:off x="3433" y="2262"/>
                <a:ext cx="825" cy="697"/>
                <a:chOff x="3433" y="2262"/>
                <a:chExt cx="825" cy="697"/>
              </a:xfrm>
            </p:grpSpPr>
            <p:sp>
              <p:nvSpPr>
                <p:cNvPr id="8294" name="Freeform 221"/>
                <p:cNvSpPr/>
                <p:nvPr/>
              </p:nvSpPr>
              <p:spPr>
                <a:xfrm flipH="1">
                  <a:off x="3507" y="2918"/>
                  <a:ext cx="232" cy="1"/>
                </a:xfrm>
                <a:custGeom>
                  <a:avLst/>
                  <a:gdLst/>
                  <a:ahLst/>
                  <a:cxnLst>
                    <a:cxn ang="0">
                      <a:pos x="232" y="0"/>
                    </a:cxn>
                    <a:cxn ang="0">
                      <a:pos x="0" y="0"/>
                    </a:cxn>
                  </a:cxnLst>
                  <a:pathLst>
                    <a:path w="232" h="1">
                      <a:moveTo>
                        <a:pt x="232" y="0"/>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95" name="Line 222"/>
                <p:cNvSpPr/>
                <p:nvPr/>
              </p:nvSpPr>
              <p:spPr>
                <a:xfrm>
                  <a:off x="3504" y="2262"/>
                  <a:ext cx="462" cy="0"/>
                </a:xfrm>
                <a:prstGeom prst="line">
                  <a:avLst/>
                </a:prstGeom>
                <a:ln w="38100" cap="flat" cmpd="sng">
                  <a:solidFill>
                    <a:srgbClr val="000000"/>
                  </a:solidFill>
                  <a:prstDash val="solid"/>
                  <a:round/>
                  <a:headEnd type="none" w="med" len="med"/>
                  <a:tailEnd type="none" w="med" len="med"/>
                </a:ln>
              </p:spPr>
            </p:sp>
            <p:sp>
              <p:nvSpPr>
                <p:cNvPr id="8296" name="Freeform 223"/>
                <p:cNvSpPr/>
                <p:nvPr/>
              </p:nvSpPr>
              <p:spPr>
                <a:xfrm flipH="1">
                  <a:off x="3506" y="2954"/>
                  <a:ext cx="467" cy="1"/>
                </a:xfrm>
                <a:custGeom>
                  <a:avLst/>
                  <a:gdLst/>
                  <a:ahLst/>
                  <a:cxnLst>
                    <a:cxn ang="0">
                      <a:pos x="467" y="0"/>
                    </a:cxn>
                    <a:cxn ang="0">
                      <a:pos x="0" y="0"/>
                    </a:cxn>
                  </a:cxnLst>
                  <a:pathLst>
                    <a:path w="467" h="1">
                      <a:moveTo>
                        <a:pt x="467" y="0"/>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97" name="Line 224"/>
                <p:cNvSpPr/>
                <p:nvPr/>
              </p:nvSpPr>
              <p:spPr>
                <a:xfrm flipH="1">
                  <a:off x="3504" y="2262"/>
                  <a:ext cx="0" cy="691"/>
                </a:xfrm>
                <a:prstGeom prst="line">
                  <a:avLst/>
                </a:prstGeom>
                <a:ln w="38100" cap="flat" cmpd="sng">
                  <a:solidFill>
                    <a:srgbClr val="000000"/>
                  </a:solidFill>
                  <a:prstDash val="solid"/>
                  <a:round/>
                  <a:headEnd type="none" w="med" len="med"/>
                  <a:tailEnd type="none" w="med" len="med"/>
                </a:ln>
              </p:spPr>
            </p:sp>
            <p:sp>
              <p:nvSpPr>
                <p:cNvPr id="8298" name="Freeform 225"/>
                <p:cNvSpPr/>
                <p:nvPr/>
              </p:nvSpPr>
              <p:spPr>
                <a:xfrm flipH="1">
                  <a:off x="3964" y="2495"/>
                  <a:ext cx="245" cy="1"/>
                </a:xfrm>
                <a:custGeom>
                  <a:avLst/>
                  <a:gdLst/>
                  <a:ahLst/>
                  <a:cxnLst>
                    <a:cxn ang="0">
                      <a:pos x="245" y="1"/>
                    </a:cxn>
                    <a:cxn ang="0">
                      <a:pos x="0" y="0"/>
                    </a:cxn>
                  </a:cxnLst>
                  <a:pathLst>
                    <a:path w="245" h="1">
                      <a:moveTo>
                        <a:pt x="245" y="1"/>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299" name="Line 226"/>
                <p:cNvSpPr/>
                <p:nvPr/>
              </p:nvSpPr>
              <p:spPr>
                <a:xfrm>
                  <a:off x="3966" y="2730"/>
                  <a:ext cx="236" cy="0"/>
                </a:xfrm>
                <a:prstGeom prst="line">
                  <a:avLst/>
                </a:prstGeom>
                <a:ln w="38100" cap="flat" cmpd="sng">
                  <a:solidFill>
                    <a:srgbClr val="000000"/>
                  </a:solidFill>
                  <a:prstDash val="solid"/>
                  <a:round/>
                  <a:headEnd type="none" w="med" len="med"/>
                  <a:tailEnd type="none" w="med" len="med"/>
                </a:ln>
              </p:spPr>
            </p:sp>
            <p:sp>
              <p:nvSpPr>
                <p:cNvPr id="8300" name="Freeform 227"/>
                <p:cNvSpPr/>
                <p:nvPr/>
              </p:nvSpPr>
              <p:spPr>
                <a:xfrm>
                  <a:off x="4196" y="2494"/>
                  <a:ext cx="1" cy="248"/>
                </a:xfrm>
                <a:custGeom>
                  <a:avLst/>
                  <a:gdLst/>
                  <a:ahLst/>
                  <a:cxnLst>
                    <a:cxn ang="0">
                      <a:pos x="0" y="248"/>
                    </a:cxn>
                    <a:cxn ang="0">
                      <a:pos x="0" y="0"/>
                    </a:cxn>
                  </a:cxnLst>
                  <a:pathLst>
                    <a:path w="1" h="248">
                      <a:moveTo>
                        <a:pt x="0" y="248"/>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301" name="Freeform 228"/>
                <p:cNvSpPr/>
                <p:nvPr/>
              </p:nvSpPr>
              <p:spPr>
                <a:xfrm>
                  <a:off x="3968" y="2730"/>
                  <a:ext cx="1" cy="229"/>
                </a:xfrm>
                <a:custGeom>
                  <a:avLst/>
                  <a:gdLst/>
                  <a:ahLst/>
                  <a:cxnLst>
                    <a:cxn ang="0">
                      <a:pos x="0" y="0"/>
                    </a:cxn>
                    <a:cxn ang="0">
                      <a:pos x="0" y="229"/>
                    </a:cxn>
                  </a:cxnLst>
                  <a:pathLst>
                    <a:path w="1" h="229">
                      <a:moveTo>
                        <a:pt x="0" y="0"/>
                      </a:moveTo>
                      <a:lnTo>
                        <a:pt x="0" y="229"/>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302" name="Line 229"/>
                <p:cNvSpPr/>
                <p:nvPr/>
              </p:nvSpPr>
              <p:spPr>
                <a:xfrm flipH="1" flipV="1">
                  <a:off x="3966" y="2262"/>
                  <a:ext cx="0" cy="233"/>
                </a:xfrm>
                <a:prstGeom prst="line">
                  <a:avLst/>
                </a:prstGeom>
                <a:ln w="38100" cap="flat" cmpd="sng">
                  <a:solidFill>
                    <a:srgbClr val="000000"/>
                  </a:solidFill>
                  <a:prstDash val="solid"/>
                  <a:round/>
                  <a:headEnd type="none" w="med" len="med"/>
                  <a:tailEnd type="none" w="med" len="med"/>
                </a:ln>
              </p:spPr>
            </p:sp>
            <p:sp>
              <p:nvSpPr>
                <p:cNvPr id="8303" name="Line 230"/>
                <p:cNvSpPr/>
                <p:nvPr/>
              </p:nvSpPr>
              <p:spPr>
                <a:xfrm>
                  <a:off x="3433" y="2611"/>
                  <a:ext cx="825" cy="0"/>
                </a:xfrm>
                <a:prstGeom prst="line">
                  <a:avLst/>
                </a:prstGeom>
                <a:ln w="12700" cap="flat" cmpd="sng">
                  <a:solidFill>
                    <a:srgbClr val="000000"/>
                  </a:solidFill>
                  <a:prstDash val="lgDashDot"/>
                  <a:round/>
                  <a:headEnd type="none" w="med" len="med"/>
                  <a:tailEnd type="none" w="med" len="med"/>
                </a:ln>
              </p:spPr>
            </p:sp>
            <p:sp>
              <p:nvSpPr>
                <p:cNvPr id="8304" name="Freeform 231"/>
                <p:cNvSpPr/>
                <p:nvPr/>
              </p:nvSpPr>
              <p:spPr>
                <a:xfrm flipH="1">
                  <a:off x="3514" y="2292"/>
                  <a:ext cx="225" cy="1"/>
                </a:xfrm>
                <a:custGeom>
                  <a:avLst/>
                  <a:gdLst/>
                  <a:ahLst/>
                  <a:cxnLst>
                    <a:cxn ang="0">
                      <a:pos x="225" y="0"/>
                    </a:cxn>
                    <a:cxn ang="0">
                      <a:pos x="0" y="0"/>
                    </a:cxn>
                  </a:cxnLst>
                  <a:pathLst>
                    <a:path w="225" h="1">
                      <a:moveTo>
                        <a:pt x="225" y="0"/>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8305" name="Freeform 232"/>
                <p:cNvSpPr/>
                <p:nvPr/>
              </p:nvSpPr>
              <p:spPr>
                <a:xfrm flipH="1">
                  <a:off x="3731" y="2285"/>
                  <a:ext cx="1" cy="647"/>
                </a:xfrm>
                <a:custGeom>
                  <a:avLst/>
                  <a:gdLst/>
                  <a:ahLst/>
                  <a:cxnLst>
                    <a:cxn ang="0">
                      <a:pos x="0" y="0"/>
                    </a:cxn>
                    <a:cxn ang="0">
                      <a:pos x="0" y="647"/>
                    </a:cxn>
                  </a:cxnLst>
                  <a:pathLst>
                    <a:path w="1" h="647">
                      <a:moveTo>
                        <a:pt x="0" y="0"/>
                      </a:moveTo>
                      <a:lnTo>
                        <a:pt x="0" y="647"/>
                      </a:lnTo>
                    </a:path>
                  </a:pathLst>
                </a:custGeom>
                <a:noFill/>
                <a:ln w="38100" cap="flat" cmpd="sng">
                  <a:solidFill>
                    <a:srgbClr val="000000"/>
                  </a:solidFill>
                  <a:prstDash val="solid"/>
                  <a:round/>
                  <a:headEnd type="none" w="med" len="med"/>
                  <a:tailEnd type="none" w="med" len="med"/>
                </a:ln>
              </p:spPr>
              <p:txBody>
                <a:bodyPr/>
                <a:p>
                  <a:endParaRPr lang="zh-CN" altLang="en-US"/>
                </a:p>
              </p:txBody>
            </p:sp>
          </p:grpSp>
        </p:grpSp>
        <p:grpSp>
          <p:nvGrpSpPr>
            <p:cNvPr id="8306" name="Group 233"/>
            <p:cNvGrpSpPr/>
            <p:nvPr/>
          </p:nvGrpSpPr>
          <p:grpSpPr>
            <a:xfrm>
              <a:off x="3500" y="1083"/>
              <a:ext cx="246" cy="289"/>
              <a:chOff x="703" y="1666"/>
              <a:chExt cx="246" cy="289"/>
            </a:xfrm>
          </p:grpSpPr>
          <p:sp>
            <p:nvSpPr>
              <p:cNvPr id="8307" name="Line 234"/>
              <p:cNvSpPr/>
              <p:nvPr/>
            </p:nvSpPr>
            <p:spPr>
              <a:xfrm flipV="1">
                <a:off x="942" y="1804"/>
                <a:ext cx="0" cy="151"/>
              </a:xfrm>
              <a:prstGeom prst="line">
                <a:avLst/>
              </a:prstGeom>
              <a:ln w="9525" cap="flat" cmpd="sng">
                <a:solidFill>
                  <a:schemeClr val="accent2"/>
                </a:solidFill>
                <a:prstDash val="solid"/>
                <a:round/>
                <a:headEnd type="none" w="med" len="med"/>
                <a:tailEnd type="none" w="med" len="med"/>
              </a:ln>
            </p:spPr>
          </p:sp>
          <p:sp>
            <p:nvSpPr>
              <p:cNvPr id="8308" name="Line 235"/>
              <p:cNvSpPr/>
              <p:nvPr/>
            </p:nvSpPr>
            <p:spPr>
              <a:xfrm>
                <a:off x="707" y="1825"/>
                <a:ext cx="228" cy="0"/>
              </a:xfrm>
              <a:prstGeom prst="line">
                <a:avLst/>
              </a:prstGeom>
              <a:ln w="9525" cap="flat" cmpd="sng">
                <a:solidFill>
                  <a:schemeClr val="accent2"/>
                </a:solidFill>
                <a:prstDash val="solid"/>
                <a:round/>
                <a:headEnd type="triangle" w="sm" len="lg"/>
                <a:tailEnd type="triangle" w="sm" len="lg"/>
              </a:ln>
            </p:spPr>
          </p:sp>
          <p:sp>
            <p:nvSpPr>
              <p:cNvPr id="8309" name="Text Box 236"/>
              <p:cNvSpPr txBox="1"/>
              <p:nvPr/>
            </p:nvSpPr>
            <p:spPr>
              <a:xfrm>
                <a:off x="703" y="1666"/>
                <a:ext cx="246" cy="212"/>
              </a:xfrm>
              <a:prstGeom prst="rect">
                <a:avLst/>
              </a:prstGeom>
              <a:noFill/>
              <a:ln w="9525">
                <a:noFill/>
              </a:ln>
            </p:spPr>
            <p:txBody>
              <a:bodyPr wrap="none" anchor="ctr" anchorCtr="0">
                <a:spAutoFit/>
              </a:bodyPr>
              <a:p>
                <a:r>
                  <a:rPr lang="en-US" altLang="zh-CN" sz="1600" b="1" dirty="0">
                    <a:solidFill>
                      <a:schemeClr val="accent2"/>
                    </a:solidFill>
                    <a:latin typeface="ISOCP" pitchFamily="2" charset="0"/>
                    <a:ea typeface="宋体" panose="02010600030101010101" pitchFamily="2" charset="-122"/>
                  </a:rPr>
                  <a:t>20</a:t>
                </a:r>
                <a:endParaRPr lang="en-US" altLang="zh-CN" sz="1600" b="1" dirty="0">
                  <a:solidFill>
                    <a:schemeClr val="accent2"/>
                  </a:solidFill>
                  <a:latin typeface="ISOCP" pitchFamily="2" charset="0"/>
                  <a:ea typeface="宋体" panose="02010600030101010101" pitchFamily="2" charset="-122"/>
                </a:endParaRPr>
              </a:p>
            </p:txBody>
          </p:sp>
        </p:grpSp>
        <p:grpSp>
          <p:nvGrpSpPr>
            <p:cNvPr id="8310" name="Group 237"/>
            <p:cNvGrpSpPr/>
            <p:nvPr/>
          </p:nvGrpSpPr>
          <p:grpSpPr>
            <a:xfrm>
              <a:off x="4193" y="1358"/>
              <a:ext cx="425" cy="706"/>
              <a:chOff x="3718" y="1939"/>
              <a:chExt cx="425" cy="706"/>
            </a:xfrm>
          </p:grpSpPr>
          <p:sp>
            <p:nvSpPr>
              <p:cNvPr id="8311" name="Line 238"/>
              <p:cNvSpPr/>
              <p:nvPr/>
            </p:nvSpPr>
            <p:spPr>
              <a:xfrm>
                <a:off x="3718" y="1952"/>
                <a:ext cx="410" cy="0"/>
              </a:xfrm>
              <a:prstGeom prst="line">
                <a:avLst/>
              </a:prstGeom>
              <a:ln w="9525" cap="flat" cmpd="sng">
                <a:solidFill>
                  <a:schemeClr val="accent2"/>
                </a:solidFill>
                <a:prstDash val="solid"/>
                <a:round/>
                <a:headEnd type="none" w="med" len="med"/>
                <a:tailEnd type="none" w="med" len="med"/>
              </a:ln>
            </p:spPr>
          </p:sp>
          <p:sp>
            <p:nvSpPr>
              <p:cNvPr id="8312" name="Line 239"/>
              <p:cNvSpPr/>
              <p:nvPr/>
            </p:nvSpPr>
            <p:spPr>
              <a:xfrm>
                <a:off x="3744" y="2631"/>
                <a:ext cx="384" cy="0"/>
              </a:xfrm>
              <a:prstGeom prst="line">
                <a:avLst/>
              </a:prstGeom>
              <a:ln w="9525" cap="flat" cmpd="sng">
                <a:solidFill>
                  <a:schemeClr val="accent2"/>
                </a:solidFill>
                <a:prstDash val="solid"/>
                <a:round/>
                <a:headEnd type="none" w="med" len="med"/>
                <a:tailEnd type="none" w="med" len="med"/>
              </a:ln>
            </p:spPr>
          </p:sp>
          <p:sp>
            <p:nvSpPr>
              <p:cNvPr id="8313" name="Freeform 240"/>
              <p:cNvSpPr/>
              <p:nvPr/>
            </p:nvSpPr>
            <p:spPr>
              <a:xfrm>
                <a:off x="4089" y="1939"/>
                <a:ext cx="2" cy="706"/>
              </a:xfrm>
              <a:custGeom>
                <a:avLst/>
                <a:gdLst/>
                <a:ahLst/>
                <a:cxnLst>
                  <a:cxn ang="0">
                    <a:pos x="0" y="0"/>
                  </a:cxn>
                  <a:cxn ang="0">
                    <a:pos x="0" y="680"/>
                  </a:cxn>
                </a:cxnLst>
                <a:pathLst>
                  <a:path w="1" h="719">
                    <a:moveTo>
                      <a:pt x="0" y="0"/>
                    </a:moveTo>
                    <a:lnTo>
                      <a:pt x="0" y="719"/>
                    </a:lnTo>
                  </a:path>
                </a:pathLst>
              </a:custGeom>
              <a:noFill/>
              <a:ln w="9525" cap="flat" cmpd="sng">
                <a:solidFill>
                  <a:schemeClr val="accent2"/>
                </a:solidFill>
                <a:prstDash val="solid"/>
                <a:round/>
                <a:headEnd type="triangle" w="sm" len="lg"/>
                <a:tailEnd type="triangle" w="sm" len="lg"/>
              </a:ln>
            </p:spPr>
            <p:txBody>
              <a:bodyPr/>
              <a:p>
                <a:endParaRPr lang="zh-CN" altLang="en-US"/>
              </a:p>
            </p:txBody>
          </p:sp>
          <p:sp>
            <p:nvSpPr>
              <p:cNvPr id="8314" name="Text Box 241"/>
              <p:cNvSpPr txBox="1"/>
              <p:nvPr/>
            </p:nvSpPr>
            <p:spPr>
              <a:xfrm rot="-5400000">
                <a:off x="3865" y="2195"/>
                <a:ext cx="344" cy="212"/>
              </a:xfrm>
              <a:prstGeom prst="rect">
                <a:avLst/>
              </a:prstGeom>
              <a:noFill/>
              <a:ln w="9525">
                <a:noFill/>
              </a:ln>
            </p:spPr>
            <p:txBody>
              <a:bodyPr wrap="none" anchor="ctr" anchorCtr="0">
                <a:spAutoFit/>
              </a:bodyPr>
              <a:p>
                <a:r>
                  <a:rPr lang="en-US" altLang="zh-CN" sz="1600" b="1" dirty="0">
                    <a:solidFill>
                      <a:schemeClr val="accent2"/>
                    </a:solidFill>
                    <a:latin typeface="ISOCP" pitchFamily="2" charset="0"/>
                    <a:ea typeface="宋体" panose="02010600030101010101" pitchFamily="2" charset="-122"/>
                    <a:sym typeface="Symbol" panose="05050102010706020507" pitchFamily="18" charset="2"/>
                  </a:rPr>
                  <a:t></a:t>
                </a:r>
                <a:r>
                  <a:rPr lang="en-US" altLang="zh-CN" sz="1600" b="1" dirty="0">
                    <a:solidFill>
                      <a:schemeClr val="accent2"/>
                    </a:solidFill>
                    <a:latin typeface="ISOCP" pitchFamily="2" charset="0"/>
                    <a:ea typeface="宋体" panose="02010600030101010101" pitchFamily="2" charset="-122"/>
                  </a:rPr>
                  <a:t>56</a:t>
                </a:r>
                <a:endParaRPr lang="en-US" altLang="zh-CN" sz="1600" b="1" dirty="0">
                  <a:solidFill>
                    <a:schemeClr val="accent2"/>
                  </a:solidFill>
                  <a:latin typeface="ISOCP" pitchFamily="2" charset="0"/>
                  <a:ea typeface="宋体" panose="02010600030101010101" pitchFamily="2" charset="-122"/>
                </a:endParaRPr>
              </a:p>
            </p:txBody>
          </p:sp>
        </p:grpSp>
        <p:grpSp>
          <p:nvGrpSpPr>
            <p:cNvPr id="8315" name="Group 242"/>
            <p:cNvGrpSpPr/>
            <p:nvPr/>
          </p:nvGrpSpPr>
          <p:grpSpPr>
            <a:xfrm>
              <a:off x="3499" y="926"/>
              <a:ext cx="709" cy="666"/>
              <a:chOff x="702" y="1509"/>
              <a:chExt cx="709" cy="666"/>
            </a:xfrm>
          </p:grpSpPr>
          <p:sp>
            <p:nvSpPr>
              <p:cNvPr id="8316" name="Line 243"/>
              <p:cNvSpPr/>
              <p:nvPr/>
            </p:nvSpPr>
            <p:spPr>
              <a:xfrm flipV="1">
                <a:off x="702" y="1644"/>
                <a:ext cx="0" cy="531"/>
              </a:xfrm>
              <a:prstGeom prst="line">
                <a:avLst/>
              </a:prstGeom>
              <a:ln w="9525" cap="flat" cmpd="sng">
                <a:solidFill>
                  <a:schemeClr val="accent2"/>
                </a:solidFill>
                <a:prstDash val="solid"/>
                <a:round/>
                <a:headEnd type="none" w="med" len="med"/>
                <a:tailEnd type="none" w="med" len="med"/>
              </a:ln>
            </p:spPr>
          </p:sp>
          <p:sp>
            <p:nvSpPr>
              <p:cNvPr id="8317" name="Line 244"/>
              <p:cNvSpPr/>
              <p:nvPr/>
            </p:nvSpPr>
            <p:spPr>
              <a:xfrm flipV="1">
                <a:off x="1403" y="1644"/>
                <a:ext cx="0" cy="297"/>
              </a:xfrm>
              <a:prstGeom prst="line">
                <a:avLst/>
              </a:prstGeom>
              <a:ln w="9525" cap="flat" cmpd="sng">
                <a:solidFill>
                  <a:schemeClr val="accent2"/>
                </a:solidFill>
                <a:prstDash val="solid"/>
                <a:round/>
                <a:headEnd type="none" w="med" len="med"/>
                <a:tailEnd type="none" w="med" len="med"/>
              </a:ln>
            </p:spPr>
          </p:sp>
          <p:sp>
            <p:nvSpPr>
              <p:cNvPr id="8318" name="Line 245"/>
              <p:cNvSpPr/>
              <p:nvPr/>
            </p:nvSpPr>
            <p:spPr>
              <a:xfrm>
                <a:off x="710" y="1665"/>
                <a:ext cx="701" cy="0"/>
              </a:xfrm>
              <a:prstGeom prst="line">
                <a:avLst/>
              </a:prstGeom>
              <a:ln w="9525" cap="flat" cmpd="sng">
                <a:solidFill>
                  <a:schemeClr val="accent2"/>
                </a:solidFill>
                <a:prstDash val="solid"/>
                <a:round/>
                <a:headEnd type="triangle" w="sm" len="lg"/>
                <a:tailEnd type="triangle" w="sm" len="lg"/>
              </a:ln>
            </p:spPr>
          </p:sp>
          <p:sp>
            <p:nvSpPr>
              <p:cNvPr id="8319" name="Text Box 246"/>
              <p:cNvSpPr txBox="1"/>
              <p:nvPr/>
            </p:nvSpPr>
            <p:spPr>
              <a:xfrm>
                <a:off x="939" y="1509"/>
                <a:ext cx="246" cy="212"/>
              </a:xfrm>
              <a:prstGeom prst="rect">
                <a:avLst/>
              </a:prstGeom>
              <a:noFill/>
              <a:ln w="9525">
                <a:noFill/>
              </a:ln>
            </p:spPr>
            <p:txBody>
              <a:bodyPr wrap="none" anchor="ctr" anchorCtr="0">
                <a:spAutoFit/>
              </a:bodyPr>
              <a:p>
                <a:r>
                  <a:rPr lang="en-US" altLang="zh-CN" sz="1600" b="1" dirty="0">
                    <a:solidFill>
                      <a:schemeClr val="accent2"/>
                    </a:solidFill>
                    <a:latin typeface="ISOCP" pitchFamily="2" charset="0"/>
                    <a:ea typeface="宋体" panose="02010600030101010101" pitchFamily="2" charset="-122"/>
                  </a:rPr>
                  <a:t>50</a:t>
                </a:r>
                <a:endParaRPr lang="en-US" altLang="zh-CN" sz="1600" b="1" dirty="0">
                  <a:solidFill>
                    <a:schemeClr val="accent2"/>
                  </a:solidFill>
                  <a:latin typeface="ISOCP" pitchFamily="2" charset="0"/>
                  <a:ea typeface="宋体" panose="02010600030101010101" pitchFamily="2" charset="-122"/>
                </a:endParaRPr>
              </a:p>
            </p:txBody>
          </p:sp>
        </p:grpSp>
        <p:grpSp>
          <p:nvGrpSpPr>
            <p:cNvPr id="8320" name="Group 247"/>
            <p:cNvGrpSpPr/>
            <p:nvPr/>
          </p:nvGrpSpPr>
          <p:grpSpPr>
            <a:xfrm>
              <a:off x="3963" y="2036"/>
              <a:ext cx="251" cy="460"/>
              <a:chOff x="3963" y="2036"/>
              <a:chExt cx="251" cy="460"/>
            </a:xfrm>
          </p:grpSpPr>
          <p:sp>
            <p:nvSpPr>
              <p:cNvPr id="8321" name="Freeform 248"/>
              <p:cNvSpPr/>
              <p:nvPr/>
            </p:nvSpPr>
            <p:spPr>
              <a:xfrm>
                <a:off x="3963" y="2175"/>
                <a:ext cx="3" cy="87"/>
              </a:xfrm>
              <a:custGeom>
                <a:avLst/>
                <a:gdLst/>
                <a:ahLst/>
                <a:cxnLst>
                  <a:cxn ang="0">
                    <a:pos x="0" y="0"/>
                  </a:cxn>
                  <a:cxn ang="0">
                    <a:pos x="3" y="87"/>
                  </a:cxn>
                </a:cxnLst>
                <a:pathLst>
                  <a:path w="3" h="87">
                    <a:moveTo>
                      <a:pt x="0" y="0"/>
                    </a:moveTo>
                    <a:lnTo>
                      <a:pt x="3" y="87"/>
                    </a:lnTo>
                  </a:path>
                </a:pathLst>
              </a:custGeom>
              <a:noFill/>
              <a:ln w="9525" cap="flat" cmpd="sng">
                <a:solidFill>
                  <a:schemeClr val="accent2"/>
                </a:solidFill>
                <a:prstDash val="solid"/>
                <a:round/>
                <a:headEnd type="none" w="med" len="med"/>
                <a:tailEnd type="none" w="med" len="med"/>
              </a:ln>
            </p:spPr>
            <p:txBody>
              <a:bodyPr/>
              <a:p>
                <a:endParaRPr lang="zh-CN" altLang="en-US"/>
              </a:p>
            </p:txBody>
          </p:sp>
          <p:sp>
            <p:nvSpPr>
              <p:cNvPr id="8322" name="Freeform 249"/>
              <p:cNvSpPr/>
              <p:nvPr/>
            </p:nvSpPr>
            <p:spPr>
              <a:xfrm>
                <a:off x="4200" y="2160"/>
                <a:ext cx="3" cy="336"/>
              </a:xfrm>
              <a:custGeom>
                <a:avLst/>
                <a:gdLst/>
                <a:ahLst/>
                <a:cxnLst>
                  <a:cxn ang="0">
                    <a:pos x="0" y="336"/>
                  </a:cxn>
                  <a:cxn ang="0">
                    <a:pos x="3" y="0"/>
                  </a:cxn>
                </a:cxnLst>
                <a:pathLst>
                  <a:path w="3" h="336">
                    <a:moveTo>
                      <a:pt x="0" y="336"/>
                    </a:moveTo>
                    <a:lnTo>
                      <a:pt x="3" y="0"/>
                    </a:lnTo>
                  </a:path>
                </a:pathLst>
              </a:custGeom>
              <a:noFill/>
              <a:ln w="9525" cap="flat" cmpd="sng">
                <a:solidFill>
                  <a:schemeClr val="accent2"/>
                </a:solidFill>
                <a:prstDash val="solid"/>
                <a:round/>
                <a:headEnd type="none" w="med" len="med"/>
                <a:tailEnd type="none" w="med" len="med"/>
              </a:ln>
            </p:spPr>
            <p:txBody>
              <a:bodyPr/>
              <a:p>
                <a:endParaRPr lang="zh-CN" altLang="en-US"/>
              </a:p>
            </p:txBody>
          </p:sp>
          <p:sp>
            <p:nvSpPr>
              <p:cNvPr id="8323" name="Line 250"/>
              <p:cNvSpPr/>
              <p:nvPr/>
            </p:nvSpPr>
            <p:spPr>
              <a:xfrm>
                <a:off x="3968" y="2207"/>
                <a:ext cx="225" cy="0"/>
              </a:xfrm>
              <a:prstGeom prst="line">
                <a:avLst/>
              </a:prstGeom>
              <a:ln w="9525" cap="flat" cmpd="sng">
                <a:solidFill>
                  <a:schemeClr val="accent2"/>
                </a:solidFill>
                <a:prstDash val="solid"/>
                <a:round/>
                <a:headEnd type="triangle" w="sm" len="lg"/>
                <a:tailEnd type="triangle" w="sm" len="lg"/>
              </a:ln>
            </p:spPr>
          </p:sp>
          <p:sp>
            <p:nvSpPr>
              <p:cNvPr id="8324" name="Text Box 251"/>
              <p:cNvSpPr txBox="1"/>
              <p:nvPr/>
            </p:nvSpPr>
            <p:spPr>
              <a:xfrm>
                <a:off x="3968" y="2036"/>
                <a:ext cx="246" cy="212"/>
              </a:xfrm>
              <a:prstGeom prst="rect">
                <a:avLst/>
              </a:prstGeom>
              <a:noFill/>
              <a:ln w="9525">
                <a:noFill/>
              </a:ln>
            </p:spPr>
            <p:txBody>
              <a:bodyPr anchor="ctr" anchorCtr="0">
                <a:spAutoFit/>
              </a:bodyPr>
              <a:p>
                <a:r>
                  <a:rPr lang="en-US" altLang="zh-CN" sz="1600" b="1" dirty="0">
                    <a:solidFill>
                      <a:schemeClr val="accent2"/>
                    </a:solidFill>
                    <a:latin typeface="ISOCP" pitchFamily="2" charset="0"/>
                    <a:ea typeface="宋体" panose="02010600030101010101" pitchFamily="2" charset="-122"/>
                  </a:rPr>
                  <a:t>20</a:t>
                </a:r>
                <a:endParaRPr lang="en-US" altLang="zh-CN" sz="1600" b="1" dirty="0">
                  <a:solidFill>
                    <a:schemeClr val="accent2"/>
                  </a:solidFill>
                  <a:latin typeface="ISOCP" pitchFamily="2" charset="0"/>
                  <a:ea typeface="宋体" panose="02010600030101010101" pitchFamily="2" charset="-122"/>
                </a:endParaRPr>
              </a:p>
            </p:txBody>
          </p:sp>
        </p:grpSp>
      </p:grpSp>
      <p:sp>
        <p:nvSpPr>
          <p:cNvPr id="25615" name="WordArt 254"/>
          <p:cNvSpPr>
            <a:spLocks noTextEdit="1"/>
          </p:cNvSpPr>
          <p:nvPr/>
        </p:nvSpPr>
        <p:spPr>
          <a:xfrm>
            <a:off x="1311275" y="5133975"/>
            <a:ext cx="1206500" cy="831850"/>
          </a:xfrm>
          <a:prstGeom prst="rect">
            <a:avLst/>
          </a:prstGeom>
        </p:spPr>
        <p:txBody>
          <a:bodyPr wrap="none" fromWordArt="1">
            <a:prstTxWarp prst="textPlain">
              <a:avLst>
                <a:gd name="adj" fmla="val 50000"/>
              </a:avLst>
            </a:prstTxWarp>
            <a:normAutofit/>
          </a:bodyPr>
          <a:p>
            <a:pPr algn="l"/>
            <a:r>
              <a:rPr lang="zh-CN" altLang="en-US" sz="3600" i="1">
                <a:ln w="9525" cap="flat" cmpd="sng">
                  <a:solidFill>
                    <a:srgbClr val="000000"/>
                  </a:solidFill>
                  <a:prstDash val="solid"/>
                  <a:round/>
                  <a:headEnd type="none" w="med" len="med"/>
                  <a:tailEnd type="none" w="med" len="med"/>
                </a:ln>
                <a:solidFill>
                  <a:srgbClr val="FF0000"/>
                </a:solidFill>
                <a:effectLst>
                  <a:outerShdw dist="35921" dir="2699999" algn="ctr" rotWithShape="0">
                    <a:srgbClr val="808080"/>
                  </a:outerShdw>
                </a:effectLst>
                <a:latin typeface="宋体" panose="02010600030101010101" pitchFamily="2" charset="-122"/>
                <a:ea typeface="宋体" panose="02010600030101010101" pitchFamily="2" charset="-122"/>
              </a:rPr>
              <a:t>注意：</a:t>
            </a:r>
            <a:endParaRPr lang="zh-CN" altLang="en-US" sz="3600" i="1">
              <a:ln w="9525" cap="flat" cmpd="sng">
                <a:solidFill>
                  <a:srgbClr val="000000"/>
                </a:solidFill>
                <a:prstDash val="solid"/>
                <a:round/>
                <a:headEnd type="none" w="med" len="med"/>
                <a:tailEnd type="none" w="med" len="med"/>
              </a:ln>
              <a:solidFill>
                <a:srgbClr val="FF0000"/>
              </a:solidFill>
              <a:effectLst>
                <a:outerShdw dist="35921" dir="2699999" algn="ctr" rotWithShape="0">
                  <a:srgbClr val="808080"/>
                </a:outerShdw>
              </a:effectLst>
              <a:latin typeface="宋体" panose="02010600030101010101" pitchFamily="2" charset="-122"/>
              <a:ea typeface="宋体" panose="02010600030101010101" pitchFamily="2" charset="-122"/>
            </a:endParaRPr>
          </a:p>
        </p:txBody>
      </p:sp>
      <p:sp>
        <p:nvSpPr>
          <p:cNvPr id="25616" name="WordArt 255"/>
          <p:cNvSpPr>
            <a:spLocks noTextEdit="1"/>
          </p:cNvSpPr>
          <p:nvPr/>
        </p:nvSpPr>
        <p:spPr>
          <a:xfrm>
            <a:off x="2795588" y="5240338"/>
            <a:ext cx="4954587" cy="658812"/>
          </a:xfrm>
          <a:prstGeom prst="rect">
            <a:avLst/>
          </a:prstGeom>
        </p:spPr>
        <p:txBody>
          <a:bodyPr wrap="none" fromWordArt="1">
            <a:prstTxWarp prst="textSlantUp">
              <a:avLst>
                <a:gd name="adj" fmla="val 7065"/>
              </a:avLst>
            </a:prstTxWarp>
            <a:normAutofit/>
          </a:bodyPr>
          <a:p>
            <a:pPr algn="l"/>
            <a:r>
              <a:rPr lang="zh-CN" altLang="en-US" sz="3600">
                <a:ln w="9525" cap="flat" cmpd="sng">
                  <a:solidFill>
                    <a:schemeClr val="accent2"/>
                  </a:solidFill>
                  <a:prstDash val="solid"/>
                  <a:round/>
                  <a:headEnd type="none" w="med" len="med"/>
                  <a:tailEnd type="none" w="med" len="med"/>
                </a:ln>
                <a:solidFill>
                  <a:schemeClr val="accent2"/>
                </a:solidFill>
                <a:effectLst>
                  <a:outerShdw dist="53882" dir="2699999" algn="ctr" rotWithShape="0">
                    <a:srgbClr val="9999FF"/>
                  </a:outerShdw>
                </a:effectLst>
                <a:latin typeface="宋体" panose="02010600030101010101" pitchFamily="2" charset="-122"/>
                <a:ea typeface="宋体" panose="02010600030101010101" pitchFamily="2" charset="-122"/>
              </a:rPr>
              <a:t>不能在截交线上直接注尺寸！</a:t>
            </a:r>
            <a:endParaRPr lang="zh-CN" altLang="en-US" sz="3600">
              <a:ln w="9525" cap="flat" cmpd="sng">
                <a:solidFill>
                  <a:schemeClr val="accent2"/>
                </a:solidFill>
                <a:prstDash val="solid"/>
                <a:round/>
                <a:headEnd type="none" w="med" len="med"/>
                <a:tailEnd type="none" w="med" len="med"/>
              </a:ln>
              <a:solidFill>
                <a:schemeClr val="accent2"/>
              </a:solidFill>
              <a:effectLst>
                <a:outerShdw dist="53882" dir="2699999" algn="ctr" rotWithShape="0">
                  <a:srgbClr val="9999FF"/>
                </a:outerShdw>
              </a:effectLst>
              <a:latin typeface="宋体" panose="02010600030101010101" pitchFamily="2" charset="-122"/>
              <a:ea typeface="宋体" panose="02010600030101010101" pitchFamily="2" charset="-122"/>
            </a:endParaRPr>
          </a:p>
        </p:txBody>
      </p:sp>
      <p:sp>
        <p:nvSpPr>
          <p:cNvPr id="8327" name="矩形 8"/>
          <p:cNvSpPr/>
          <p:nvPr/>
        </p:nvSpPr>
        <p:spPr>
          <a:xfrm>
            <a:off x="1314450" y="6045200"/>
            <a:ext cx="7596188" cy="646113"/>
          </a:xfrm>
          <a:prstGeom prst="rect">
            <a:avLst/>
          </a:prstGeom>
          <a:noFill/>
          <a:ln w="9525">
            <a:noFill/>
          </a:ln>
        </p:spPr>
        <p:txBody>
          <a:bodyPr wrap="none" anchor="t" anchorCtr="0">
            <a:spAutoFit/>
          </a:bodyPr>
          <a:p>
            <a:r>
              <a:rPr lang="zh-CN" altLang="en-US" sz="3600" b="1" dirty="0">
                <a:latin typeface="Times New Roman" panose="02020603050405020304" charset="0"/>
                <a:ea typeface="宋体" panose="02010600030101010101" pitchFamily="2" charset="-122"/>
              </a:rPr>
              <a:t>截交线：截平面与立体表面的交线。</a:t>
            </a:r>
            <a:endParaRPr lang="zh-CN" altLang="en-US" sz="3600" b="1" dirty="0">
              <a:latin typeface="Times New Roman" panose="0202060305040502030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ou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ppt_x</p:attrName>
                                        </p:attrNameLst>
                                      </p:cBhvr>
                                      <p:tavLst>
                                        <p:tav tm="0">
                                          <p:val>
                                            <p:strVal val="#ppt_x"/>
                                          </p:val>
                                        </p:tav>
                                        <p:tav tm="100000">
                                          <p:val>
                                            <p:strVal val="#ppt_x"/>
                                          </p:val>
                                        </p:tav>
                                      </p:tavLst>
                                    </p:anim>
                                    <p:anim calcmode="lin" valueType="num">
                                      <p:cBhvr>
                                        <p:cTn id="18" dur="500" fill="hold"/>
                                        <p:tgtEl>
                                          <p:spTgt spid="6"/>
                                        </p:tgtEl>
                                        <p:attrNameLst>
                                          <p:attrName>ppt_y</p:attrName>
                                        </p:attrNameLst>
                                      </p:cBhvr>
                                      <p:tavLst>
                                        <p:tav tm="0">
                                          <p:val>
                                            <p:strVal val="#ppt_y+#ppt_h/2"/>
                                          </p:val>
                                        </p:tav>
                                        <p:tav tm="100000">
                                          <p:val>
                                            <p:strVal val="#ppt_y"/>
                                          </p:val>
                                        </p:tav>
                                      </p:tavLst>
                                    </p:anim>
                                    <p:anim calcmode="lin" valueType="num">
                                      <p:cBhvr>
                                        <p:cTn id="19" dur="500" fill="hold"/>
                                        <p:tgtEl>
                                          <p:spTgt spid="6"/>
                                        </p:tgtEl>
                                        <p:attrNameLst>
                                          <p:attrName>ppt_w</p:attrName>
                                        </p:attrNameLst>
                                      </p:cBhvr>
                                      <p:tavLst>
                                        <p:tav tm="0">
                                          <p:val>
                                            <p:strVal val="#ppt_w"/>
                                          </p:val>
                                        </p:tav>
                                        <p:tav tm="100000">
                                          <p:val>
                                            <p:strVal val="#ppt_w"/>
                                          </p:val>
                                        </p:tav>
                                      </p:tavLst>
                                    </p:anim>
                                    <p:anim calcmode="lin" valueType="num">
                                      <p:cBhvr>
                                        <p:cTn id="20" dur="500" fill="hold"/>
                                        <p:tgtEl>
                                          <p:spTgt spid="6"/>
                                        </p:tgtEl>
                                        <p:attrNameLst>
                                          <p:attrName>ppt_h</p:attrName>
                                        </p:attrNameLst>
                                      </p:cBhvr>
                                      <p:tavLst>
                                        <p:tav tm="0">
                                          <p:val>
                                            <p:fltVal val="0.00000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ppt_x</p:attrName>
                                        </p:attrNameLst>
                                      </p:cBhvr>
                                      <p:tavLst>
                                        <p:tav tm="0">
                                          <p:val>
                                            <p:strVal val="#ppt_x"/>
                                          </p:val>
                                        </p:tav>
                                        <p:tav tm="100000">
                                          <p:val>
                                            <p:strVal val="#ppt_x"/>
                                          </p:val>
                                        </p:tav>
                                      </p:tavLst>
                                    </p:anim>
                                    <p:anim calcmode="lin" valueType="num">
                                      <p:cBhvr>
                                        <p:cTn id="26" dur="500" fill="hold"/>
                                        <p:tgtEl>
                                          <p:spTgt spid="4"/>
                                        </p:tgtEl>
                                        <p:attrNameLst>
                                          <p:attrName>ppt_y</p:attrName>
                                        </p:attrNameLst>
                                      </p:cBhvr>
                                      <p:tavLst>
                                        <p:tav tm="0">
                                          <p:val>
                                            <p:strVal val="#ppt_y+#ppt_h/2"/>
                                          </p:val>
                                        </p:tav>
                                        <p:tav tm="100000">
                                          <p:val>
                                            <p:strVal val="#ppt_y"/>
                                          </p:val>
                                        </p:tav>
                                      </p:tavLst>
                                    </p:anim>
                                    <p:anim calcmode="lin" valueType="num">
                                      <p:cBhvr>
                                        <p:cTn id="27" dur="500" fill="hold"/>
                                        <p:tgtEl>
                                          <p:spTgt spid="4"/>
                                        </p:tgtEl>
                                        <p:attrNameLst>
                                          <p:attrName>ppt_w</p:attrName>
                                        </p:attrNameLst>
                                      </p:cBhvr>
                                      <p:tavLst>
                                        <p:tav tm="0">
                                          <p:val>
                                            <p:strVal val="#ppt_w"/>
                                          </p:val>
                                        </p:tav>
                                        <p:tav tm="100000">
                                          <p:val>
                                            <p:strVal val="#ppt_w"/>
                                          </p:val>
                                        </p:tav>
                                      </p:tavLst>
                                    </p:anim>
                                    <p:anim calcmode="lin" valueType="num">
                                      <p:cBhvr>
                                        <p:cTn id="28" dur="500" fill="hold"/>
                                        <p:tgtEl>
                                          <p:spTgt spid="4"/>
                                        </p:tgtEl>
                                        <p:attrNameLst>
                                          <p:attrName>ppt_h</p:attrName>
                                        </p:attrNameLst>
                                      </p:cBhvr>
                                      <p:tavLst>
                                        <p:tav tm="0">
                                          <p:val>
                                            <p:fltVal val="0.00000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7" presetClass="entr" presetSubtype="4"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p:cTn id="33" dur="500" fill="hold"/>
                                        <p:tgtEl>
                                          <p:spTgt spid="7"/>
                                        </p:tgtEl>
                                        <p:attrNameLst>
                                          <p:attrName>ppt_x</p:attrName>
                                        </p:attrNameLst>
                                      </p:cBhvr>
                                      <p:tavLst>
                                        <p:tav tm="0">
                                          <p:val>
                                            <p:strVal val="#ppt_x"/>
                                          </p:val>
                                        </p:tav>
                                        <p:tav tm="100000">
                                          <p:val>
                                            <p:strVal val="#ppt_x"/>
                                          </p:val>
                                        </p:tav>
                                      </p:tavLst>
                                    </p:anim>
                                    <p:anim calcmode="lin" valueType="num">
                                      <p:cBhvr>
                                        <p:cTn id="34" dur="500" fill="hold"/>
                                        <p:tgtEl>
                                          <p:spTgt spid="7"/>
                                        </p:tgtEl>
                                        <p:attrNameLst>
                                          <p:attrName>ppt_y</p:attrName>
                                        </p:attrNameLst>
                                      </p:cBhvr>
                                      <p:tavLst>
                                        <p:tav tm="0">
                                          <p:val>
                                            <p:strVal val="#ppt_y+#ppt_h/2"/>
                                          </p:val>
                                        </p:tav>
                                        <p:tav tm="100000">
                                          <p:val>
                                            <p:strVal val="#ppt_y"/>
                                          </p:val>
                                        </p:tav>
                                      </p:tavLst>
                                    </p:anim>
                                    <p:anim calcmode="lin" valueType="num">
                                      <p:cBhvr>
                                        <p:cTn id="35" dur="500" fill="hold"/>
                                        <p:tgtEl>
                                          <p:spTgt spid="7"/>
                                        </p:tgtEl>
                                        <p:attrNameLst>
                                          <p:attrName>ppt_w</p:attrName>
                                        </p:attrNameLst>
                                      </p:cBhvr>
                                      <p:tavLst>
                                        <p:tav tm="0">
                                          <p:val>
                                            <p:strVal val="#ppt_w"/>
                                          </p:val>
                                        </p:tav>
                                        <p:tav tm="100000">
                                          <p:val>
                                            <p:strVal val="#ppt_w"/>
                                          </p:val>
                                        </p:tav>
                                      </p:tavLst>
                                    </p:anim>
                                    <p:anim calcmode="lin" valueType="num">
                                      <p:cBhvr>
                                        <p:cTn id="36" dur="500" fill="hold"/>
                                        <p:tgtEl>
                                          <p:spTgt spid="7"/>
                                        </p:tgtEl>
                                        <p:attrNameLst>
                                          <p:attrName>ppt_h</p:attrName>
                                        </p:attrNameLst>
                                      </p:cBhvr>
                                      <p:tavLst>
                                        <p:tav tm="0">
                                          <p:val>
                                            <p:fltVal val="0.00000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17" presetClass="entr" presetSubtype="8"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00" fill="hold"/>
                                        <p:tgtEl>
                                          <p:spTgt spid="12"/>
                                        </p:tgtEl>
                                        <p:attrNameLst>
                                          <p:attrName>ppt_x</p:attrName>
                                        </p:attrNameLst>
                                      </p:cBhvr>
                                      <p:tavLst>
                                        <p:tav tm="0">
                                          <p:val>
                                            <p:strVal val="#ppt_x-#ppt_w/2"/>
                                          </p:val>
                                        </p:tav>
                                        <p:tav tm="100000">
                                          <p:val>
                                            <p:strVal val="#ppt_x"/>
                                          </p:val>
                                        </p:tav>
                                      </p:tavLst>
                                    </p:anim>
                                    <p:anim calcmode="lin" valueType="num">
                                      <p:cBhvr>
                                        <p:cTn id="42" dur="500" fill="hold"/>
                                        <p:tgtEl>
                                          <p:spTgt spid="12"/>
                                        </p:tgtEl>
                                        <p:attrNameLst>
                                          <p:attrName>ppt_y</p:attrName>
                                        </p:attrNameLst>
                                      </p:cBhvr>
                                      <p:tavLst>
                                        <p:tav tm="0">
                                          <p:val>
                                            <p:strVal val="#ppt_y"/>
                                          </p:val>
                                        </p:tav>
                                        <p:tav tm="100000">
                                          <p:val>
                                            <p:strVal val="#ppt_y"/>
                                          </p:val>
                                        </p:tav>
                                      </p:tavLst>
                                    </p:anim>
                                    <p:anim calcmode="lin" valueType="num">
                                      <p:cBhvr>
                                        <p:cTn id="43" dur="500" fill="hold"/>
                                        <p:tgtEl>
                                          <p:spTgt spid="12"/>
                                        </p:tgtEl>
                                        <p:attrNameLst>
                                          <p:attrName>ppt_w</p:attrName>
                                        </p:attrNameLst>
                                      </p:cBhvr>
                                      <p:tavLst>
                                        <p:tav tm="0">
                                          <p:val>
                                            <p:fltVal val="0.000000"/>
                                          </p:val>
                                        </p:tav>
                                        <p:tav tm="100000">
                                          <p:val>
                                            <p:strVal val="#ppt_w"/>
                                          </p:val>
                                        </p:tav>
                                      </p:tavLst>
                                    </p:anim>
                                    <p:anim calcmode="lin" valueType="num">
                                      <p:cBhvr>
                                        <p:cTn id="44" dur="5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2"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500" fill="hold"/>
                                        <p:tgtEl>
                                          <p:spTgt spid="13"/>
                                        </p:tgtEl>
                                        <p:attrNameLst>
                                          <p:attrName>ppt_x</p:attrName>
                                        </p:attrNameLst>
                                      </p:cBhvr>
                                      <p:tavLst>
                                        <p:tav tm="0">
                                          <p:val>
                                            <p:strVal val="#ppt_x+#ppt_w/2"/>
                                          </p:val>
                                        </p:tav>
                                        <p:tav tm="100000">
                                          <p:val>
                                            <p:strVal val="#ppt_x"/>
                                          </p:val>
                                        </p:tav>
                                      </p:tavLst>
                                    </p:anim>
                                    <p:anim calcmode="lin" valueType="num">
                                      <p:cBhvr>
                                        <p:cTn id="50" dur="500" fill="hold"/>
                                        <p:tgtEl>
                                          <p:spTgt spid="13"/>
                                        </p:tgtEl>
                                        <p:attrNameLst>
                                          <p:attrName>ppt_y</p:attrName>
                                        </p:attrNameLst>
                                      </p:cBhvr>
                                      <p:tavLst>
                                        <p:tav tm="0">
                                          <p:val>
                                            <p:strVal val="#ppt_y"/>
                                          </p:val>
                                        </p:tav>
                                        <p:tav tm="100000">
                                          <p:val>
                                            <p:strVal val="#ppt_y"/>
                                          </p:val>
                                        </p:tav>
                                      </p:tavLst>
                                    </p:anim>
                                    <p:anim calcmode="lin" valueType="num">
                                      <p:cBhvr>
                                        <p:cTn id="51" dur="500" fill="hold"/>
                                        <p:tgtEl>
                                          <p:spTgt spid="13"/>
                                        </p:tgtEl>
                                        <p:attrNameLst>
                                          <p:attrName>ppt_w</p:attrName>
                                        </p:attrNameLst>
                                      </p:cBhvr>
                                      <p:tavLst>
                                        <p:tav tm="0">
                                          <p:val>
                                            <p:fltVal val="0.000000"/>
                                          </p:val>
                                        </p:tav>
                                        <p:tav tm="100000">
                                          <p:val>
                                            <p:strVal val="#ppt_w"/>
                                          </p:val>
                                        </p:tav>
                                      </p:tavLst>
                                    </p:anim>
                                    <p:anim calcmode="lin" valueType="num">
                                      <p:cBhvr>
                                        <p:cTn id="52" dur="5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19" presetClass="entr" presetSubtype="10" fill="hold" grpId="0" nodeType="clickEffect">
                                  <p:stCondLst>
                                    <p:cond delay="0"/>
                                  </p:stCondLst>
                                  <p:childTnLst>
                                    <p:set>
                                      <p:cBhvr>
                                        <p:cTn id="56" dur="1" fill="hold">
                                          <p:stCondLst>
                                            <p:cond delay="0"/>
                                          </p:stCondLst>
                                        </p:cTn>
                                        <p:tgtEl>
                                          <p:spTgt spid="49219"/>
                                        </p:tgtEl>
                                        <p:attrNameLst>
                                          <p:attrName>style.visibility</p:attrName>
                                        </p:attrNameLst>
                                      </p:cBhvr>
                                      <p:to>
                                        <p:strVal val="visible"/>
                                      </p:to>
                                    </p:set>
                                    <p:anim calcmode="lin" valueType="num">
                                      <p:cBhvr>
                                        <p:cTn id="57" dur="5000" fill="hold"/>
                                        <p:tgtEl>
                                          <p:spTgt spid="49219"/>
                                        </p:tgtEl>
                                        <p:attrNameLst>
                                          <p:attrName>ppt_w</p:attrName>
                                        </p:attrNameLst>
                                      </p:cBhvr>
                                      <p:tavLst>
                                        <p:tav tm="0" fmla="#ppt_w*sin(2.5*pi*$)">
                                          <p:val>
                                            <p:fltVal val="0.000000"/>
                                          </p:val>
                                        </p:tav>
                                        <p:tav tm="100000">
                                          <p:val>
                                            <p:fltVal val="1.000000"/>
                                          </p:val>
                                        </p:tav>
                                      </p:tavLst>
                                    </p:anim>
                                    <p:anim calcmode="lin" valueType="num">
                                      <p:cBhvr>
                                        <p:cTn id="58" dur="5000" fill="hold"/>
                                        <p:tgtEl>
                                          <p:spTgt spid="49219"/>
                                        </p:tgtEl>
                                        <p:attrNameLst>
                                          <p:attrName>ppt_h</p:attrName>
                                        </p:attrNameLst>
                                      </p:cBhvr>
                                      <p:tavLst>
                                        <p:tav tm="0">
                                          <p:val>
                                            <p:strVal val="#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9" presetClass="entr" presetSubtype="10" fill="hold" grpId="0" nodeType="clickEffect">
                                  <p:stCondLst>
                                    <p:cond delay="0"/>
                                  </p:stCondLst>
                                  <p:childTnLst>
                                    <p:set>
                                      <p:cBhvr>
                                        <p:cTn id="62" dur="1" fill="hold">
                                          <p:stCondLst>
                                            <p:cond delay="0"/>
                                          </p:stCondLst>
                                        </p:cTn>
                                        <p:tgtEl>
                                          <p:spTgt spid="49220"/>
                                        </p:tgtEl>
                                        <p:attrNameLst>
                                          <p:attrName>style.visibility</p:attrName>
                                        </p:attrNameLst>
                                      </p:cBhvr>
                                      <p:to>
                                        <p:strVal val="visible"/>
                                      </p:to>
                                    </p:set>
                                    <p:anim calcmode="lin" valueType="num">
                                      <p:cBhvr>
                                        <p:cTn id="63" dur="5000" fill="hold"/>
                                        <p:tgtEl>
                                          <p:spTgt spid="49220"/>
                                        </p:tgtEl>
                                        <p:attrNameLst>
                                          <p:attrName>ppt_w</p:attrName>
                                        </p:attrNameLst>
                                      </p:cBhvr>
                                      <p:tavLst>
                                        <p:tav tm="0" fmla="#ppt_w*sin(2.5*pi*$)">
                                          <p:val>
                                            <p:fltVal val="0.000000"/>
                                          </p:val>
                                        </p:tav>
                                        <p:tav tm="100000">
                                          <p:val>
                                            <p:fltVal val="1.000000"/>
                                          </p:val>
                                        </p:tav>
                                      </p:tavLst>
                                    </p:anim>
                                    <p:anim calcmode="lin" valueType="num">
                                      <p:cBhvr>
                                        <p:cTn id="64" dur="5000" fill="hold"/>
                                        <p:tgtEl>
                                          <p:spTgt spid="49220"/>
                                        </p:tgtEl>
                                        <p:attrNameLst>
                                          <p:attrName>ppt_h</p:attrName>
                                        </p:attrNameLst>
                                      </p:cBhvr>
                                      <p:tavLst>
                                        <p:tav tm="0">
                                          <p:val>
                                            <p:strVal val="#ppt_h"/>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4" presetClass="entr" presetSubtype="16" fill="hold" nodeType="click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box(in)">
                                      <p:cBhvr>
                                        <p:cTn id="69" dur="500"/>
                                        <p:tgtEl>
                                          <p:spTgt spid="14"/>
                                        </p:tgtEl>
                                      </p:cBhvr>
                                    </p:animEffect>
                                  </p:childTnLst>
                                </p:cTn>
                              </p:par>
                            </p:childTnLst>
                          </p:cTn>
                        </p:par>
                      </p:childTnLst>
                    </p:cTn>
                  </p:par>
                  <p:par>
                    <p:cTn id="70" fill="hold">
                      <p:stCondLst>
                        <p:cond delay="indefinite"/>
                      </p:stCondLst>
                      <p:childTnLst>
                        <p:par>
                          <p:cTn id="71" fill="hold">
                            <p:stCondLst>
                              <p:cond delay="0"/>
                            </p:stCondLst>
                            <p:childTnLst>
                              <p:par>
                                <p:cTn id="72" presetID="17" presetClass="entr" presetSubtype="2" fill="hold" nodeType="clickEffect">
                                  <p:stCondLst>
                                    <p:cond delay="0"/>
                                  </p:stCondLst>
                                  <p:childTnLst>
                                    <p:set>
                                      <p:cBhvr>
                                        <p:cTn id="73" dur="1" fill="hold">
                                          <p:stCondLst>
                                            <p:cond delay="0"/>
                                          </p:stCondLst>
                                        </p:cTn>
                                        <p:tgtEl>
                                          <p:spTgt spid="2"/>
                                        </p:tgtEl>
                                        <p:attrNameLst>
                                          <p:attrName>style.visibility</p:attrName>
                                        </p:attrNameLst>
                                      </p:cBhvr>
                                      <p:to>
                                        <p:strVal val="visible"/>
                                      </p:to>
                                    </p:set>
                                    <p:anim calcmode="lin" valueType="num">
                                      <p:cBhvr>
                                        <p:cTn id="74" dur="500" fill="hold"/>
                                        <p:tgtEl>
                                          <p:spTgt spid="2"/>
                                        </p:tgtEl>
                                        <p:attrNameLst>
                                          <p:attrName>ppt_x</p:attrName>
                                        </p:attrNameLst>
                                      </p:cBhvr>
                                      <p:tavLst>
                                        <p:tav tm="0">
                                          <p:val>
                                            <p:strVal val="#ppt_x+#ppt_w/2"/>
                                          </p:val>
                                        </p:tav>
                                        <p:tav tm="100000">
                                          <p:val>
                                            <p:strVal val="#ppt_x"/>
                                          </p:val>
                                        </p:tav>
                                      </p:tavLst>
                                    </p:anim>
                                    <p:anim calcmode="lin" valueType="num">
                                      <p:cBhvr>
                                        <p:cTn id="75" dur="500" fill="hold"/>
                                        <p:tgtEl>
                                          <p:spTgt spid="2"/>
                                        </p:tgtEl>
                                        <p:attrNameLst>
                                          <p:attrName>ppt_y</p:attrName>
                                        </p:attrNameLst>
                                      </p:cBhvr>
                                      <p:tavLst>
                                        <p:tav tm="0">
                                          <p:val>
                                            <p:strVal val="#ppt_y"/>
                                          </p:val>
                                        </p:tav>
                                        <p:tav tm="100000">
                                          <p:val>
                                            <p:strVal val="#ppt_y"/>
                                          </p:val>
                                        </p:tav>
                                      </p:tavLst>
                                    </p:anim>
                                    <p:anim calcmode="lin" valueType="num">
                                      <p:cBhvr>
                                        <p:cTn id="76" dur="500" fill="hold"/>
                                        <p:tgtEl>
                                          <p:spTgt spid="2"/>
                                        </p:tgtEl>
                                        <p:attrNameLst>
                                          <p:attrName>ppt_w</p:attrName>
                                        </p:attrNameLst>
                                      </p:cBhvr>
                                      <p:tavLst>
                                        <p:tav tm="0">
                                          <p:val>
                                            <p:fltVal val="0.000000"/>
                                          </p:val>
                                        </p:tav>
                                        <p:tav tm="100000">
                                          <p:val>
                                            <p:strVal val="#ppt_w"/>
                                          </p:val>
                                        </p:tav>
                                      </p:tavLst>
                                    </p:anim>
                                    <p:anim calcmode="lin" valueType="num">
                                      <p:cBhvr>
                                        <p:cTn id="77"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78" fill="hold">
                      <p:stCondLst>
                        <p:cond delay="indefinite"/>
                      </p:stCondLst>
                      <p:childTnLst>
                        <p:par>
                          <p:cTn id="79" fill="hold">
                            <p:stCondLst>
                              <p:cond delay="0"/>
                            </p:stCondLst>
                            <p:childTnLst>
                              <p:par>
                                <p:cTn id="80" presetID="17" presetClass="entr" presetSubtype="8" fill="hold" nodeType="clickEffect">
                                  <p:stCondLst>
                                    <p:cond delay="0"/>
                                  </p:stCondLst>
                                  <p:childTnLst>
                                    <p:set>
                                      <p:cBhvr>
                                        <p:cTn id="81" dur="1" fill="hold">
                                          <p:stCondLst>
                                            <p:cond delay="0"/>
                                          </p:stCondLst>
                                        </p:cTn>
                                        <p:tgtEl>
                                          <p:spTgt spid="3"/>
                                        </p:tgtEl>
                                        <p:attrNameLst>
                                          <p:attrName>style.visibility</p:attrName>
                                        </p:attrNameLst>
                                      </p:cBhvr>
                                      <p:to>
                                        <p:strVal val="visible"/>
                                      </p:to>
                                    </p:set>
                                    <p:anim calcmode="lin" valueType="num">
                                      <p:cBhvr>
                                        <p:cTn id="82" dur="500" fill="hold"/>
                                        <p:tgtEl>
                                          <p:spTgt spid="3"/>
                                        </p:tgtEl>
                                        <p:attrNameLst>
                                          <p:attrName>ppt_x</p:attrName>
                                        </p:attrNameLst>
                                      </p:cBhvr>
                                      <p:tavLst>
                                        <p:tav tm="0">
                                          <p:val>
                                            <p:strVal val="#ppt_x-#ppt_w/2"/>
                                          </p:val>
                                        </p:tav>
                                        <p:tav tm="100000">
                                          <p:val>
                                            <p:strVal val="#ppt_x"/>
                                          </p:val>
                                        </p:tav>
                                      </p:tavLst>
                                    </p:anim>
                                    <p:anim calcmode="lin" valueType="num">
                                      <p:cBhvr>
                                        <p:cTn id="83" dur="500" fill="hold"/>
                                        <p:tgtEl>
                                          <p:spTgt spid="3"/>
                                        </p:tgtEl>
                                        <p:attrNameLst>
                                          <p:attrName>ppt_y</p:attrName>
                                        </p:attrNameLst>
                                      </p:cBhvr>
                                      <p:tavLst>
                                        <p:tav tm="0">
                                          <p:val>
                                            <p:strVal val="#ppt_y"/>
                                          </p:val>
                                        </p:tav>
                                        <p:tav tm="100000">
                                          <p:val>
                                            <p:strVal val="#ppt_y"/>
                                          </p:val>
                                        </p:tav>
                                      </p:tavLst>
                                    </p:anim>
                                    <p:anim calcmode="lin" valueType="num">
                                      <p:cBhvr>
                                        <p:cTn id="84" dur="500" fill="hold"/>
                                        <p:tgtEl>
                                          <p:spTgt spid="3"/>
                                        </p:tgtEl>
                                        <p:attrNameLst>
                                          <p:attrName>ppt_w</p:attrName>
                                        </p:attrNameLst>
                                      </p:cBhvr>
                                      <p:tavLst>
                                        <p:tav tm="0">
                                          <p:val>
                                            <p:fltVal val="0.000000"/>
                                          </p:val>
                                        </p:tav>
                                        <p:tav tm="100000">
                                          <p:val>
                                            <p:strVal val="#ppt_w"/>
                                          </p:val>
                                        </p:tav>
                                      </p:tavLst>
                                    </p:anim>
                                    <p:anim calcmode="lin" valueType="num">
                                      <p:cBhvr>
                                        <p:cTn id="85"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nodeType="clickEffect">
                                  <p:stCondLst>
                                    <p:cond delay="0"/>
                                  </p:stCondLst>
                                  <p:childTnLst>
                                    <p:set>
                                      <p:cBhvr>
                                        <p:cTn id="89" dur="1" fill="hold">
                                          <p:stCondLst>
                                            <p:cond delay="0"/>
                                          </p:stCondLst>
                                        </p:cTn>
                                        <p:tgtEl>
                                          <p:spTgt spid="25615"/>
                                        </p:tgtEl>
                                        <p:attrNameLst>
                                          <p:attrName>style.visibility</p:attrName>
                                        </p:attrNameLst>
                                      </p:cBhvr>
                                      <p:to>
                                        <p:strVal val="visible"/>
                                      </p:to>
                                    </p:set>
                                    <p:anim calcmode="lin" valueType="num">
                                      <p:cBhvr>
                                        <p:cTn id="90" dur="500" fill="hold"/>
                                        <p:tgtEl>
                                          <p:spTgt spid="25615"/>
                                        </p:tgtEl>
                                        <p:attrNameLst>
                                          <p:attrName>ppt_x</p:attrName>
                                        </p:attrNameLst>
                                      </p:cBhvr>
                                      <p:tavLst>
                                        <p:tav tm="0">
                                          <p:val>
                                            <p:strVal val="#ppt_x"/>
                                          </p:val>
                                        </p:tav>
                                        <p:tav tm="100000">
                                          <p:val>
                                            <p:strVal val="#ppt_x"/>
                                          </p:val>
                                        </p:tav>
                                      </p:tavLst>
                                    </p:anim>
                                    <p:anim calcmode="lin" valueType="num">
                                      <p:cBhvr>
                                        <p:cTn id="91" dur="500" fill="hold"/>
                                        <p:tgtEl>
                                          <p:spTgt spid="25615"/>
                                        </p:tgtEl>
                                        <p:attrNameLst>
                                          <p:attrName>ppt_y</p:attrName>
                                        </p:attrNameLst>
                                      </p:cBhvr>
                                      <p:tavLst>
                                        <p:tav tm="0">
                                          <p:val>
                                            <p:strVal val="1+#ppt_h/2"/>
                                          </p:val>
                                        </p:tav>
                                        <p:tav tm="100000">
                                          <p:val>
                                            <p:strVal val="#ppt_y"/>
                                          </p:val>
                                        </p:tav>
                                      </p:tavLst>
                                    </p:anim>
                                  </p:childTnLst>
                                </p:cTn>
                              </p:par>
                            </p:childTnLst>
                          </p:cTn>
                        </p:par>
                        <p:par>
                          <p:cTn id="92" fill="hold">
                            <p:stCondLst>
                              <p:cond delay="500"/>
                            </p:stCondLst>
                            <p:childTnLst>
                              <p:par>
                                <p:cTn id="93" presetID="2" presetClass="entr" presetSubtype="4" fill="hold" nodeType="afterEffect">
                                  <p:stCondLst>
                                    <p:cond delay="0"/>
                                  </p:stCondLst>
                                  <p:childTnLst>
                                    <p:set>
                                      <p:cBhvr>
                                        <p:cTn id="94" dur="1" fill="hold">
                                          <p:stCondLst>
                                            <p:cond delay="0"/>
                                          </p:stCondLst>
                                        </p:cTn>
                                        <p:tgtEl>
                                          <p:spTgt spid="25616"/>
                                        </p:tgtEl>
                                        <p:attrNameLst>
                                          <p:attrName>style.visibility</p:attrName>
                                        </p:attrNameLst>
                                      </p:cBhvr>
                                      <p:to>
                                        <p:strVal val="visible"/>
                                      </p:to>
                                    </p:set>
                                    <p:anim calcmode="lin" valueType="num">
                                      <p:cBhvr>
                                        <p:cTn id="95" dur="500" fill="hold"/>
                                        <p:tgtEl>
                                          <p:spTgt spid="25616"/>
                                        </p:tgtEl>
                                        <p:attrNameLst>
                                          <p:attrName>ppt_x</p:attrName>
                                        </p:attrNameLst>
                                      </p:cBhvr>
                                      <p:tavLst>
                                        <p:tav tm="0">
                                          <p:val>
                                            <p:strVal val="#ppt_x"/>
                                          </p:val>
                                        </p:tav>
                                        <p:tav tm="100000">
                                          <p:val>
                                            <p:strVal val="#ppt_x"/>
                                          </p:val>
                                        </p:tav>
                                      </p:tavLst>
                                    </p:anim>
                                    <p:anim calcmode="lin" valueType="num">
                                      <p:cBhvr>
                                        <p:cTn id="96" dur="500" fill="hold"/>
                                        <p:tgtEl>
                                          <p:spTgt spid="256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219" grpId="0"/>
      <p:bldP spid="492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3"/>
          <p:cNvGrpSpPr/>
          <p:nvPr/>
        </p:nvGrpSpPr>
        <p:grpSpPr>
          <a:xfrm>
            <a:off x="3143250" y="1422400"/>
            <a:ext cx="588963" cy="396875"/>
            <a:chOff x="3719" y="792"/>
            <a:chExt cx="258" cy="173"/>
          </a:xfrm>
        </p:grpSpPr>
        <p:sp>
          <p:nvSpPr>
            <p:cNvPr id="9218" name="Line 4"/>
            <p:cNvSpPr/>
            <p:nvPr/>
          </p:nvSpPr>
          <p:spPr>
            <a:xfrm flipH="1" flipV="1">
              <a:off x="3719" y="896"/>
              <a:ext cx="192" cy="53"/>
            </a:xfrm>
            <a:prstGeom prst="line">
              <a:avLst/>
            </a:prstGeom>
            <a:ln w="9525" cap="flat" cmpd="sng">
              <a:solidFill>
                <a:srgbClr val="FF0000"/>
              </a:solidFill>
              <a:prstDash val="solid"/>
              <a:round/>
              <a:headEnd type="none" w="med" len="med"/>
              <a:tailEnd type="triangle" w="sm" len="lg"/>
            </a:ln>
          </p:spPr>
        </p:sp>
        <p:sp>
          <p:nvSpPr>
            <p:cNvPr id="9219" name="Text Box 5"/>
            <p:cNvSpPr txBox="1"/>
            <p:nvPr/>
          </p:nvSpPr>
          <p:spPr>
            <a:xfrm rot="951679">
              <a:off x="3776" y="792"/>
              <a:ext cx="201" cy="173"/>
            </a:xfrm>
            <a:prstGeom prst="rect">
              <a:avLst/>
            </a:prstGeom>
            <a:noFill/>
            <a:ln w="9525">
              <a:noFill/>
            </a:ln>
          </p:spPr>
          <p:txBody>
            <a:bodyPr wrap="none" anchor="ctr" anchorCtr="0">
              <a:spAutoFit/>
            </a:bodyPr>
            <a:p>
              <a:r>
                <a:rPr lang="en-US" altLang="zh-CN" sz="2000" b="1" dirty="0">
                  <a:solidFill>
                    <a:srgbClr val="FF0000"/>
                  </a:solidFill>
                  <a:latin typeface="ISOCP" pitchFamily="2" charset="0"/>
                  <a:ea typeface="宋体" panose="02010600030101010101" pitchFamily="2" charset="-122"/>
                </a:rPr>
                <a:t>R8</a:t>
              </a:r>
              <a:endParaRPr lang="en-US" altLang="zh-CN" sz="2000" b="1" dirty="0">
                <a:solidFill>
                  <a:srgbClr val="FF0000"/>
                </a:solidFill>
                <a:latin typeface="ISOCP" pitchFamily="2" charset="0"/>
                <a:ea typeface="宋体" panose="02010600030101010101" pitchFamily="2" charset="-122"/>
              </a:endParaRPr>
            </a:p>
          </p:txBody>
        </p:sp>
      </p:grpSp>
      <p:grpSp>
        <p:nvGrpSpPr>
          <p:cNvPr id="3" name="Group 14"/>
          <p:cNvGrpSpPr/>
          <p:nvPr/>
        </p:nvGrpSpPr>
        <p:grpSpPr>
          <a:xfrm>
            <a:off x="1330325" y="949325"/>
            <a:ext cx="587375" cy="1741488"/>
            <a:chOff x="2511" y="432"/>
            <a:chExt cx="257" cy="761"/>
          </a:xfrm>
        </p:grpSpPr>
        <p:sp>
          <p:nvSpPr>
            <p:cNvPr id="9221" name="Line 15"/>
            <p:cNvSpPr/>
            <p:nvPr/>
          </p:nvSpPr>
          <p:spPr>
            <a:xfrm flipH="1">
              <a:off x="2628" y="444"/>
              <a:ext cx="139" cy="0"/>
            </a:xfrm>
            <a:prstGeom prst="line">
              <a:avLst/>
            </a:prstGeom>
            <a:ln w="9525" cap="flat" cmpd="sng">
              <a:solidFill>
                <a:schemeClr val="accent2"/>
              </a:solidFill>
              <a:prstDash val="solid"/>
              <a:round/>
              <a:headEnd type="none" w="med" len="med"/>
              <a:tailEnd type="none" w="med" len="med"/>
            </a:ln>
          </p:spPr>
        </p:sp>
        <p:sp>
          <p:nvSpPr>
            <p:cNvPr id="9222" name="Line 16"/>
            <p:cNvSpPr/>
            <p:nvPr/>
          </p:nvSpPr>
          <p:spPr>
            <a:xfrm flipH="1">
              <a:off x="2628" y="1175"/>
              <a:ext cx="140" cy="0"/>
            </a:xfrm>
            <a:prstGeom prst="line">
              <a:avLst/>
            </a:prstGeom>
            <a:ln w="9525" cap="flat" cmpd="sng">
              <a:solidFill>
                <a:schemeClr val="accent2"/>
              </a:solidFill>
              <a:prstDash val="solid"/>
              <a:round/>
              <a:headEnd type="none" w="med" len="med"/>
              <a:tailEnd type="none" w="med" len="med"/>
            </a:ln>
          </p:spPr>
        </p:sp>
        <p:sp>
          <p:nvSpPr>
            <p:cNvPr id="9223" name="Freeform 17"/>
            <p:cNvSpPr/>
            <p:nvPr/>
          </p:nvSpPr>
          <p:spPr>
            <a:xfrm>
              <a:off x="2647" y="432"/>
              <a:ext cx="2" cy="761"/>
            </a:xfrm>
            <a:custGeom>
              <a:avLst/>
              <a:gdLst/>
              <a:ahLst/>
              <a:cxnLst>
                <a:cxn ang="0">
                  <a:pos x="2" y="0"/>
                </a:cxn>
                <a:cxn ang="0">
                  <a:pos x="0" y="761"/>
                </a:cxn>
              </a:cxnLst>
              <a:pathLst>
                <a:path w="2" h="761">
                  <a:moveTo>
                    <a:pt x="2" y="0"/>
                  </a:moveTo>
                  <a:lnTo>
                    <a:pt x="0" y="761"/>
                  </a:lnTo>
                </a:path>
              </a:pathLst>
            </a:custGeom>
            <a:noFill/>
            <a:ln w="9525" cap="flat" cmpd="sng">
              <a:solidFill>
                <a:schemeClr val="accent2"/>
              </a:solidFill>
              <a:prstDash val="solid"/>
              <a:round/>
              <a:headEnd type="triangle" w="sm" len="lg"/>
              <a:tailEnd type="triangle" w="sm" len="lg"/>
            </a:ln>
          </p:spPr>
          <p:txBody>
            <a:bodyPr/>
            <a:p>
              <a:endParaRPr lang="zh-CN" altLang="en-US"/>
            </a:p>
          </p:txBody>
        </p:sp>
        <p:sp>
          <p:nvSpPr>
            <p:cNvPr id="9224" name="Text Box 18"/>
            <p:cNvSpPr txBox="1"/>
            <p:nvPr/>
          </p:nvSpPr>
          <p:spPr>
            <a:xfrm rot="-5400000">
              <a:off x="2498" y="708"/>
              <a:ext cx="200" cy="174"/>
            </a:xfrm>
            <a:prstGeom prst="rect">
              <a:avLst/>
            </a:prstGeom>
            <a:noFill/>
            <a:ln w="9525">
              <a:noFill/>
            </a:ln>
          </p:spPr>
          <p:txBody>
            <a:bodyPr wrap="none" anchor="ctr" anchorCtr="0">
              <a:spAutoFit/>
            </a:bodyPr>
            <a:p>
              <a:r>
                <a:rPr lang="en-US" altLang="zh-CN" sz="2000" b="1" dirty="0">
                  <a:solidFill>
                    <a:schemeClr val="accent2"/>
                  </a:solidFill>
                  <a:latin typeface="ISOCP" pitchFamily="2" charset="0"/>
                  <a:ea typeface="宋体" panose="02010600030101010101" pitchFamily="2" charset="-122"/>
                </a:rPr>
                <a:t>40</a:t>
              </a:r>
              <a:endParaRPr lang="en-US" altLang="zh-CN" sz="2000" b="1" dirty="0">
                <a:solidFill>
                  <a:schemeClr val="accent2"/>
                </a:solidFill>
                <a:latin typeface="ISOCP" pitchFamily="2" charset="0"/>
                <a:ea typeface="宋体" panose="02010600030101010101" pitchFamily="2" charset="-122"/>
              </a:endParaRPr>
            </a:p>
          </p:txBody>
        </p:sp>
      </p:grpSp>
      <p:grpSp>
        <p:nvGrpSpPr>
          <p:cNvPr id="4" name="Group 19"/>
          <p:cNvGrpSpPr/>
          <p:nvPr/>
        </p:nvGrpSpPr>
        <p:grpSpPr>
          <a:xfrm>
            <a:off x="1927225" y="2646363"/>
            <a:ext cx="1330325" cy="395287"/>
            <a:chOff x="2772" y="1174"/>
            <a:chExt cx="582" cy="173"/>
          </a:xfrm>
        </p:grpSpPr>
        <p:sp>
          <p:nvSpPr>
            <p:cNvPr id="9226" name="Line 20"/>
            <p:cNvSpPr/>
            <p:nvPr/>
          </p:nvSpPr>
          <p:spPr>
            <a:xfrm>
              <a:off x="2772" y="1174"/>
              <a:ext cx="0" cy="161"/>
            </a:xfrm>
            <a:prstGeom prst="line">
              <a:avLst/>
            </a:prstGeom>
            <a:ln w="9525" cap="flat" cmpd="sng">
              <a:solidFill>
                <a:schemeClr val="accent2"/>
              </a:solidFill>
              <a:prstDash val="solid"/>
              <a:round/>
              <a:headEnd type="none" w="med" len="med"/>
              <a:tailEnd type="none" w="med" len="med"/>
            </a:ln>
          </p:spPr>
        </p:sp>
        <p:sp>
          <p:nvSpPr>
            <p:cNvPr id="9227" name="Line 21"/>
            <p:cNvSpPr/>
            <p:nvPr/>
          </p:nvSpPr>
          <p:spPr>
            <a:xfrm>
              <a:off x="3354" y="1174"/>
              <a:ext cx="0" cy="161"/>
            </a:xfrm>
            <a:prstGeom prst="line">
              <a:avLst/>
            </a:prstGeom>
            <a:ln w="9525" cap="flat" cmpd="sng">
              <a:solidFill>
                <a:schemeClr val="accent2"/>
              </a:solidFill>
              <a:prstDash val="solid"/>
              <a:round/>
              <a:headEnd type="none" w="med" len="med"/>
              <a:tailEnd type="none" w="med" len="med"/>
            </a:ln>
          </p:spPr>
        </p:sp>
        <p:sp>
          <p:nvSpPr>
            <p:cNvPr id="9228" name="Line 22"/>
            <p:cNvSpPr/>
            <p:nvPr/>
          </p:nvSpPr>
          <p:spPr>
            <a:xfrm>
              <a:off x="2772" y="1312"/>
              <a:ext cx="582" cy="0"/>
            </a:xfrm>
            <a:prstGeom prst="line">
              <a:avLst/>
            </a:prstGeom>
            <a:ln w="9525" cap="flat" cmpd="sng">
              <a:solidFill>
                <a:schemeClr val="accent2"/>
              </a:solidFill>
              <a:prstDash val="solid"/>
              <a:round/>
              <a:headEnd type="triangle" w="sm" len="lg"/>
              <a:tailEnd type="triangle" w="sm" len="lg"/>
            </a:ln>
          </p:spPr>
        </p:sp>
        <p:sp>
          <p:nvSpPr>
            <p:cNvPr id="9229" name="Text Box 23"/>
            <p:cNvSpPr txBox="1"/>
            <p:nvPr/>
          </p:nvSpPr>
          <p:spPr>
            <a:xfrm>
              <a:off x="2946" y="1174"/>
              <a:ext cx="277" cy="173"/>
            </a:xfrm>
            <a:prstGeom prst="rect">
              <a:avLst/>
            </a:prstGeom>
            <a:noFill/>
            <a:ln w="9525">
              <a:noFill/>
            </a:ln>
          </p:spPr>
          <p:txBody>
            <a:bodyPr wrap="none" anchor="ctr" anchorCtr="0">
              <a:spAutoFit/>
            </a:bodyPr>
            <a:p>
              <a:r>
                <a:rPr lang="en-US" altLang="zh-CN" sz="2000" b="1" dirty="0">
                  <a:solidFill>
                    <a:schemeClr val="accent2"/>
                  </a:solidFill>
                  <a:latin typeface="ISOCP" pitchFamily="2" charset="0"/>
                  <a:ea typeface="宋体" panose="02010600030101010101" pitchFamily="2" charset="-122"/>
                  <a:sym typeface="Symbol" panose="05050102010706020507" pitchFamily="18" charset="2"/>
                </a:rPr>
                <a:t></a:t>
              </a:r>
              <a:r>
                <a:rPr lang="en-US" altLang="zh-CN" sz="2000" b="1" dirty="0">
                  <a:solidFill>
                    <a:schemeClr val="accent2"/>
                  </a:solidFill>
                  <a:latin typeface="ISOCP" pitchFamily="2" charset="0"/>
                  <a:ea typeface="宋体" panose="02010600030101010101" pitchFamily="2" charset="-122"/>
                </a:rPr>
                <a:t>30</a:t>
              </a:r>
              <a:endParaRPr lang="en-US" altLang="zh-CN" sz="2000" b="1" dirty="0">
                <a:solidFill>
                  <a:schemeClr val="accent2"/>
                </a:solidFill>
                <a:latin typeface="ISOCP" pitchFamily="2" charset="0"/>
                <a:ea typeface="宋体" panose="02010600030101010101" pitchFamily="2" charset="-122"/>
              </a:endParaRPr>
            </a:p>
          </p:txBody>
        </p:sp>
      </p:grpSp>
      <p:grpSp>
        <p:nvGrpSpPr>
          <p:cNvPr id="5" name="Group 24"/>
          <p:cNvGrpSpPr/>
          <p:nvPr/>
        </p:nvGrpSpPr>
        <p:grpSpPr>
          <a:xfrm>
            <a:off x="5961063" y="414338"/>
            <a:ext cx="1169987" cy="1074737"/>
            <a:chOff x="3068" y="180"/>
            <a:chExt cx="512" cy="470"/>
          </a:xfrm>
        </p:grpSpPr>
        <p:sp>
          <p:nvSpPr>
            <p:cNvPr id="9231" name="Line 25"/>
            <p:cNvSpPr/>
            <p:nvPr/>
          </p:nvSpPr>
          <p:spPr>
            <a:xfrm flipV="1">
              <a:off x="3068" y="298"/>
              <a:ext cx="0" cy="139"/>
            </a:xfrm>
            <a:prstGeom prst="line">
              <a:avLst/>
            </a:prstGeom>
            <a:ln w="9525" cap="flat" cmpd="sng">
              <a:solidFill>
                <a:srgbClr val="990033"/>
              </a:solidFill>
              <a:prstDash val="solid"/>
              <a:round/>
              <a:headEnd type="none" w="med" len="med"/>
              <a:tailEnd type="none" w="med" len="med"/>
            </a:ln>
          </p:spPr>
        </p:sp>
        <p:sp>
          <p:nvSpPr>
            <p:cNvPr id="9232" name="Line 26"/>
            <p:cNvSpPr/>
            <p:nvPr/>
          </p:nvSpPr>
          <p:spPr>
            <a:xfrm flipV="1">
              <a:off x="3579" y="298"/>
              <a:ext cx="0" cy="352"/>
            </a:xfrm>
            <a:prstGeom prst="line">
              <a:avLst/>
            </a:prstGeom>
            <a:ln w="9525" cap="flat" cmpd="sng">
              <a:solidFill>
                <a:srgbClr val="990033"/>
              </a:solidFill>
              <a:prstDash val="solid"/>
              <a:round/>
              <a:headEnd type="none" w="med" len="med"/>
              <a:tailEnd type="none" w="med" len="med"/>
            </a:ln>
          </p:spPr>
        </p:sp>
        <p:sp>
          <p:nvSpPr>
            <p:cNvPr id="9233" name="Line 27"/>
            <p:cNvSpPr/>
            <p:nvPr/>
          </p:nvSpPr>
          <p:spPr>
            <a:xfrm>
              <a:off x="3068" y="320"/>
              <a:ext cx="512" cy="0"/>
            </a:xfrm>
            <a:prstGeom prst="line">
              <a:avLst/>
            </a:prstGeom>
            <a:ln w="9525" cap="flat" cmpd="sng">
              <a:solidFill>
                <a:srgbClr val="990033"/>
              </a:solidFill>
              <a:prstDash val="solid"/>
              <a:round/>
              <a:headEnd type="triangle" w="sm" len="lg"/>
              <a:tailEnd type="triangle" w="sm" len="lg"/>
            </a:ln>
          </p:spPr>
        </p:sp>
        <p:sp>
          <p:nvSpPr>
            <p:cNvPr id="9234" name="Text Box 28"/>
            <p:cNvSpPr txBox="1"/>
            <p:nvPr/>
          </p:nvSpPr>
          <p:spPr>
            <a:xfrm>
              <a:off x="3213" y="180"/>
              <a:ext cx="193" cy="173"/>
            </a:xfrm>
            <a:prstGeom prst="rect">
              <a:avLst/>
            </a:prstGeom>
            <a:noFill/>
            <a:ln w="9525">
              <a:noFill/>
            </a:ln>
          </p:spPr>
          <p:txBody>
            <a:bodyPr wrap="none" anchor="ctr" anchorCtr="0">
              <a:spAutoFit/>
            </a:bodyPr>
            <a:p>
              <a:r>
                <a:rPr lang="en-US" altLang="zh-CN" sz="2000" b="1" dirty="0">
                  <a:solidFill>
                    <a:srgbClr val="990033"/>
                  </a:solidFill>
                  <a:latin typeface="ISOCP" pitchFamily="2" charset="0"/>
                  <a:ea typeface="宋体" panose="02010600030101010101" pitchFamily="2" charset="-122"/>
                </a:rPr>
                <a:t>25</a:t>
              </a:r>
              <a:endParaRPr lang="en-US" altLang="zh-CN" sz="2000" b="1" dirty="0">
                <a:solidFill>
                  <a:srgbClr val="FF3399"/>
                </a:solidFill>
                <a:latin typeface="ISOCP" pitchFamily="2" charset="0"/>
                <a:ea typeface="宋体" panose="02010600030101010101" pitchFamily="2" charset="-122"/>
              </a:endParaRPr>
            </a:p>
          </p:txBody>
        </p:sp>
      </p:grpSp>
      <p:grpSp>
        <p:nvGrpSpPr>
          <p:cNvPr id="6" name="Group 103"/>
          <p:cNvGrpSpPr/>
          <p:nvPr/>
        </p:nvGrpSpPr>
        <p:grpSpPr>
          <a:xfrm>
            <a:off x="6640513" y="1811338"/>
            <a:ext cx="912812" cy="890587"/>
            <a:chOff x="4183" y="1141"/>
            <a:chExt cx="575" cy="561"/>
          </a:xfrm>
        </p:grpSpPr>
        <p:sp>
          <p:nvSpPr>
            <p:cNvPr id="9236" name="Line 30"/>
            <p:cNvSpPr/>
            <p:nvPr/>
          </p:nvSpPr>
          <p:spPr>
            <a:xfrm>
              <a:off x="4511" y="1154"/>
              <a:ext cx="221" cy="0"/>
            </a:xfrm>
            <a:prstGeom prst="line">
              <a:avLst/>
            </a:prstGeom>
            <a:ln w="9525" cap="flat" cmpd="sng">
              <a:solidFill>
                <a:srgbClr val="990033"/>
              </a:solidFill>
              <a:prstDash val="solid"/>
              <a:round/>
              <a:headEnd type="none" w="med" len="med"/>
              <a:tailEnd type="none" w="med" len="med"/>
            </a:ln>
          </p:spPr>
        </p:sp>
        <p:sp>
          <p:nvSpPr>
            <p:cNvPr id="9237" name="Line 31"/>
            <p:cNvSpPr/>
            <p:nvPr/>
          </p:nvSpPr>
          <p:spPr>
            <a:xfrm>
              <a:off x="4183" y="1680"/>
              <a:ext cx="549" cy="0"/>
            </a:xfrm>
            <a:prstGeom prst="line">
              <a:avLst/>
            </a:prstGeom>
            <a:ln w="9525" cap="flat" cmpd="sng">
              <a:solidFill>
                <a:srgbClr val="990033"/>
              </a:solidFill>
              <a:prstDash val="solid"/>
              <a:round/>
              <a:headEnd type="none" w="med" len="med"/>
              <a:tailEnd type="none" w="med" len="med"/>
            </a:ln>
          </p:spPr>
        </p:sp>
        <p:sp>
          <p:nvSpPr>
            <p:cNvPr id="9238" name="Freeform 32"/>
            <p:cNvSpPr/>
            <p:nvPr/>
          </p:nvSpPr>
          <p:spPr>
            <a:xfrm>
              <a:off x="4705" y="1141"/>
              <a:ext cx="1" cy="561"/>
            </a:xfrm>
            <a:custGeom>
              <a:avLst/>
              <a:gdLst/>
              <a:ahLst/>
              <a:cxnLst>
                <a:cxn ang="0">
                  <a:pos x="1" y="0"/>
                </a:cxn>
                <a:cxn ang="0">
                  <a:pos x="0" y="561"/>
                </a:cxn>
              </a:cxnLst>
              <a:pathLst>
                <a:path w="1" h="561">
                  <a:moveTo>
                    <a:pt x="1" y="0"/>
                  </a:moveTo>
                  <a:lnTo>
                    <a:pt x="0" y="561"/>
                  </a:lnTo>
                </a:path>
              </a:pathLst>
            </a:custGeom>
            <a:noFill/>
            <a:ln w="9525" cap="flat" cmpd="sng">
              <a:solidFill>
                <a:srgbClr val="990033"/>
              </a:solidFill>
              <a:prstDash val="solid"/>
              <a:round/>
              <a:headEnd type="triangle" w="sm" len="lg"/>
              <a:tailEnd type="triangle" w="sm" len="lg"/>
            </a:ln>
          </p:spPr>
          <p:txBody>
            <a:bodyPr/>
            <a:p>
              <a:endParaRPr lang="zh-CN" altLang="en-US"/>
            </a:p>
          </p:txBody>
        </p:sp>
        <p:sp>
          <p:nvSpPr>
            <p:cNvPr id="9239" name="Text Box 33"/>
            <p:cNvSpPr txBox="1"/>
            <p:nvPr/>
          </p:nvSpPr>
          <p:spPr>
            <a:xfrm rot="-5400000">
              <a:off x="4494" y="1285"/>
              <a:ext cx="278" cy="250"/>
            </a:xfrm>
            <a:prstGeom prst="rect">
              <a:avLst/>
            </a:prstGeom>
            <a:noFill/>
            <a:ln w="9525">
              <a:noFill/>
            </a:ln>
          </p:spPr>
          <p:txBody>
            <a:bodyPr wrap="none" anchor="ctr" anchorCtr="0">
              <a:spAutoFit/>
            </a:bodyPr>
            <a:p>
              <a:r>
                <a:rPr lang="en-US" altLang="zh-CN" sz="2000" b="1" dirty="0">
                  <a:solidFill>
                    <a:srgbClr val="990033"/>
                  </a:solidFill>
                  <a:latin typeface="ISOCP" pitchFamily="2" charset="0"/>
                  <a:ea typeface="宋体" panose="02010600030101010101" pitchFamily="2" charset="-122"/>
                </a:rPr>
                <a:t>20</a:t>
              </a:r>
              <a:endParaRPr lang="en-US" altLang="zh-CN" sz="2000" b="1" dirty="0">
                <a:solidFill>
                  <a:srgbClr val="990033"/>
                </a:solidFill>
                <a:latin typeface="ISOCP" pitchFamily="2" charset="0"/>
                <a:ea typeface="宋体" panose="02010600030101010101" pitchFamily="2" charset="-122"/>
              </a:endParaRPr>
            </a:p>
          </p:txBody>
        </p:sp>
      </p:grpSp>
      <p:sp>
        <p:nvSpPr>
          <p:cNvPr id="48162" name="Text Box 34"/>
          <p:cNvSpPr txBox="1"/>
          <p:nvPr/>
        </p:nvSpPr>
        <p:spPr>
          <a:xfrm>
            <a:off x="3238500" y="1520825"/>
            <a:ext cx="492125" cy="457200"/>
          </a:xfrm>
          <a:prstGeom prst="rect">
            <a:avLst/>
          </a:prstGeom>
          <a:noFill/>
          <a:ln w="9525">
            <a:noFill/>
          </a:ln>
        </p:spPr>
        <p:txBody>
          <a:bodyPr anchor="ctr" anchorCtr="0">
            <a:spAutoFit/>
          </a:bodyPr>
          <a:p>
            <a:r>
              <a:rPr lang="en-US" altLang="zh-CN" b="1" dirty="0">
                <a:solidFill>
                  <a:schemeClr val="tx2"/>
                </a:solidFill>
                <a:latin typeface="ISOCP" pitchFamily="2" charset="0"/>
                <a:ea typeface="宋体" panose="02010600030101010101" pitchFamily="2" charset="-122"/>
              </a:rPr>
              <a:t>×</a:t>
            </a:r>
            <a:endParaRPr lang="en-US" altLang="zh-CN" b="1" dirty="0">
              <a:solidFill>
                <a:schemeClr val="tx2"/>
              </a:solidFill>
              <a:latin typeface="ISOCP" pitchFamily="2" charset="0"/>
              <a:ea typeface="宋体" panose="02010600030101010101" pitchFamily="2" charset="-122"/>
            </a:endParaRPr>
          </a:p>
        </p:txBody>
      </p:sp>
      <p:grpSp>
        <p:nvGrpSpPr>
          <p:cNvPr id="7" name="Group 38"/>
          <p:cNvGrpSpPr/>
          <p:nvPr/>
        </p:nvGrpSpPr>
        <p:grpSpPr>
          <a:xfrm>
            <a:off x="1814513" y="906463"/>
            <a:ext cx="2070100" cy="3622675"/>
            <a:chOff x="2723" y="413"/>
            <a:chExt cx="906" cy="1584"/>
          </a:xfrm>
        </p:grpSpPr>
        <p:grpSp>
          <p:nvGrpSpPr>
            <p:cNvPr id="9242" name="Group 39"/>
            <p:cNvGrpSpPr/>
            <p:nvPr/>
          </p:nvGrpSpPr>
          <p:grpSpPr>
            <a:xfrm>
              <a:off x="2772" y="413"/>
              <a:ext cx="857" cy="791"/>
              <a:chOff x="930" y="480"/>
              <a:chExt cx="1305" cy="1170"/>
            </a:xfrm>
          </p:grpSpPr>
          <p:sp>
            <p:nvSpPr>
              <p:cNvPr id="9243" name="Line 40"/>
              <p:cNvSpPr/>
              <p:nvPr/>
            </p:nvSpPr>
            <p:spPr>
              <a:xfrm>
                <a:off x="930" y="525"/>
                <a:ext cx="885" cy="0"/>
              </a:xfrm>
              <a:prstGeom prst="line">
                <a:avLst/>
              </a:prstGeom>
              <a:ln w="38100" cap="flat" cmpd="sng">
                <a:solidFill>
                  <a:srgbClr val="000000"/>
                </a:solidFill>
                <a:prstDash val="solid"/>
                <a:round/>
                <a:headEnd type="none" w="med" len="med"/>
                <a:tailEnd type="none" w="med" len="med"/>
              </a:ln>
            </p:spPr>
          </p:sp>
          <p:sp>
            <p:nvSpPr>
              <p:cNvPr id="9244" name="Freeform 41"/>
              <p:cNvSpPr/>
              <p:nvPr/>
            </p:nvSpPr>
            <p:spPr>
              <a:xfrm>
                <a:off x="1695" y="1065"/>
                <a:ext cx="540" cy="1"/>
              </a:xfrm>
              <a:custGeom>
                <a:avLst/>
                <a:gdLst/>
                <a:ahLst/>
                <a:cxnLst>
                  <a:cxn ang="0">
                    <a:pos x="0" y="0"/>
                  </a:cxn>
                  <a:cxn ang="0">
                    <a:pos x="540" y="1"/>
                  </a:cxn>
                </a:cxnLst>
                <a:pathLst>
                  <a:path w="540" h="1">
                    <a:moveTo>
                      <a:pt x="0" y="0"/>
                    </a:moveTo>
                    <a:lnTo>
                      <a:pt x="540" y="1"/>
                    </a:lnTo>
                  </a:path>
                </a:pathLst>
              </a:custGeom>
              <a:noFill/>
              <a:ln w="9525" cap="flat" cmpd="sng">
                <a:solidFill>
                  <a:srgbClr val="000000"/>
                </a:solidFill>
                <a:prstDash val="lgDashDot"/>
                <a:round/>
                <a:headEnd type="none" w="med" len="med"/>
                <a:tailEnd type="none" w="med" len="med"/>
              </a:ln>
            </p:spPr>
            <p:txBody>
              <a:bodyPr/>
              <a:p>
                <a:endParaRPr lang="zh-CN" altLang="en-US"/>
              </a:p>
            </p:txBody>
          </p:sp>
          <p:sp>
            <p:nvSpPr>
              <p:cNvPr id="9245" name="Freeform 42"/>
              <p:cNvSpPr/>
              <p:nvPr/>
            </p:nvSpPr>
            <p:spPr>
              <a:xfrm>
                <a:off x="1380" y="480"/>
                <a:ext cx="1" cy="1170"/>
              </a:xfrm>
              <a:custGeom>
                <a:avLst/>
                <a:gdLst/>
                <a:ahLst/>
                <a:cxnLst>
                  <a:cxn ang="0">
                    <a:pos x="0" y="1170"/>
                  </a:cxn>
                  <a:cxn ang="0">
                    <a:pos x="0" y="0"/>
                  </a:cxn>
                </a:cxnLst>
                <a:pathLst>
                  <a:path w="1" h="1170">
                    <a:moveTo>
                      <a:pt x="0" y="1170"/>
                    </a:moveTo>
                    <a:lnTo>
                      <a:pt x="0" y="0"/>
                    </a:lnTo>
                  </a:path>
                </a:pathLst>
              </a:custGeom>
              <a:noFill/>
              <a:ln w="9525" cap="flat" cmpd="sng">
                <a:solidFill>
                  <a:srgbClr val="000000"/>
                </a:solidFill>
                <a:prstDash val="lgDashDot"/>
                <a:round/>
                <a:headEnd type="none" w="med" len="med"/>
                <a:tailEnd type="none" w="med" len="med"/>
              </a:ln>
            </p:spPr>
            <p:txBody>
              <a:bodyPr/>
              <a:p>
                <a:endParaRPr lang="zh-CN" altLang="en-US"/>
              </a:p>
            </p:txBody>
          </p:sp>
          <p:sp>
            <p:nvSpPr>
              <p:cNvPr id="9246" name="Line 43"/>
              <p:cNvSpPr/>
              <p:nvPr/>
            </p:nvSpPr>
            <p:spPr>
              <a:xfrm>
                <a:off x="1815" y="840"/>
                <a:ext cx="360" cy="0"/>
              </a:xfrm>
              <a:prstGeom prst="line">
                <a:avLst/>
              </a:prstGeom>
              <a:ln w="38100" cap="flat" cmpd="sng">
                <a:solidFill>
                  <a:srgbClr val="000000"/>
                </a:solidFill>
                <a:prstDash val="solid"/>
                <a:round/>
                <a:headEnd type="none" w="med" len="med"/>
                <a:tailEnd type="none" w="med" len="med"/>
              </a:ln>
            </p:spPr>
          </p:sp>
          <p:sp>
            <p:nvSpPr>
              <p:cNvPr id="9247" name="Line 44"/>
              <p:cNvSpPr/>
              <p:nvPr/>
            </p:nvSpPr>
            <p:spPr>
              <a:xfrm>
                <a:off x="1815" y="1290"/>
                <a:ext cx="360" cy="0"/>
              </a:xfrm>
              <a:prstGeom prst="line">
                <a:avLst/>
              </a:prstGeom>
              <a:ln w="38100" cap="flat" cmpd="sng">
                <a:solidFill>
                  <a:srgbClr val="000000"/>
                </a:solidFill>
                <a:prstDash val="solid"/>
                <a:round/>
                <a:headEnd type="none" w="med" len="med"/>
                <a:tailEnd type="none" w="med" len="med"/>
              </a:ln>
            </p:spPr>
          </p:sp>
          <p:sp>
            <p:nvSpPr>
              <p:cNvPr id="9248" name="Freeform 45"/>
              <p:cNvSpPr/>
              <p:nvPr/>
            </p:nvSpPr>
            <p:spPr>
              <a:xfrm>
                <a:off x="2160" y="841"/>
                <a:ext cx="1" cy="464"/>
              </a:xfrm>
              <a:custGeom>
                <a:avLst/>
                <a:gdLst/>
                <a:ahLst/>
                <a:cxnLst>
                  <a:cxn ang="0">
                    <a:pos x="0" y="464"/>
                  </a:cxn>
                  <a:cxn ang="0">
                    <a:pos x="1" y="0"/>
                  </a:cxn>
                </a:cxnLst>
                <a:pathLst>
                  <a:path w="1" h="464">
                    <a:moveTo>
                      <a:pt x="0" y="464"/>
                    </a:moveTo>
                    <a:lnTo>
                      <a:pt x="1"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9249" name="Freeform 46"/>
              <p:cNvSpPr/>
              <p:nvPr/>
            </p:nvSpPr>
            <p:spPr>
              <a:xfrm>
                <a:off x="930" y="525"/>
                <a:ext cx="1" cy="1095"/>
              </a:xfrm>
              <a:custGeom>
                <a:avLst/>
                <a:gdLst/>
                <a:ahLst/>
                <a:cxnLst>
                  <a:cxn ang="0">
                    <a:pos x="0" y="0"/>
                  </a:cxn>
                  <a:cxn ang="0">
                    <a:pos x="0" y="1095"/>
                  </a:cxn>
                </a:cxnLst>
                <a:pathLst>
                  <a:path w="1" h="1095">
                    <a:moveTo>
                      <a:pt x="0" y="0"/>
                    </a:moveTo>
                    <a:lnTo>
                      <a:pt x="0" y="1095"/>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9250" name="Freeform 47"/>
              <p:cNvSpPr/>
              <p:nvPr/>
            </p:nvSpPr>
            <p:spPr>
              <a:xfrm>
                <a:off x="930" y="1605"/>
                <a:ext cx="885" cy="1"/>
              </a:xfrm>
              <a:custGeom>
                <a:avLst/>
                <a:gdLst/>
                <a:ahLst/>
                <a:cxnLst>
                  <a:cxn ang="0">
                    <a:pos x="0" y="0"/>
                  </a:cxn>
                  <a:cxn ang="0">
                    <a:pos x="885" y="1"/>
                  </a:cxn>
                </a:cxnLst>
                <a:pathLst>
                  <a:path w="885" h="1">
                    <a:moveTo>
                      <a:pt x="0" y="0"/>
                    </a:moveTo>
                    <a:lnTo>
                      <a:pt x="885" y="1"/>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9251" name="Freeform 48"/>
              <p:cNvSpPr/>
              <p:nvPr/>
            </p:nvSpPr>
            <p:spPr>
              <a:xfrm>
                <a:off x="1815" y="1275"/>
                <a:ext cx="1" cy="345"/>
              </a:xfrm>
              <a:custGeom>
                <a:avLst/>
                <a:gdLst/>
                <a:ahLst/>
                <a:cxnLst>
                  <a:cxn ang="0">
                    <a:pos x="0" y="0"/>
                  </a:cxn>
                  <a:cxn ang="0">
                    <a:pos x="0" y="345"/>
                  </a:cxn>
                </a:cxnLst>
                <a:pathLst>
                  <a:path w="1" h="345">
                    <a:moveTo>
                      <a:pt x="0" y="0"/>
                    </a:moveTo>
                    <a:lnTo>
                      <a:pt x="0" y="345"/>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9252" name="Freeform 49"/>
              <p:cNvSpPr/>
              <p:nvPr/>
            </p:nvSpPr>
            <p:spPr>
              <a:xfrm>
                <a:off x="1815" y="525"/>
                <a:ext cx="1" cy="330"/>
              </a:xfrm>
              <a:custGeom>
                <a:avLst/>
                <a:gdLst/>
                <a:ahLst/>
                <a:cxnLst>
                  <a:cxn ang="0">
                    <a:pos x="0" y="0"/>
                  </a:cxn>
                  <a:cxn ang="0">
                    <a:pos x="0" y="330"/>
                  </a:cxn>
                </a:cxnLst>
                <a:pathLst>
                  <a:path w="1" h="330">
                    <a:moveTo>
                      <a:pt x="0" y="0"/>
                    </a:moveTo>
                    <a:lnTo>
                      <a:pt x="0" y="33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9253" name="Freeform 50"/>
              <p:cNvSpPr/>
              <p:nvPr/>
            </p:nvSpPr>
            <p:spPr>
              <a:xfrm>
                <a:off x="1740" y="840"/>
                <a:ext cx="75" cy="450"/>
              </a:xfrm>
              <a:custGeom>
                <a:avLst/>
                <a:gdLst/>
                <a:ahLst/>
                <a:cxnLst>
                  <a:cxn ang="0">
                    <a:pos x="75" y="0"/>
                  </a:cxn>
                  <a:cxn ang="0">
                    <a:pos x="30" y="105"/>
                  </a:cxn>
                  <a:cxn ang="0">
                    <a:pos x="0" y="225"/>
                  </a:cxn>
                  <a:cxn ang="0">
                    <a:pos x="30" y="345"/>
                  </a:cxn>
                  <a:cxn ang="0">
                    <a:pos x="75" y="450"/>
                  </a:cxn>
                </a:cxnLst>
                <a:pathLst>
                  <a:path w="75" h="450">
                    <a:moveTo>
                      <a:pt x="75" y="0"/>
                    </a:moveTo>
                    <a:cubicBezTo>
                      <a:pt x="67" y="18"/>
                      <a:pt x="43" y="67"/>
                      <a:pt x="30" y="105"/>
                    </a:cubicBezTo>
                    <a:cubicBezTo>
                      <a:pt x="17" y="143"/>
                      <a:pt x="0" y="185"/>
                      <a:pt x="0" y="225"/>
                    </a:cubicBezTo>
                    <a:cubicBezTo>
                      <a:pt x="0" y="265"/>
                      <a:pt x="17" y="307"/>
                      <a:pt x="30" y="345"/>
                    </a:cubicBezTo>
                    <a:cubicBezTo>
                      <a:pt x="43" y="383"/>
                      <a:pt x="66" y="428"/>
                      <a:pt x="75" y="450"/>
                    </a:cubicBezTo>
                  </a:path>
                </a:pathLst>
              </a:custGeom>
              <a:noFill/>
              <a:ln w="38100" cap="flat" cmpd="sng">
                <a:solidFill>
                  <a:srgbClr val="000000"/>
                </a:solidFill>
                <a:prstDash val="solid"/>
                <a:round/>
                <a:headEnd type="none" w="med" len="med"/>
                <a:tailEnd type="none" w="med" len="med"/>
              </a:ln>
            </p:spPr>
            <p:txBody>
              <a:bodyPr/>
              <a:p>
                <a:endParaRPr lang="zh-CN" altLang="en-US"/>
              </a:p>
            </p:txBody>
          </p:sp>
        </p:grpSp>
        <p:grpSp>
          <p:nvGrpSpPr>
            <p:cNvPr id="9254" name="Group 51"/>
            <p:cNvGrpSpPr/>
            <p:nvPr/>
          </p:nvGrpSpPr>
          <p:grpSpPr>
            <a:xfrm>
              <a:off x="2723" y="1357"/>
              <a:ext cx="906" cy="640"/>
              <a:chOff x="1118" y="2595"/>
              <a:chExt cx="1299" cy="886"/>
            </a:xfrm>
          </p:grpSpPr>
          <p:sp>
            <p:nvSpPr>
              <p:cNvPr id="9255" name="Oval 52"/>
              <p:cNvSpPr/>
              <p:nvPr/>
            </p:nvSpPr>
            <p:spPr>
              <a:xfrm>
                <a:off x="1188" y="2651"/>
                <a:ext cx="833" cy="746"/>
              </a:xfrm>
              <a:prstGeom prst="ellipse">
                <a:avLst/>
              </a:prstGeom>
              <a:noFill/>
              <a:ln w="38100" cap="flat" cmpd="sng">
                <a:solidFill>
                  <a:srgbClr val="000000"/>
                </a:solidFill>
                <a:prstDash val="solid"/>
                <a:round/>
                <a:headEnd type="none" w="med" len="med"/>
                <a:tailEnd type="none" w="med" len="med"/>
              </a:ln>
            </p:spPr>
            <p:txBody>
              <a:bodyPr wrap="none" anchor="ctr" anchorCtr="0"/>
              <a:p>
                <a:endParaRPr lang="zh-CN" altLang="en-US" b="1" dirty="0">
                  <a:latin typeface="ISOCP" pitchFamily="2" charset="0"/>
                  <a:ea typeface="宋体" panose="02010600030101010101" pitchFamily="2" charset="-122"/>
                </a:endParaRPr>
              </a:p>
            </p:txBody>
          </p:sp>
          <p:sp>
            <p:nvSpPr>
              <p:cNvPr id="9256" name="Freeform 53"/>
              <p:cNvSpPr/>
              <p:nvPr/>
            </p:nvSpPr>
            <p:spPr>
              <a:xfrm>
                <a:off x="1118" y="3031"/>
                <a:ext cx="1299" cy="0"/>
              </a:xfrm>
              <a:custGeom>
                <a:avLst/>
                <a:gdLst/>
                <a:ahLst/>
                <a:cxnLst>
                  <a:cxn ang="0">
                    <a:pos x="0" y="0"/>
                  </a:cxn>
                  <a:cxn ang="0">
                    <a:pos x="1151" y="1"/>
                  </a:cxn>
                </a:cxnLst>
                <a:pathLst>
                  <a:path w="1380" h="1">
                    <a:moveTo>
                      <a:pt x="0" y="0"/>
                    </a:moveTo>
                    <a:lnTo>
                      <a:pt x="1380" y="1"/>
                    </a:lnTo>
                  </a:path>
                </a:pathLst>
              </a:custGeom>
              <a:noFill/>
              <a:ln w="9525" cap="flat" cmpd="sng">
                <a:solidFill>
                  <a:srgbClr val="000000"/>
                </a:solidFill>
                <a:prstDash val="lgDashDot"/>
                <a:round/>
                <a:headEnd type="none" w="med" len="med"/>
                <a:tailEnd type="none" w="med" len="med"/>
              </a:ln>
            </p:spPr>
            <p:txBody>
              <a:bodyPr/>
              <a:p>
                <a:endParaRPr lang="zh-CN" altLang="en-US"/>
              </a:p>
            </p:txBody>
          </p:sp>
          <p:sp>
            <p:nvSpPr>
              <p:cNvPr id="9257" name="Freeform 54"/>
              <p:cNvSpPr/>
              <p:nvPr/>
            </p:nvSpPr>
            <p:spPr>
              <a:xfrm>
                <a:off x="1612" y="2595"/>
                <a:ext cx="1" cy="886"/>
              </a:xfrm>
              <a:custGeom>
                <a:avLst/>
                <a:gdLst/>
                <a:ahLst/>
                <a:cxnLst>
                  <a:cxn ang="0">
                    <a:pos x="0" y="0"/>
                  </a:cxn>
                  <a:cxn ang="0">
                    <a:pos x="0" y="777"/>
                  </a:cxn>
                </a:cxnLst>
                <a:pathLst>
                  <a:path w="1" h="946">
                    <a:moveTo>
                      <a:pt x="0" y="0"/>
                    </a:moveTo>
                    <a:lnTo>
                      <a:pt x="0" y="946"/>
                    </a:lnTo>
                  </a:path>
                </a:pathLst>
              </a:custGeom>
              <a:noFill/>
              <a:ln w="9525" cap="flat" cmpd="sng">
                <a:solidFill>
                  <a:srgbClr val="000000"/>
                </a:solidFill>
                <a:prstDash val="lgDashDot"/>
                <a:round/>
                <a:headEnd type="none" w="med" len="med"/>
                <a:tailEnd type="none" w="med" len="med"/>
              </a:ln>
            </p:spPr>
            <p:txBody>
              <a:bodyPr/>
              <a:p>
                <a:endParaRPr lang="zh-CN" altLang="en-US"/>
              </a:p>
            </p:txBody>
          </p:sp>
          <p:sp>
            <p:nvSpPr>
              <p:cNvPr id="9258" name="Freeform 55"/>
              <p:cNvSpPr/>
              <p:nvPr/>
            </p:nvSpPr>
            <p:spPr>
              <a:xfrm>
                <a:off x="2346" y="2821"/>
                <a:ext cx="1" cy="435"/>
              </a:xfrm>
              <a:custGeom>
                <a:avLst/>
                <a:gdLst/>
                <a:ahLst/>
                <a:cxnLst>
                  <a:cxn ang="0">
                    <a:pos x="0" y="381"/>
                  </a:cxn>
                  <a:cxn ang="0">
                    <a:pos x="0" y="0"/>
                  </a:cxn>
                </a:cxnLst>
                <a:pathLst>
                  <a:path w="1" h="465">
                    <a:moveTo>
                      <a:pt x="0" y="465"/>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9259" name="Freeform 56"/>
              <p:cNvSpPr/>
              <p:nvPr/>
            </p:nvSpPr>
            <p:spPr>
              <a:xfrm>
                <a:off x="1965" y="2821"/>
                <a:ext cx="395" cy="4"/>
              </a:xfrm>
              <a:custGeom>
                <a:avLst/>
                <a:gdLst/>
                <a:ahLst/>
                <a:cxnLst>
                  <a:cxn ang="0">
                    <a:pos x="349" y="2"/>
                  </a:cxn>
                  <a:cxn ang="0">
                    <a:pos x="0" y="0"/>
                  </a:cxn>
                </a:cxnLst>
                <a:pathLst>
                  <a:path w="420" h="5">
                    <a:moveTo>
                      <a:pt x="420" y="5"/>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9260" name="Freeform 57"/>
              <p:cNvSpPr/>
              <p:nvPr/>
            </p:nvSpPr>
            <p:spPr>
              <a:xfrm>
                <a:off x="1951" y="3242"/>
                <a:ext cx="409" cy="5"/>
              </a:xfrm>
              <a:custGeom>
                <a:avLst/>
                <a:gdLst/>
                <a:ahLst/>
                <a:cxnLst>
                  <a:cxn ang="0">
                    <a:pos x="362" y="5"/>
                  </a:cxn>
                  <a:cxn ang="0">
                    <a:pos x="0" y="0"/>
                  </a:cxn>
                </a:cxnLst>
                <a:pathLst>
                  <a:path w="435" h="5">
                    <a:moveTo>
                      <a:pt x="435" y="5"/>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grpSp>
      </p:grpSp>
      <p:grpSp>
        <p:nvGrpSpPr>
          <p:cNvPr id="10" name="Group 104"/>
          <p:cNvGrpSpPr/>
          <p:nvPr/>
        </p:nvGrpSpPr>
        <p:grpSpPr>
          <a:xfrm>
            <a:off x="3740150" y="3408363"/>
            <a:ext cx="422275" cy="768350"/>
            <a:chOff x="2356" y="2147"/>
            <a:chExt cx="266" cy="484"/>
          </a:xfrm>
        </p:grpSpPr>
        <p:sp>
          <p:nvSpPr>
            <p:cNvPr id="9262" name="Line 59"/>
            <p:cNvSpPr/>
            <p:nvPr/>
          </p:nvSpPr>
          <p:spPr>
            <a:xfrm>
              <a:off x="2356" y="2167"/>
              <a:ext cx="220" cy="0"/>
            </a:xfrm>
            <a:prstGeom prst="line">
              <a:avLst/>
            </a:prstGeom>
            <a:ln w="9525" cap="flat" cmpd="sng">
              <a:solidFill>
                <a:schemeClr val="accent2"/>
              </a:solidFill>
              <a:prstDash val="solid"/>
              <a:round/>
              <a:headEnd type="none" w="med" len="med"/>
              <a:tailEnd type="none" w="med" len="med"/>
            </a:ln>
          </p:spPr>
        </p:sp>
        <p:sp>
          <p:nvSpPr>
            <p:cNvPr id="9263" name="Line 60"/>
            <p:cNvSpPr/>
            <p:nvPr/>
          </p:nvSpPr>
          <p:spPr>
            <a:xfrm>
              <a:off x="2377" y="2608"/>
              <a:ext cx="199" cy="0"/>
            </a:xfrm>
            <a:prstGeom prst="line">
              <a:avLst/>
            </a:prstGeom>
            <a:ln w="9525" cap="flat" cmpd="sng">
              <a:solidFill>
                <a:schemeClr val="accent2"/>
              </a:solidFill>
              <a:prstDash val="solid"/>
              <a:round/>
              <a:headEnd type="none" w="med" len="med"/>
              <a:tailEnd type="none" w="med" len="med"/>
            </a:ln>
          </p:spPr>
        </p:sp>
        <p:sp>
          <p:nvSpPr>
            <p:cNvPr id="9264" name="Freeform 61"/>
            <p:cNvSpPr/>
            <p:nvPr/>
          </p:nvSpPr>
          <p:spPr>
            <a:xfrm>
              <a:off x="2559" y="2147"/>
              <a:ext cx="2" cy="484"/>
            </a:xfrm>
            <a:custGeom>
              <a:avLst/>
              <a:gdLst/>
              <a:ahLst/>
              <a:cxnLst>
                <a:cxn ang="0">
                  <a:pos x="0" y="0"/>
                </a:cxn>
                <a:cxn ang="0">
                  <a:pos x="0" y="1004"/>
                </a:cxn>
              </a:cxnLst>
              <a:pathLst>
                <a:path w="1" h="336">
                  <a:moveTo>
                    <a:pt x="0" y="0"/>
                  </a:moveTo>
                  <a:lnTo>
                    <a:pt x="0" y="336"/>
                  </a:lnTo>
                </a:path>
              </a:pathLst>
            </a:custGeom>
            <a:noFill/>
            <a:ln w="9525" cap="flat" cmpd="sng">
              <a:solidFill>
                <a:schemeClr val="accent2"/>
              </a:solidFill>
              <a:prstDash val="solid"/>
              <a:round/>
              <a:headEnd type="triangle" w="sm" len="lg"/>
              <a:tailEnd type="triangle" w="sm" len="lg"/>
            </a:ln>
          </p:spPr>
          <p:txBody>
            <a:bodyPr/>
            <a:p>
              <a:endParaRPr lang="zh-CN" altLang="en-US"/>
            </a:p>
          </p:txBody>
        </p:sp>
        <p:sp>
          <p:nvSpPr>
            <p:cNvPr id="9265" name="Text Box 62"/>
            <p:cNvSpPr txBox="1"/>
            <p:nvPr/>
          </p:nvSpPr>
          <p:spPr>
            <a:xfrm rot="-5400000">
              <a:off x="2303" y="2244"/>
              <a:ext cx="377" cy="250"/>
            </a:xfrm>
            <a:prstGeom prst="rect">
              <a:avLst/>
            </a:prstGeom>
            <a:noFill/>
            <a:ln w="9525">
              <a:noFill/>
            </a:ln>
          </p:spPr>
          <p:txBody>
            <a:bodyPr wrap="none" anchor="ctr" anchorCtr="0">
              <a:spAutoFit/>
            </a:bodyPr>
            <a:p>
              <a:r>
                <a:rPr lang="en-US" altLang="zh-CN" sz="2000" b="1" dirty="0">
                  <a:solidFill>
                    <a:schemeClr val="accent2"/>
                  </a:solidFill>
                  <a:latin typeface="ISOCP" pitchFamily="2" charset="0"/>
                  <a:ea typeface="宋体" panose="02010600030101010101" pitchFamily="2" charset="-122"/>
                  <a:sym typeface="Symbol" panose="05050102010706020507" pitchFamily="18" charset="2"/>
                </a:rPr>
                <a:t></a:t>
              </a:r>
              <a:r>
                <a:rPr lang="en-US" altLang="zh-CN" sz="2000" b="1" dirty="0">
                  <a:solidFill>
                    <a:schemeClr val="accent2"/>
                  </a:solidFill>
                  <a:latin typeface="ISOCP" pitchFamily="2" charset="0"/>
                  <a:ea typeface="宋体" panose="02010600030101010101" pitchFamily="2" charset="-122"/>
                </a:rPr>
                <a:t>16</a:t>
              </a:r>
              <a:endParaRPr lang="en-US" altLang="zh-CN" sz="2000" b="1" dirty="0">
                <a:solidFill>
                  <a:schemeClr val="accent2"/>
                </a:solidFill>
                <a:latin typeface="ISOCP" pitchFamily="2" charset="0"/>
                <a:ea typeface="宋体" panose="02010600030101010101" pitchFamily="2" charset="-122"/>
              </a:endParaRPr>
            </a:p>
          </p:txBody>
        </p:sp>
      </p:grpSp>
      <p:grpSp>
        <p:nvGrpSpPr>
          <p:cNvPr id="11" name="Group 108"/>
          <p:cNvGrpSpPr/>
          <p:nvPr/>
        </p:nvGrpSpPr>
        <p:grpSpPr>
          <a:xfrm>
            <a:off x="4699000" y="938213"/>
            <a:ext cx="2825750" cy="3589337"/>
            <a:chOff x="2960" y="591"/>
            <a:chExt cx="1780" cy="2261"/>
          </a:xfrm>
        </p:grpSpPr>
        <p:grpSp>
          <p:nvGrpSpPr>
            <p:cNvPr id="9267" name="Group 109"/>
            <p:cNvGrpSpPr/>
            <p:nvPr/>
          </p:nvGrpSpPr>
          <p:grpSpPr>
            <a:xfrm>
              <a:off x="3341" y="591"/>
              <a:ext cx="1232" cy="1140"/>
              <a:chOff x="3341" y="591"/>
              <a:chExt cx="1232" cy="1140"/>
            </a:xfrm>
          </p:grpSpPr>
          <p:sp>
            <p:nvSpPr>
              <p:cNvPr id="9268" name="Line 110"/>
              <p:cNvSpPr/>
              <p:nvPr/>
            </p:nvSpPr>
            <p:spPr>
              <a:xfrm>
                <a:off x="3341" y="634"/>
                <a:ext cx="836" cy="0"/>
              </a:xfrm>
              <a:prstGeom prst="line">
                <a:avLst/>
              </a:prstGeom>
              <a:ln w="38100" cap="flat" cmpd="sng">
                <a:solidFill>
                  <a:srgbClr val="000000"/>
                </a:solidFill>
                <a:prstDash val="solid"/>
                <a:round/>
                <a:headEnd type="none" w="med" len="med"/>
                <a:tailEnd type="none" w="med" len="med"/>
              </a:ln>
            </p:spPr>
          </p:sp>
          <p:sp>
            <p:nvSpPr>
              <p:cNvPr id="9269" name="Freeform 111"/>
              <p:cNvSpPr/>
              <p:nvPr/>
            </p:nvSpPr>
            <p:spPr>
              <a:xfrm>
                <a:off x="4063" y="1162"/>
                <a:ext cx="510" cy="0"/>
              </a:xfrm>
              <a:custGeom>
                <a:avLst/>
                <a:gdLst/>
                <a:ahLst/>
                <a:cxnLst>
                  <a:cxn ang="0">
                    <a:pos x="0" y="0"/>
                  </a:cxn>
                  <a:cxn ang="0">
                    <a:pos x="455" y="1"/>
                  </a:cxn>
                </a:cxnLst>
                <a:pathLst>
                  <a:path w="540" h="1">
                    <a:moveTo>
                      <a:pt x="0" y="0"/>
                    </a:moveTo>
                    <a:lnTo>
                      <a:pt x="540" y="1"/>
                    </a:lnTo>
                  </a:path>
                </a:pathLst>
              </a:custGeom>
              <a:noFill/>
              <a:ln w="9525" cap="flat" cmpd="sng">
                <a:solidFill>
                  <a:srgbClr val="000000"/>
                </a:solidFill>
                <a:prstDash val="lgDashDot"/>
                <a:round/>
                <a:headEnd type="none" w="med" len="med"/>
                <a:tailEnd type="none" w="med" len="med"/>
              </a:ln>
            </p:spPr>
            <p:txBody>
              <a:bodyPr/>
              <a:p>
                <a:endParaRPr lang="zh-CN" altLang="en-US"/>
              </a:p>
            </p:txBody>
          </p:sp>
          <p:sp>
            <p:nvSpPr>
              <p:cNvPr id="9270" name="Freeform 112"/>
              <p:cNvSpPr/>
              <p:nvPr/>
            </p:nvSpPr>
            <p:spPr>
              <a:xfrm>
                <a:off x="3766" y="591"/>
                <a:ext cx="0" cy="1140"/>
              </a:xfrm>
              <a:custGeom>
                <a:avLst/>
                <a:gdLst/>
                <a:ahLst/>
                <a:cxnLst>
                  <a:cxn ang="0">
                    <a:pos x="0" y="1083"/>
                  </a:cxn>
                  <a:cxn ang="0">
                    <a:pos x="0" y="0"/>
                  </a:cxn>
                </a:cxnLst>
                <a:pathLst>
                  <a:path w="1" h="1170">
                    <a:moveTo>
                      <a:pt x="0" y="1170"/>
                    </a:moveTo>
                    <a:lnTo>
                      <a:pt x="0" y="0"/>
                    </a:lnTo>
                  </a:path>
                </a:pathLst>
              </a:custGeom>
              <a:noFill/>
              <a:ln w="9525" cap="flat" cmpd="sng">
                <a:solidFill>
                  <a:srgbClr val="000000"/>
                </a:solidFill>
                <a:prstDash val="lgDashDot"/>
                <a:round/>
                <a:headEnd type="none" w="med" len="med"/>
                <a:tailEnd type="none" w="med" len="med"/>
              </a:ln>
            </p:spPr>
            <p:txBody>
              <a:bodyPr/>
              <a:p>
                <a:endParaRPr lang="zh-CN" altLang="en-US"/>
              </a:p>
            </p:txBody>
          </p:sp>
          <p:sp>
            <p:nvSpPr>
              <p:cNvPr id="9271" name="Line 113"/>
              <p:cNvSpPr/>
              <p:nvPr/>
            </p:nvSpPr>
            <p:spPr>
              <a:xfrm>
                <a:off x="4177" y="941"/>
                <a:ext cx="340" cy="0"/>
              </a:xfrm>
              <a:prstGeom prst="line">
                <a:avLst/>
              </a:prstGeom>
              <a:ln w="38100" cap="flat" cmpd="sng">
                <a:solidFill>
                  <a:srgbClr val="000000"/>
                </a:solidFill>
                <a:prstDash val="solid"/>
                <a:round/>
                <a:headEnd type="none" w="med" len="med"/>
                <a:tailEnd type="none" w="med" len="med"/>
              </a:ln>
            </p:spPr>
          </p:sp>
          <p:sp>
            <p:nvSpPr>
              <p:cNvPr id="9272" name="Line 114"/>
              <p:cNvSpPr/>
              <p:nvPr/>
            </p:nvSpPr>
            <p:spPr>
              <a:xfrm>
                <a:off x="4177" y="1381"/>
                <a:ext cx="340" cy="0"/>
              </a:xfrm>
              <a:prstGeom prst="line">
                <a:avLst/>
              </a:prstGeom>
              <a:ln w="38100" cap="flat" cmpd="sng">
                <a:solidFill>
                  <a:srgbClr val="000000"/>
                </a:solidFill>
                <a:prstDash val="solid"/>
                <a:round/>
                <a:headEnd type="none" w="med" len="med"/>
                <a:tailEnd type="none" w="med" len="med"/>
              </a:ln>
            </p:spPr>
          </p:sp>
          <p:sp>
            <p:nvSpPr>
              <p:cNvPr id="9273" name="Freeform 115"/>
              <p:cNvSpPr/>
              <p:nvPr/>
            </p:nvSpPr>
            <p:spPr>
              <a:xfrm>
                <a:off x="4505" y="943"/>
                <a:ext cx="2" cy="439"/>
              </a:xfrm>
              <a:custGeom>
                <a:avLst/>
                <a:gdLst/>
                <a:ahLst/>
                <a:cxnLst>
                  <a:cxn ang="0">
                    <a:pos x="0" y="910"/>
                  </a:cxn>
                  <a:cxn ang="0">
                    <a:pos x="0" y="0"/>
                  </a:cxn>
                </a:cxnLst>
                <a:pathLst>
                  <a:path w="1" h="305">
                    <a:moveTo>
                      <a:pt x="0" y="305"/>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9274" name="Freeform 116"/>
              <p:cNvSpPr/>
              <p:nvPr/>
            </p:nvSpPr>
            <p:spPr>
              <a:xfrm>
                <a:off x="3341" y="634"/>
                <a:ext cx="1" cy="1068"/>
              </a:xfrm>
              <a:custGeom>
                <a:avLst/>
                <a:gdLst/>
                <a:ahLst/>
                <a:cxnLst>
                  <a:cxn ang="0">
                    <a:pos x="0" y="0"/>
                  </a:cxn>
                  <a:cxn ang="0">
                    <a:pos x="0" y="1016"/>
                  </a:cxn>
                </a:cxnLst>
                <a:pathLst>
                  <a:path w="1" h="1095">
                    <a:moveTo>
                      <a:pt x="0" y="0"/>
                    </a:moveTo>
                    <a:lnTo>
                      <a:pt x="0" y="1095"/>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9275" name="Freeform 117"/>
              <p:cNvSpPr/>
              <p:nvPr/>
            </p:nvSpPr>
            <p:spPr>
              <a:xfrm>
                <a:off x="3341" y="1688"/>
                <a:ext cx="836" cy="0"/>
              </a:xfrm>
              <a:custGeom>
                <a:avLst/>
                <a:gdLst/>
                <a:ahLst/>
                <a:cxnLst>
                  <a:cxn ang="0">
                    <a:pos x="0" y="0"/>
                  </a:cxn>
                  <a:cxn ang="0">
                    <a:pos x="746" y="1"/>
                  </a:cxn>
                </a:cxnLst>
                <a:pathLst>
                  <a:path w="885" h="1">
                    <a:moveTo>
                      <a:pt x="0" y="0"/>
                    </a:moveTo>
                    <a:lnTo>
                      <a:pt x="885" y="1"/>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9276" name="Freeform 118"/>
              <p:cNvSpPr/>
              <p:nvPr/>
            </p:nvSpPr>
            <p:spPr>
              <a:xfrm>
                <a:off x="4177" y="1365"/>
                <a:ext cx="0" cy="337"/>
              </a:xfrm>
              <a:custGeom>
                <a:avLst/>
                <a:gdLst/>
                <a:ahLst/>
                <a:cxnLst>
                  <a:cxn ang="0">
                    <a:pos x="0" y="0"/>
                  </a:cxn>
                  <a:cxn ang="0">
                    <a:pos x="0" y="321"/>
                  </a:cxn>
                </a:cxnLst>
                <a:pathLst>
                  <a:path w="1" h="345">
                    <a:moveTo>
                      <a:pt x="0" y="0"/>
                    </a:moveTo>
                    <a:lnTo>
                      <a:pt x="0" y="345"/>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9277" name="Freeform 119"/>
              <p:cNvSpPr/>
              <p:nvPr/>
            </p:nvSpPr>
            <p:spPr>
              <a:xfrm>
                <a:off x="4177" y="634"/>
                <a:ext cx="0" cy="323"/>
              </a:xfrm>
              <a:custGeom>
                <a:avLst/>
                <a:gdLst/>
                <a:ahLst/>
                <a:cxnLst>
                  <a:cxn ang="0">
                    <a:pos x="0" y="0"/>
                  </a:cxn>
                  <a:cxn ang="0">
                    <a:pos x="0" y="309"/>
                  </a:cxn>
                </a:cxnLst>
                <a:pathLst>
                  <a:path w="1" h="330">
                    <a:moveTo>
                      <a:pt x="0" y="0"/>
                    </a:moveTo>
                    <a:lnTo>
                      <a:pt x="0" y="33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9278" name="Freeform 120"/>
              <p:cNvSpPr/>
              <p:nvPr/>
            </p:nvSpPr>
            <p:spPr>
              <a:xfrm>
                <a:off x="4106" y="941"/>
                <a:ext cx="71" cy="440"/>
              </a:xfrm>
              <a:custGeom>
                <a:avLst/>
                <a:gdLst/>
                <a:ahLst/>
                <a:cxnLst>
                  <a:cxn ang="0">
                    <a:pos x="63" y="0"/>
                  </a:cxn>
                  <a:cxn ang="0">
                    <a:pos x="26" y="99"/>
                  </a:cxn>
                  <a:cxn ang="0">
                    <a:pos x="0" y="210"/>
                  </a:cxn>
                  <a:cxn ang="0">
                    <a:pos x="26" y="323"/>
                  </a:cxn>
                  <a:cxn ang="0">
                    <a:pos x="63" y="420"/>
                  </a:cxn>
                </a:cxnLst>
                <a:pathLst>
                  <a:path w="75" h="450">
                    <a:moveTo>
                      <a:pt x="75" y="0"/>
                    </a:moveTo>
                    <a:cubicBezTo>
                      <a:pt x="67" y="18"/>
                      <a:pt x="43" y="67"/>
                      <a:pt x="30" y="105"/>
                    </a:cubicBezTo>
                    <a:cubicBezTo>
                      <a:pt x="17" y="143"/>
                      <a:pt x="0" y="185"/>
                      <a:pt x="0" y="225"/>
                    </a:cubicBezTo>
                    <a:cubicBezTo>
                      <a:pt x="0" y="265"/>
                      <a:pt x="17" y="307"/>
                      <a:pt x="30" y="345"/>
                    </a:cubicBezTo>
                    <a:cubicBezTo>
                      <a:pt x="43" y="383"/>
                      <a:pt x="66" y="428"/>
                      <a:pt x="75" y="450"/>
                    </a:cubicBezTo>
                  </a:path>
                </a:pathLst>
              </a:custGeom>
              <a:noFill/>
              <a:ln w="38100" cap="flat" cmpd="sng">
                <a:solidFill>
                  <a:srgbClr val="000000"/>
                </a:solidFill>
                <a:prstDash val="solid"/>
                <a:round/>
                <a:headEnd type="none" w="med" len="med"/>
                <a:tailEnd type="none" w="med" len="med"/>
              </a:ln>
            </p:spPr>
            <p:txBody>
              <a:bodyPr/>
              <a:p>
                <a:endParaRPr lang="zh-CN" altLang="en-US"/>
              </a:p>
            </p:txBody>
          </p:sp>
        </p:grpSp>
        <p:grpSp>
          <p:nvGrpSpPr>
            <p:cNvPr id="9279" name="Group 121"/>
            <p:cNvGrpSpPr/>
            <p:nvPr/>
          </p:nvGrpSpPr>
          <p:grpSpPr>
            <a:xfrm>
              <a:off x="2960" y="621"/>
              <a:ext cx="381" cy="1081"/>
              <a:chOff x="2913" y="574"/>
              <a:chExt cx="265" cy="750"/>
            </a:xfrm>
          </p:grpSpPr>
          <p:sp>
            <p:nvSpPr>
              <p:cNvPr id="9280" name="Line 122"/>
              <p:cNvSpPr/>
              <p:nvPr/>
            </p:nvSpPr>
            <p:spPr>
              <a:xfrm flipH="1">
                <a:off x="3033" y="583"/>
                <a:ext cx="145" cy="0"/>
              </a:xfrm>
              <a:prstGeom prst="line">
                <a:avLst/>
              </a:prstGeom>
              <a:ln w="9525" cap="flat" cmpd="sng">
                <a:solidFill>
                  <a:schemeClr val="accent2"/>
                </a:solidFill>
                <a:prstDash val="solid"/>
                <a:round/>
                <a:headEnd type="none" w="med" len="med"/>
                <a:tailEnd type="none" w="med" len="med"/>
              </a:ln>
            </p:spPr>
          </p:sp>
          <p:sp>
            <p:nvSpPr>
              <p:cNvPr id="9281" name="Line 123"/>
              <p:cNvSpPr/>
              <p:nvPr/>
            </p:nvSpPr>
            <p:spPr>
              <a:xfrm flipH="1">
                <a:off x="3033" y="1312"/>
                <a:ext cx="144" cy="0"/>
              </a:xfrm>
              <a:prstGeom prst="line">
                <a:avLst/>
              </a:prstGeom>
              <a:ln w="9525" cap="flat" cmpd="sng">
                <a:solidFill>
                  <a:schemeClr val="accent2"/>
                </a:solidFill>
                <a:prstDash val="solid"/>
                <a:round/>
                <a:headEnd type="none" w="med" len="med"/>
                <a:tailEnd type="none" w="med" len="med"/>
              </a:ln>
            </p:spPr>
          </p:sp>
          <p:sp>
            <p:nvSpPr>
              <p:cNvPr id="9282" name="Freeform 124"/>
              <p:cNvSpPr/>
              <p:nvPr/>
            </p:nvSpPr>
            <p:spPr>
              <a:xfrm>
                <a:off x="3048" y="574"/>
                <a:ext cx="2" cy="750"/>
              </a:xfrm>
              <a:custGeom>
                <a:avLst/>
                <a:gdLst/>
                <a:ahLst/>
                <a:cxnLst>
                  <a:cxn ang="0">
                    <a:pos x="0" y="0"/>
                  </a:cxn>
                  <a:cxn ang="0">
                    <a:pos x="2" y="390"/>
                  </a:cxn>
                </a:cxnLst>
                <a:pathLst>
                  <a:path w="2" h="1040">
                    <a:moveTo>
                      <a:pt x="0" y="0"/>
                    </a:moveTo>
                    <a:lnTo>
                      <a:pt x="2" y="1040"/>
                    </a:lnTo>
                  </a:path>
                </a:pathLst>
              </a:custGeom>
              <a:noFill/>
              <a:ln w="9525" cap="flat" cmpd="sng">
                <a:solidFill>
                  <a:schemeClr val="accent2"/>
                </a:solidFill>
                <a:prstDash val="solid"/>
                <a:round/>
                <a:headEnd type="triangle" w="sm" len="lg"/>
                <a:tailEnd type="triangle" w="sm" len="lg"/>
              </a:ln>
            </p:spPr>
            <p:txBody>
              <a:bodyPr/>
              <a:p>
                <a:endParaRPr lang="zh-CN" altLang="en-US"/>
              </a:p>
            </p:txBody>
          </p:sp>
          <p:sp>
            <p:nvSpPr>
              <p:cNvPr id="9283" name="Text Box 125"/>
              <p:cNvSpPr txBox="1"/>
              <p:nvPr/>
            </p:nvSpPr>
            <p:spPr>
              <a:xfrm rot="-5400000">
                <a:off x="2894" y="838"/>
                <a:ext cx="201" cy="174"/>
              </a:xfrm>
              <a:prstGeom prst="rect">
                <a:avLst/>
              </a:prstGeom>
              <a:noFill/>
              <a:ln w="9525">
                <a:noFill/>
              </a:ln>
            </p:spPr>
            <p:txBody>
              <a:bodyPr wrap="none" anchor="ctr" anchorCtr="0">
                <a:spAutoFit/>
              </a:bodyPr>
              <a:p>
                <a:r>
                  <a:rPr lang="en-US" altLang="zh-CN" sz="2000" b="1" dirty="0">
                    <a:solidFill>
                      <a:schemeClr val="accent2"/>
                    </a:solidFill>
                    <a:latin typeface="ISOCP" pitchFamily="2" charset="0"/>
                    <a:ea typeface="宋体" panose="02010600030101010101" pitchFamily="2" charset="-122"/>
                  </a:rPr>
                  <a:t>40</a:t>
                </a:r>
                <a:endParaRPr lang="en-US" altLang="zh-CN" sz="2000" b="1" dirty="0">
                  <a:solidFill>
                    <a:schemeClr val="accent2"/>
                  </a:solidFill>
                  <a:latin typeface="ISOCP" pitchFamily="2" charset="0"/>
                  <a:ea typeface="宋体" panose="02010600030101010101" pitchFamily="2" charset="-122"/>
                </a:endParaRPr>
              </a:p>
            </p:txBody>
          </p:sp>
        </p:grpSp>
        <p:grpSp>
          <p:nvGrpSpPr>
            <p:cNvPr id="9284" name="Group 126"/>
            <p:cNvGrpSpPr/>
            <p:nvPr/>
          </p:nvGrpSpPr>
          <p:grpSpPr>
            <a:xfrm>
              <a:off x="3340" y="1667"/>
              <a:ext cx="838" cy="250"/>
              <a:chOff x="3177" y="1300"/>
              <a:chExt cx="582" cy="173"/>
            </a:xfrm>
          </p:grpSpPr>
          <p:sp>
            <p:nvSpPr>
              <p:cNvPr id="9285" name="Line 127"/>
              <p:cNvSpPr/>
              <p:nvPr/>
            </p:nvSpPr>
            <p:spPr>
              <a:xfrm>
                <a:off x="3177" y="1309"/>
                <a:ext cx="0" cy="145"/>
              </a:xfrm>
              <a:prstGeom prst="line">
                <a:avLst/>
              </a:prstGeom>
              <a:ln w="9525" cap="flat" cmpd="sng">
                <a:solidFill>
                  <a:schemeClr val="accent2"/>
                </a:solidFill>
                <a:prstDash val="solid"/>
                <a:round/>
                <a:headEnd type="none" w="med" len="med"/>
                <a:tailEnd type="none" w="med" len="med"/>
              </a:ln>
            </p:spPr>
          </p:sp>
          <p:sp>
            <p:nvSpPr>
              <p:cNvPr id="9286" name="Freeform 128"/>
              <p:cNvSpPr/>
              <p:nvPr/>
            </p:nvSpPr>
            <p:spPr>
              <a:xfrm>
                <a:off x="3758" y="1311"/>
                <a:ext cx="1" cy="143"/>
              </a:xfrm>
              <a:custGeom>
                <a:avLst/>
                <a:gdLst/>
                <a:ahLst/>
                <a:cxnLst>
                  <a:cxn ang="0">
                    <a:pos x="0" y="0"/>
                  </a:cxn>
                  <a:cxn ang="0">
                    <a:pos x="0" y="75"/>
                  </a:cxn>
                </a:cxnLst>
                <a:pathLst>
                  <a:path w="1" h="197">
                    <a:moveTo>
                      <a:pt x="0" y="0"/>
                    </a:moveTo>
                    <a:lnTo>
                      <a:pt x="0" y="197"/>
                    </a:lnTo>
                  </a:path>
                </a:pathLst>
              </a:custGeom>
              <a:noFill/>
              <a:ln w="9525" cap="flat" cmpd="sng">
                <a:solidFill>
                  <a:schemeClr val="accent2"/>
                </a:solidFill>
                <a:prstDash val="solid"/>
                <a:round/>
                <a:headEnd type="none" w="med" len="med"/>
                <a:tailEnd type="none" w="med" len="med"/>
              </a:ln>
            </p:spPr>
            <p:txBody>
              <a:bodyPr/>
              <a:p>
                <a:endParaRPr lang="zh-CN" altLang="en-US"/>
              </a:p>
            </p:txBody>
          </p:sp>
          <p:sp>
            <p:nvSpPr>
              <p:cNvPr id="9287" name="Line 129"/>
              <p:cNvSpPr/>
              <p:nvPr/>
            </p:nvSpPr>
            <p:spPr>
              <a:xfrm>
                <a:off x="3177" y="1439"/>
                <a:ext cx="581" cy="0"/>
              </a:xfrm>
              <a:prstGeom prst="line">
                <a:avLst/>
              </a:prstGeom>
              <a:ln w="9525" cap="flat" cmpd="sng">
                <a:solidFill>
                  <a:schemeClr val="accent2"/>
                </a:solidFill>
                <a:prstDash val="solid"/>
                <a:round/>
                <a:headEnd type="triangle" w="sm" len="lg"/>
                <a:tailEnd type="triangle" w="sm" len="lg"/>
              </a:ln>
            </p:spPr>
          </p:sp>
          <p:sp>
            <p:nvSpPr>
              <p:cNvPr id="9288" name="Text Box 130"/>
              <p:cNvSpPr txBox="1"/>
              <p:nvPr/>
            </p:nvSpPr>
            <p:spPr>
              <a:xfrm>
                <a:off x="3324" y="1300"/>
                <a:ext cx="278" cy="173"/>
              </a:xfrm>
              <a:prstGeom prst="rect">
                <a:avLst/>
              </a:prstGeom>
              <a:noFill/>
              <a:ln w="9525">
                <a:noFill/>
              </a:ln>
            </p:spPr>
            <p:txBody>
              <a:bodyPr wrap="none" anchor="ctr" anchorCtr="0">
                <a:spAutoFit/>
              </a:bodyPr>
              <a:p>
                <a:r>
                  <a:rPr lang="en-US" altLang="zh-CN" sz="2000" b="1" dirty="0">
                    <a:solidFill>
                      <a:schemeClr val="accent2"/>
                    </a:solidFill>
                    <a:latin typeface="ISOCP" pitchFamily="2" charset="0"/>
                    <a:ea typeface="宋体" panose="02010600030101010101" pitchFamily="2" charset="-122"/>
                    <a:sym typeface="Symbol" panose="05050102010706020507" pitchFamily="18" charset="2"/>
                  </a:rPr>
                  <a:t></a:t>
                </a:r>
                <a:r>
                  <a:rPr lang="en-US" altLang="zh-CN" sz="2000" b="1" dirty="0">
                    <a:solidFill>
                      <a:schemeClr val="accent2"/>
                    </a:solidFill>
                    <a:latin typeface="ISOCP" pitchFamily="2" charset="0"/>
                    <a:ea typeface="宋体" panose="02010600030101010101" pitchFamily="2" charset="-122"/>
                  </a:rPr>
                  <a:t>30</a:t>
                </a:r>
                <a:endParaRPr lang="en-US" altLang="zh-CN" sz="2000" b="1" dirty="0">
                  <a:solidFill>
                    <a:schemeClr val="accent2"/>
                  </a:solidFill>
                  <a:latin typeface="ISOCP" pitchFamily="2" charset="0"/>
                  <a:ea typeface="宋体" panose="02010600030101010101" pitchFamily="2" charset="-122"/>
                </a:endParaRPr>
              </a:p>
            </p:txBody>
          </p:sp>
        </p:grpSp>
        <p:grpSp>
          <p:nvGrpSpPr>
            <p:cNvPr id="9289" name="Group 131"/>
            <p:cNvGrpSpPr/>
            <p:nvPr/>
          </p:nvGrpSpPr>
          <p:grpSpPr>
            <a:xfrm>
              <a:off x="3298" y="1930"/>
              <a:ext cx="1442" cy="922"/>
              <a:chOff x="3298" y="1930"/>
              <a:chExt cx="1442" cy="922"/>
            </a:xfrm>
          </p:grpSpPr>
          <p:grpSp>
            <p:nvGrpSpPr>
              <p:cNvPr id="9290" name="Group 132"/>
              <p:cNvGrpSpPr/>
              <p:nvPr/>
            </p:nvGrpSpPr>
            <p:grpSpPr>
              <a:xfrm>
                <a:off x="3298" y="1930"/>
                <a:ext cx="1304" cy="922"/>
                <a:chOff x="885" y="2010"/>
                <a:chExt cx="1380" cy="946"/>
              </a:xfrm>
            </p:grpSpPr>
            <p:sp>
              <p:nvSpPr>
                <p:cNvPr id="9291" name="Oval 133"/>
                <p:cNvSpPr/>
                <p:nvPr/>
              </p:nvSpPr>
              <p:spPr>
                <a:xfrm>
                  <a:off x="930" y="2070"/>
                  <a:ext cx="885" cy="796"/>
                </a:xfrm>
                <a:prstGeom prst="ellipse">
                  <a:avLst/>
                </a:prstGeom>
                <a:noFill/>
                <a:ln w="38100" cap="flat" cmpd="sng">
                  <a:solidFill>
                    <a:srgbClr val="000000"/>
                  </a:solidFill>
                  <a:prstDash val="solid"/>
                  <a:round/>
                  <a:headEnd type="none" w="med" len="med"/>
                  <a:tailEnd type="none" w="med" len="med"/>
                </a:ln>
              </p:spPr>
              <p:txBody>
                <a:bodyPr wrap="none" anchor="ctr" anchorCtr="0"/>
                <a:p>
                  <a:endParaRPr lang="zh-CN" altLang="en-US" b="1" dirty="0">
                    <a:latin typeface="ISOCP" pitchFamily="2" charset="0"/>
                    <a:ea typeface="宋体" panose="02010600030101010101" pitchFamily="2" charset="-122"/>
                  </a:endParaRPr>
                </a:p>
              </p:txBody>
            </p:sp>
            <p:sp>
              <p:nvSpPr>
                <p:cNvPr id="9292" name="Freeform 134"/>
                <p:cNvSpPr/>
                <p:nvPr/>
              </p:nvSpPr>
              <p:spPr>
                <a:xfrm>
                  <a:off x="885" y="2475"/>
                  <a:ext cx="1380" cy="1"/>
                </a:xfrm>
                <a:custGeom>
                  <a:avLst/>
                  <a:gdLst/>
                  <a:ahLst/>
                  <a:cxnLst>
                    <a:cxn ang="0">
                      <a:pos x="0" y="0"/>
                    </a:cxn>
                    <a:cxn ang="0">
                      <a:pos x="1380" y="1"/>
                    </a:cxn>
                  </a:cxnLst>
                  <a:pathLst>
                    <a:path w="1380" h="1">
                      <a:moveTo>
                        <a:pt x="0" y="0"/>
                      </a:moveTo>
                      <a:lnTo>
                        <a:pt x="1380" y="1"/>
                      </a:lnTo>
                    </a:path>
                  </a:pathLst>
                </a:custGeom>
                <a:noFill/>
                <a:ln w="9525" cap="flat" cmpd="sng">
                  <a:solidFill>
                    <a:srgbClr val="000000"/>
                  </a:solidFill>
                  <a:prstDash val="lgDashDot"/>
                  <a:round/>
                  <a:headEnd type="none" w="med" len="med"/>
                  <a:tailEnd type="none" w="med" len="med"/>
                </a:ln>
              </p:spPr>
              <p:txBody>
                <a:bodyPr/>
                <a:p>
                  <a:endParaRPr lang="zh-CN" altLang="en-US"/>
                </a:p>
              </p:txBody>
            </p:sp>
            <p:sp>
              <p:nvSpPr>
                <p:cNvPr id="9293" name="Freeform 135"/>
                <p:cNvSpPr/>
                <p:nvPr/>
              </p:nvSpPr>
              <p:spPr>
                <a:xfrm>
                  <a:off x="1380" y="2010"/>
                  <a:ext cx="1" cy="946"/>
                </a:xfrm>
                <a:custGeom>
                  <a:avLst/>
                  <a:gdLst/>
                  <a:ahLst/>
                  <a:cxnLst>
                    <a:cxn ang="0">
                      <a:pos x="0" y="0"/>
                    </a:cxn>
                    <a:cxn ang="0">
                      <a:pos x="0" y="946"/>
                    </a:cxn>
                  </a:cxnLst>
                  <a:pathLst>
                    <a:path w="1" h="946">
                      <a:moveTo>
                        <a:pt x="0" y="0"/>
                      </a:moveTo>
                      <a:lnTo>
                        <a:pt x="0" y="946"/>
                      </a:lnTo>
                    </a:path>
                  </a:pathLst>
                </a:custGeom>
                <a:noFill/>
                <a:ln w="9525" cap="flat" cmpd="sng">
                  <a:solidFill>
                    <a:srgbClr val="000000"/>
                  </a:solidFill>
                  <a:prstDash val="lgDashDot"/>
                  <a:round/>
                  <a:headEnd type="none" w="med" len="med"/>
                  <a:tailEnd type="none" w="med" len="med"/>
                </a:ln>
              </p:spPr>
              <p:txBody>
                <a:bodyPr/>
                <a:p>
                  <a:endParaRPr lang="zh-CN" altLang="en-US"/>
                </a:p>
              </p:txBody>
            </p:sp>
            <p:sp>
              <p:nvSpPr>
                <p:cNvPr id="9294" name="Freeform 136"/>
                <p:cNvSpPr/>
                <p:nvPr/>
              </p:nvSpPr>
              <p:spPr>
                <a:xfrm>
                  <a:off x="2160" y="2251"/>
                  <a:ext cx="1" cy="465"/>
                </a:xfrm>
                <a:custGeom>
                  <a:avLst/>
                  <a:gdLst/>
                  <a:ahLst/>
                  <a:cxnLst>
                    <a:cxn ang="0">
                      <a:pos x="0" y="465"/>
                    </a:cxn>
                    <a:cxn ang="0">
                      <a:pos x="0" y="0"/>
                    </a:cxn>
                  </a:cxnLst>
                  <a:pathLst>
                    <a:path w="1" h="465">
                      <a:moveTo>
                        <a:pt x="0" y="465"/>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9295" name="Freeform 137"/>
                <p:cNvSpPr/>
                <p:nvPr/>
              </p:nvSpPr>
              <p:spPr>
                <a:xfrm>
                  <a:off x="1755" y="2251"/>
                  <a:ext cx="420" cy="5"/>
                </a:xfrm>
                <a:custGeom>
                  <a:avLst/>
                  <a:gdLst/>
                  <a:ahLst/>
                  <a:cxnLst>
                    <a:cxn ang="0">
                      <a:pos x="420" y="5"/>
                    </a:cxn>
                    <a:cxn ang="0">
                      <a:pos x="0" y="0"/>
                    </a:cxn>
                  </a:cxnLst>
                  <a:pathLst>
                    <a:path w="420" h="5">
                      <a:moveTo>
                        <a:pt x="420" y="5"/>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sp>
              <p:nvSpPr>
                <p:cNvPr id="9296" name="Freeform 138"/>
                <p:cNvSpPr/>
                <p:nvPr/>
              </p:nvSpPr>
              <p:spPr>
                <a:xfrm>
                  <a:off x="1740" y="2701"/>
                  <a:ext cx="435" cy="5"/>
                </a:xfrm>
                <a:custGeom>
                  <a:avLst/>
                  <a:gdLst/>
                  <a:ahLst/>
                  <a:cxnLst>
                    <a:cxn ang="0">
                      <a:pos x="435" y="5"/>
                    </a:cxn>
                    <a:cxn ang="0">
                      <a:pos x="0" y="0"/>
                    </a:cxn>
                  </a:cxnLst>
                  <a:pathLst>
                    <a:path w="435" h="5">
                      <a:moveTo>
                        <a:pt x="435" y="5"/>
                      </a:moveTo>
                      <a:lnTo>
                        <a:pt x="0" y="0"/>
                      </a:lnTo>
                    </a:path>
                  </a:pathLst>
                </a:custGeom>
                <a:noFill/>
                <a:ln w="38100" cap="flat" cmpd="sng">
                  <a:solidFill>
                    <a:srgbClr val="000000"/>
                  </a:solidFill>
                  <a:prstDash val="solid"/>
                  <a:round/>
                  <a:headEnd type="none" w="med" len="med"/>
                  <a:tailEnd type="none" w="med" len="med"/>
                </a:ln>
              </p:spPr>
              <p:txBody>
                <a:bodyPr/>
                <a:p>
                  <a:endParaRPr lang="zh-CN" altLang="en-US"/>
                </a:p>
              </p:txBody>
            </p:sp>
          </p:grpSp>
          <p:grpSp>
            <p:nvGrpSpPr>
              <p:cNvPr id="9297" name="Group 139"/>
              <p:cNvGrpSpPr/>
              <p:nvPr/>
            </p:nvGrpSpPr>
            <p:grpSpPr>
              <a:xfrm>
                <a:off x="4490" y="2145"/>
                <a:ext cx="250" cy="485"/>
                <a:chOff x="4490" y="2145"/>
                <a:chExt cx="250" cy="485"/>
              </a:xfrm>
            </p:grpSpPr>
            <p:sp>
              <p:nvSpPr>
                <p:cNvPr id="9298" name="Line 140"/>
                <p:cNvSpPr/>
                <p:nvPr/>
              </p:nvSpPr>
              <p:spPr>
                <a:xfrm>
                  <a:off x="4507" y="2167"/>
                  <a:ext cx="188" cy="0"/>
                </a:xfrm>
                <a:prstGeom prst="line">
                  <a:avLst/>
                </a:prstGeom>
                <a:ln w="9525" cap="flat" cmpd="sng">
                  <a:solidFill>
                    <a:schemeClr val="accent2"/>
                  </a:solidFill>
                  <a:prstDash val="solid"/>
                  <a:round/>
                  <a:headEnd type="none" w="med" len="med"/>
                  <a:tailEnd type="none" w="med" len="med"/>
                </a:ln>
              </p:spPr>
            </p:sp>
            <p:sp>
              <p:nvSpPr>
                <p:cNvPr id="9299" name="Line 141"/>
                <p:cNvSpPr/>
                <p:nvPr/>
              </p:nvSpPr>
              <p:spPr>
                <a:xfrm>
                  <a:off x="4517" y="2610"/>
                  <a:ext cx="178" cy="0"/>
                </a:xfrm>
                <a:prstGeom prst="line">
                  <a:avLst/>
                </a:prstGeom>
                <a:ln w="9525" cap="flat" cmpd="sng">
                  <a:solidFill>
                    <a:schemeClr val="accent2"/>
                  </a:solidFill>
                  <a:prstDash val="solid"/>
                  <a:round/>
                  <a:headEnd type="none" w="med" len="med"/>
                  <a:tailEnd type="none" w="med" len="med"/>
                </a:ln>
              </p:spPr>
            </p:sp>
            <p:sp>
              <p:nvSpPr>
                <p:cNvPr id="9300" name="Freeform 142"/>
                <p:cNvSpPr/>
                <p:nvPr/>
              </p:nvSpPr>
              <p:spPr>
                <a:xfrm>
                  <a:off x="4673" y="2145"/>
                  <a:ext cx="2" cy="485"/>
                </a:xfrm>
                <a:custGeom>
                  <a:avLst/>
                  <a:gdLst/>
                  <a:ahLst/>
                  <a:cxnLst>
                    <a:cxn ang="0">
                      <a:pos x="0" y="0"/>
                    </a:cxn>
                    <a:cxn ang="0">
                      <a:pos x="0" y="526"/>
                    </a:cxn>
                  </a:cxnLst>
                  <a:pathLst>
                    <a:path w="1" h="466">
                      <a:moveTo>
                        <a:pt x="0" y="0"/>
                      </a:moveTo>
                      <a:lnTo>
                        <a:pt x="0" y="466"/>
                      </a:lnTo>
                    </a:path>
                  </a:pathLst>
                </a:custGeom>
                <a:noFill/>
                <a:ln w="9525" cap="flat" cmpd="sng">
                  <a:solidFill>
                    <a:schemeClr val="accent2"/>
                  </a:solidFill>
                  <a:prstDash val="solid"/>
                  <a:round/>
                  <a:headEnd type="triangle" w="sm" len="lg"/>
                  <a:tailEnd type="triangle" w="sm" len="lg"/>
                </a:ln>
              </p:spPr>
              <p:txBody>
                <a:bodyPr/>
                <a:p>
                  <a:endParaRPr lang="zh-CN" altLang="en-US"/>
                </a:p>
              </p:txBody>
            </p:sp>
            <p:sp>
              <p:nvSpPr>
                <p:cNvPr id="9301" name="Text Box 143"/>
                <p:cNvSpPr txBox="1"/>
                <p:nvPr/>
              </p:nvSpPr>
              <p:spPr>
                <a:xfrm rot="-5400000">
                  <a:off x="4421" y="2265"/>
                  <a:ext cx="377" cy="250"/>
                </a:xfrm>
                <a:prstGeom prst="rect">
                  <a:avLst/>
                </a:prstGeom>
                <a:noFill/>
                <a:ln w="9525">
                  <a:noFill/>
                </a:ln>
              </p:spPr>
              <p:txBody>
                <a:bodyPr wrap="none" anchor="ctr" anchorCtr="0">
                  <a:spAutoFit/>
                </a:bodyPr>
                <a:p>
                  <a:r>
                    <a:rPr lang="en-US" altLang="zh-CN" sz="2000" b="1" dirty="0">
                      <a:solidFill>
                        <a:schemeClr val="accent2"/>
                      </a:solidFill>
                      <a:latin typeface="ISOCP" pitchFamily="2" charset="0"/>
                      <a:ea typeface="宋体" panose="02010600030101010101" pitchFamily="2" charset="-122"/>
                      <a:sym typeface="Symbol" panose="05050102010706020507" pitchFamily="18" charset="2"/>
                    </a:rPr>
                    <a:t></a:t>
                  </a:r>
                  <a:r>
                    <a:rPr lang="en-US" altLang="zh-CN" sz="2000" b="1" dirty="0">
                      <a:solidFill>
                        <a:schemeClr val="accent2"/>
                      </a:solidFill>
                      <a:latin typeface="ISOCP" pitchFamily="2" charset="0"/>
                      <a:ea typeface="宋体" panose="02010600030101010101" pitchFamily="2" charset="-122"/>
                    </a:rPr>
                    <a:t>16</a:t>
                  </a:r>
                  <a:endParaRPr lang="en-US" altLang="zh-CN" sz="2000" b="1" dirty="0">
                    <a:solidFill>
                      <a:schemeClr val="accent2"/>
                    </a:solidFill>
                    <a:latin typeface="ISOCP" pitchFamily="2" charset="0"/>
                    <a:ea typeface="宋体" panose="02010600030101010101" pitchFamily="2" charset="-122"/>
                  </a:endParaRPr>
                </a:p>
              </p:txBody>
            </p:sp>
          </p:grpSp>
        </p:grpSp>
      </p:grpSp>
      <p:sp>
        <p:nvSpPr>
          <p:cNvPr id="26635" name="WordArt 145"/>
          <p:cNvSpPr>
            <a:spLocks noTextEdit="1"/>
          </p:cNvSpPr>
          <p:nvPr/>
        </p:nvSpPr>
        <p:spPr>
          <a:xfrm>
            <a:off x="1527175" y="4941888"/>
            <a:ext cx="1235075" cy="593725"/>
          </a:xfrm>
          <a:prstGeom prst="rect">
            <a:avLst/>
          </a:prstGeom>
        </p:spPr>
        <p:txBody>
          <a:bodyPr wrap="none" fromWordArt="1">
            <a:prstTxWarp prst="textPlain">
              <a:avLst>
                <a:gd name="adj" fmla="val 50000"/>
              </a:avLst>
            </a:prstTxWarp>
            <a:normAutofit/>
          </a:bodyPr>
          <a:p>
            <a:pPr algn="l"/>
            <a:r>
              <a:rPr lang="zh-CN" altLang="en-US" sz="3600">
                <a:ln w="19050" cap="flat" cmpd="sng">
                  <a:solidFill>
                    <a:srgbClr val="FF0000"/>
                  </a:solidFill>
                  <a:prstDash val="solid"/>
                  <a:round/>
                  <a:headEnd type="none" w="med" len="med"/>
                  <a:tailEnd type="none" w="med" len="med"/>
                </a:ln>
                <a:solidFill>
                  <a:schemeClr val="accent2"/>
                </a:solidFill>
                <a:effectLst>
                  <a:outerShdw dist="35921" dir="2699999" algn="ctr" rotWithShape="0">
                    <a:srgbClr val="990000"/>
                  </a:outerShdw>
                </a:effectLst>
                <a:latin typeface="宋体" panose="02010600030101010101" pitchFamily="2" charset="-122"/>
                <a:ea typeface="宋体" panose="02010600030101010101" pitchFamily="2" charset="-122"/>
              </a:rPr>
              <a:t>注意：</a:t>
            </a:r>
            <a:endParaRPr lang="zh-CN" altLang="en-US" sz="3600">
              <a:ln w="19050" cap="flat" cmpd="sng">
                <a:solidFill>
                  <a:srgbClr val="FF0000"/>
                </a:solidFill>
                <a:prstDash val="solid"/>
                <a:round/>
                <a:headEnd type="none" w="med" len="med"/>
                <a:tailEnd type="none" w="med" len="med"/>
              </a:ln>
              <a:solidFill>
                <a:schemeClr val="accent2"/>
              </a:solidFill>
              <a:effectLst>
                <a:outerShdw dist="35921" dir="2699999" algn="ctr" rotWithShape="0">
                  <a:srgbClr val="990000"/>
                </a:outerShdw>
              </a:effectLst>
              <a:latin typeface="宋体" panose="02010600030101010101" pitchFamily="2" charset="-122"/>
              <a:ea typeface="宋体" panose="02010600030101010101" pitchFamily="2" charset="-122"/>
            </a:endParaRPr>
          </a:p>
        </p:txBody>
      </p:sp>
      <p:sp>
        <p:nvSpPr>
          <p:cNvPr id="26636" name="WordArt 146"/>
          <p:cNvSpPr>
            <a:spLocks noTextEdit="1"/>
          </p:cNvSpPr>
          <p:nvPr/>
        </p:nvSpPr>
        <p:spPr>
          <a:xfrm>
            <a:off x="3024188" y="4938713"/>
            <a:ext cx="4059237" cy="660400"/>
          </a:xfrm>
          <a:prstGeom prst="rect">
            <a:avLst/>
          </a:prstGeom>
        </p:spPr>
        <p:txBody>
          <a:bodyPr wrap="none" fromWordArt="1">
            <a:prstTxWarp prst="textWave2">
              <a:avLst>
                <a:gd name="adj1" fmla="val 13005"/>
                <a:gd name="adj2" fmla="val 0"/>
              </a:avLst>
            </a:prstTxWarp>
            <a:normAutofit/>
          </a:bodyPr>
          <a:p>
            <a:pPr algn="l"/>
            <a:r>
              <a:rPr lang="zh-CN" altLang="en-US" sz="3600">
                <a:ln w="9525" cap="flat" cmpd="sng">
                  <a:solidFill>
                    <a:srgbClr val="0000CC"/>
                  </a:solidFill>
                  <a:prstDash val="solid"/>
                  <a:round/>
                  <a:headEnd type="none" w="med" len="med"/>
                  <a:tailEnd type="none" w="med" len="med"/>
                </a:ln>
                <a:solidFill>
                  <a:srgbClr val="990099"/>
                </a:solidFill>
                <a:effectLst>
                  <a:outerShdw dist="45791" dir="2021404" algn="ctr" rotWithShape="0">
                    <a:srgbClr val="C0C0C0"/>
                  </a:outerShdw>
                </a:effectLst>
                <a:latin typeface="宋体" panose="02010600030101010101" pitchFamily="2" charset="-122"/>
                <a:ea typeface="宋体" panose="02010600030101010101" pitchFamily="2" charset="-122"/>
              </a:rPr>
              <a:t>不能在相贯线上直接注尺寸！</a:t>
            </a:r>
            <a:endParaRPr lang="zh-CN" altLang="en-US" sz="3600">
              <a:ln w="9525" cap="flat" cmpd="sng">
                <a:solidFill>
                  <a:srgbClr val="0000CC"/>
                </a:solidFill>
                <a:prstDash val="solid"/>
                <a:round/>
                <a:headEnd type="none" w="med" len="med"/>
                <a:tailEnd type="none" w="med" len="med"/>
              </a:ln>
              <a:solidFill>
                <a:srgbClr val="990099"/>
              </a:solidFill>
              <a:effectLst>
                <a:outerShdw dist="45791" dir="2021404" algn="ctr" rotWithShape="0">
                  <a:srgbClr val="C0C0C0"/>
                </a:outerShdw>
              </a:effectLst>
              <a:latin typeface="宋体" panose="02010600030101010101" pitchFamily="2" charset="-122"/>
              <a:ea typeface="宋体" panose="02010600030101010101" pitchFamily="2" charset="-122"/>
            </a:endParaRPr>
          </a:p>
        </p:txBody>
      </p:sp>
      <p:sp>
        <p:nvSpPr>
          <p:cNvPr id="9304" name="矩形 88"/>
          <p:cNvSpPr/>
          <p:nvPr/>
        </p:nvSpPr>
        <p:spPr>
          <a:xfrm>
            <a:off x="1333500" y="5732463"/>
            <a:ext cx="7159625" cy="585787"/>
          </a:xfrm>
          <a:prstGeom prst="rect">
            <a:avLst/>
          </a:prstGeom>
          <a:noFill/>
          <a:ln w="9525">
            <a:noFill/>
          </a:ln>
        </p:spPr>
        <p:txBody>
          <a:bodyPr wrap="none" anchor="t" anchorCtr="0">
            <a:spAutoFit/>
          </a:bodyPr>
          <a:p>
            <a:r>
              <a:rPr lang="zh-CN" altLang="en-US" sz="3200" b="1" dirty="0">
                <a:latin typeface="Times New Roman" panose="02020603050405020304" charset="0"/>
                <a:ea typeface="宋体" panose="02010600030101010101" pitchFamily="2" charset="-122"/>
              </a:rPr>
              <a:t>相贯线：两立体表面的交线称为</a:t>
            </a:r>
            <a:r>
              <a:rPr lang="zh-CN" altLang="en-US" sz="3200" b="1" u="sng" dirty="0">
                <a:latin typeface="Times New Roman" panose="02020603050405020304" charset="0"/>
                <a:ea typeface="宋体" panose="02010600030101010101" pitchFamily="2" charset="-122"/>
              </a:rPr>
              <a:t>相贯线</a:t>
            </a:r>
            <a:endParaRPr lang="zh-CN" altLang="en-US" sz="3200" b="1" dirty="0">
              <a:latin typeface="Times New Roman" panose="0202060305040502030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ppt_x</p:attrName>
                                        </p:attrNameLst>
                                      </p:cBhvr>
                                      <p:tavLst>
                                        <p:tav tm="0">
                                          <p:val>
                                            <p:strVal val="#ppt_x"/>
                                          </p:val>
                                        </p:tav>
                                        <p:tav tm="100000">
                                          <p:val>
                                            <p:strVal val="#ppt_x"/>
                                          </p:val>
                                        </p:tav>
                                      </p:tavLst>
                                    </p:anim>
                                    <p:anim calcmode="lin" valueType="num">
                                      <p:cBhvr>
                                        <p:cTn id="13" dur="500" fill="hold"/>
                                        <p:tgtEl>
                                          <p:spTgt spid="4"/>
                                        </p:tgtEl>
                                        <p:attrNameLst>
                                          <p:attrName>ppt_y</p:attrName>
                                        </p:attrNameLst>
                                      </p:cBhvr>
                                      <p:tavLst>
                                        <p:tav tm="0">
                                          <p:val>
                                            <p:strVal val="#ppt_y-#ppt_h/2"/>
                                          </p:val>
                                        </p:tav>
                                        <p:tav tm="100000">
                                          <p:val>
                                            <p:strVal val="#ppt_y"/>
                                          </p:val>
                                        </p:tav>
                                      </p:tavLst>
                                    </p:anim>
                                    <p:anim calcmode="lin" valueType="num">
                                      <p:cBhvr>
                                        <p:cTn id="14" dur="500" fill="hold"/>
                                        <p:tgtEl>
                                          <p:spTgt spid="4"/>
                                        </p:tgtEl>
                                        <p:attrNameLst>
                                          <p:attrName>ppt_w</p:attrName>
                                        </p:attrNameLst>
                                      </p:cBhvr>
                                      <p:tavLst>
                                        <p:tav tm="0">
                                          <p:val>
                                            <p:strVal val="#ppt_w"/>
                                          </p:val>
                                        </p:tav>
                                        <p:tav tm="100000">
                                          <p:val>
                                            <p:strVal val="#ppt_w"/>
                                          </p:val>
                                        </p:tav>
                                      </p:tavLst>
                                    </p:anim>
                                    <p:anim calcmode="lin" valueType="num">
                                      <p:cBhvr>
                                        <p:cTn id="15" dur="500" fill="hold"/>
                                        <p:tgtEl>
                                          <p:spTgt spid="4"/>
                                        </p:tgtEl>
                                        <p:attrNameLst>
                                          <p:attrName>ppt_h</p:attrName>
                                        </p:attrNameLst>
                                      </p:cBhvr>
                                      <p:tavLst>
                                        <p:tav tm="0">
                                          <p:val>
                                            <p:fltVal val="0.00000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2"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ppt_x</p:attrName>
                                        </p:attrNameLst>
                                      </p:cBhvr>
                                      <p:tavLst>
                                        <p:tav tm="0">
                                          <p:val>
                                            <p:strVal val="#ppt_x+#ppt_w/2"/>
                                          </p:val>
                                        </p:tav>
                                        <p:tav tm="100000">
                                          <p:val>
                                            <p:strVal val="#ppt_x"/>
                                          </p:val>
                                        </p:tav>
                                      </p:tavLst>
                                    </p:anim>
                                    <p:anim calcmode="lin" valueType="num">
                                      <p:cBhvr>
                                        <p:cTn id="21" dur="500" fill="hold"/>
                                        <p:tgtEl>
                                          <p:spTgt spid="3"/>
                                        </p:tgtEl>
                                        <p:attrNameLst>
                                          <p:attrName>ppt_y</p:attrName>
                                        </p:attrNameLst>
                                      </p:cBhvr>
                                      <p:tavLst>
                                        <p:tav tm="0">
                                          <p:val>
                                            <p:strVal val="#ppt_y"/>
                                          </p:val>
                                        </p:tav>
                                        <p:tav tm="100000">
                                          <p:val>
                                            <p:strVal val="#ppt_y"/>
                                          </p:val>
                                        </p:tav>
                                      </p:tavLst>
                                    </p:anim>
                                    <p:anim calcmode="lin" valueType="num">
                                      <p:cBhvr>
                                        <p:cTn id="22" dur="500" fill="hold"/>
                                        <p:tgtEl>
                                          <p:spTgt spid="3"/>
                                        </p:tgtEl>
                                        <p:attrNameLst>
                                          <p:attrName>ppt_w</p:attrName>
                                        </p:attrNameLst>
                                      </p:cBhvr>
                                      <p:tavLst>
                                        <p:tav tm="0">
                                          <p:val>
                                            <p:fltVal val="0.000000"/>
                                          </p:val>
                                        </p:tav>
                                        <p:tav tm="100000">
                                          <p:val>
                                            <p:strVal val="#ppt_w"/>
                                          </p:val>
                                        </p:tav>
                                      </p:tavLst>
                                    </p:anim>
                                    <p:anim calcmode="lin" valueType="num">
                                      <p:cBhvr>
                                        <p:cTn id="23"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right)">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19" presetClass="entr" presetSubtype="10" fill="hold" grpId="0" nodeType="clickEffect">
                                  <p:stCondLst>
                                    <p:cond delay="0"/>
                                  </p:stCondLst>
                                  <p:childTnLst>
                                    <p:set>
                                      <p:cBhvr>
                                        <p:cTn id="37" dur="1" fill="hold">
                                          <p:stCondLst>
                                            <p:cond delay="0"/>
                                          </p:stCondLst>
                                        </p:cTn>
                                        <p:tgtEl>
                                          <p:spTgt spid="48162"/>
                                        </p:tgtEl>
                                        <p:attrNameLst>
                                          <p:attrName>style.visibility</p:attrName>
                                        </p:attrNameLst>
                                      </p:cBhvr>
                                      <p:to>
                                        <p:strVal val="visible"/>
                                      </p:to>
                                    </p:set>
                                    <p:anim calcmode="lin" valueType="num">
                                      <p:cBhvr>
                                        <p:cTn id="38" dur="5000" fill="hold"/>
                                        <p:tgtEl>
                                          <p:spTgt spid="48162"/>
                                        </p:tgtEl>
                                        <p:attrNameLst>
                                          <p:attrName>ppt_w</p:attrName>
                                        </p:attrNameLst>
                                      </p:cBhvr>
                                      <p:tavLst>
                                        <p:tav tm="0" fmla="#ppt_w*sin(2.5*pi*$)">
                                          <p:val>
                                            <p:fltVal val="0.000000"/>
                                          </p:val>
                                        </p:tav>
                                        <p:tav tm="100000">
                                          <p:val>
                                            <p:fltVal val="1.000000"/>
                                          </p:val>
                                        </p:tav>
                                      </p:tavLst>
                                    </p:anim>
                                    <p:anim calcmode="lin" valueType="num">
                                      <p:cBhvr>
                                        <p:cTn id="39" dur="5000" fill="hold"/>
                                        <p:tgtEl>
                                          <p:spTgt spid="48162"/>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box(in)">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17" presetClass="entr" presetSubtype="4"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p:cTn id="49" dur="500" fill="hold"/>
                                        <p:tgtEl>
                                          <p:spTgt spid="5"/>
                                        </p:tgtEl>
                                        <p:attrNameLst>
                                          <p:attrName>ppt_x</p:attrName>
                                        </p:attrNameLst>
                                      </p:cBhvr>
                                      <p:tavLst>
                                        <p:tav tm="0">
                                          <p:val>
                                            <p:strVal val="#ppt_x"/>
                                          </p:val>
                                        </p:tav>
                                        <p:tav tm="100000">
                                          <p:val>
                                            <p:strVal val="#ppt_x"/>
                                          </p:val>
                                        </p:tav>
                                      </p:tavLst>
                                    </p:anim>
                                    <p:anim calcmode="lin" valueType="num">
                                      <p:cBhvr>
                                        <p:cTn id="50" dur="500" fill="hold"/>
                                        <p:tgtEl>
                                          <p:spTgt spid="5"/>
                                        </p:tgtEl>
                                        <p:attrNameLst>
                                          <p:attrName>ppt_y</p:attrName>
                                        </p:attrNameLst>
                                      </p:cBhvr>
                                      <p:tavLst>
                                        <p:tav tm="0">
                                          <p:val>
                                            <p:strVal val="#ppt_y+#ppt_h/2"/>
                                          </p:val>
                                        </p:tav>
                                        <p:tav tm="100000">
                                          <p:val>
                                            <p:strVal val="#ppt_y"/>
                                          </p:val>
                                        </p:tav>
                                      </p:tavLst>
                                    </p:anim>
                                    <p:anim calcmode="lin" valueType="num">
                                      <p:cBhvr>
                                        <p:cTn id="51" dur="500" fill="hold"/>
                                        <p:tgtEl>
                                          <p:spTgt spid="5"/>
                                        </p:tgtEl>
                                        <p:attrNameLst>
                                          <p:attrName>ppt_w</p:attrName>
                                        </p:attrNameLst>
                                      </p:cBhvr>
                                      <p:tavLst>
                                        <p:tav tm="0">
                                          <p:val>
                                            <p:strVal val="#ppt_w"/>
                                          </p:val>
                                        </p:tav>
                                        <p:tav tm="100000">
                                          <p:val>
                                            <p:strVal val="#ppt_w"/>
                                          </p:val>
                                        </p:tav>
                                      </p:tavLst>
                                    </p:anim>
                                    <p:anim calcmode="lin" valueType="num">
                                      <p:cBhvr>
                                        <p:cTn id="52" dur="500" fill="hold"/>
                                        <p:tgtEl>
                                          <p:spTgt spid="5"/>
                                        </p:tgtEl>
                                        <p:attrNameLst>
                                          <p:attrName>ppt_h</p:attrName>
                                        </p:attrNameLst>
                                      </p:cBhvr>
                                      <p:tavLst>
                                        <p:tav tm="0">
                                          <p:val>
                                            <p:fltVal val="0.00000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wipe(left)">
                                      <p:cBhvr>
                                        <p:cTn id="57" dur="5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26635"/>
                                        </p:tgtEl>
                                        <p:attrNameLst>
                                          <p:attrName>style.visibility</p:attrName>
                                        </p:attrNameLst>
                                      </p:cBhvr>
                                      <p:to>
                                        <p:strVal val="visible"/>
                                      </p:to>
                                    </p:set>
                                    <p:anim calcmode="lin" valueType="num">
                                      <p:cBhvr>
                                        <p:cTn id="62" dur="500" fill="hold"/>
                                        <p:tgtEl>
                                          <p:spTgt spid="26635"/>
                                        </p:tgtEl>
                                        <p:attrNameLst>
                                          <p:attrName>ppt_x</p:attrName>
                                        </p:attrNameLst>
                                      </p:cBhvr>
                                      <p:tavLst>
                                        <p:tav tm="0">
                                          <p:val>
                                            <p:strVal val="#ppt_x"/>
                                          </p:val>
                                        </p:tav>
                                        <p:tav tm="100000">
                                          <p:val>
                                            <p:strVal val="#ppt_x"/>
                                          </p:val>
                                        </p:tav>
                                      </p:tavLst>
                                    </p:anim>
                                    <p:anim calcmode="lin" valueType="num">
                                      <p:cBhvr>
                                        <p:cTn id="63" dur="500" fill="hold"/>
                                        <p:tgtEl>
                                          <p:spTgt spid="26635"/>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26636"/>
                                        </p:tgtEl>
                                        <p:attrNameLst>
                                          <p:attrName>style.visibility</p:attrName>
                                        </p:attrNameLst>
                                      </p:cBhvr>
                                      <p:to>
                                        <p:strVal val="visible"/>
                                      </p:to>
                                    </p:set>
                                    <p:anim calcmode="lin" valueType="num">
                                      <p:cBhvr>
                                        <p:cTn id="68" dur="500" fill="hold"/>
                                        <p:tgtEl>
                                          <p:spTgt spid="26636"/>
                                        </p:tgtEl>
                                        <p:attrNameLst>
                                          <p:attrName>ppt_x</p:attrName>
                                        </p:attrNameLst>
                                      </p:cBhvr>
                                      <p:tavLst>
                                        <p:tav tm="0">
                                          <p:val>
                                            <p:strVal val="#ppt_x"/>
                                          </p:val>
                                        </p:tav>
                                        <p:tav tm="100000">
                                          <p:val>
                                            <p:strVal val="#ppt_x"/>
                                          </p:val>
                                        </p:tav>
                                      </p:tavLst>
                                    </p:anim>
                                    <p:anim calcmode="lin" valueType="num">
                                      <p:cBhvr>
                                        <p:cTn id="69" dur="500" fill="hold"/>
                                        <p:tgtEl>
                                          <p:spTgt spid="266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6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文本框 1"/>
          <p:cNvSpPr txBox="1"/>
          <p:nvPr/>
        </p:nvSpPr>
        <p:spPr>
          <a:xfrm>
            <a:off x="290513" y="195263"/>
            <a:ext cx="8562975" cy="1076325"/>
          </a:xfrm>
          <a:prstGeom prst="rect">
            <a:avLst/>
          </a:prstGeom>
          <a:noFill/>
          <a:ln w="9525">
            <a:noFill/>
          </a:ln>
        </p:spPr>
        <p:txBody>
          <a:bodyPr wrap="square" anchor="t" anchorCtr="0">
            <a:spAutoFit/>
          </a:bodyPr>
          <a:p>
            <a:r>
              <a:rPr lang="zh-CN" altLang="en-US" sz="3200">
                <a:latin typeface="Arial" panose="020B0604020202020204" pitchFamily="34" charset="0"/>
                <a:ea typeface="宋体" panose="02010600030101010101" pitchFamily="2" charset="-122"/>
              </a:rPr>
              <a:t>8.图中漏标的尺寸有 </a:t>
            </a:r>
            <a:endParaRPr lang="zh-CN" altLang="en-US" sz="3200">
              <a:latin typeface="Arial" panose="020B0604020202020204" pitchFamily="34" charset="0"/>
              <a:ea typeface="宋体" panose="02010600030101010101" pitchFamily="2" charset="-122"/>
            </a:endParaRPr>
          </a:p>
          <a:p>
            <a:r>
              <a:rPr lang="zh-CN" altLang="en-US" sz="3200">
                <a:latin typeface="Arial" panose="020B0604020202020204" pitchFamily="34" charset="0"/>
                <a:ea typeface="宋体" panose="02010600030101010101" pitchFamily="2" charset="-122"/>
              </a:rPr>
              <a:t>A.2 处  B.3 处  C.4 处  D.5 处</a:t>
            </a:r>
            <a:endParaRPr lang="zh-CN" altLang="en-US" sz="3200">
              <a:latin typeface="Arial" panose="020B0604020202020204" pitchFamily="34" charset="0"/>
              <a:ea typeface="宋体" panose="02010600030101010101" pitchFamily="2" charset="-122"/>
            </a:endParaRPr>
          </a:p>
        </p:txBody>
      </p:sp>
      <p:pic>
        <p:nvPicPr>
          <p:cNvPr id="10242" name="图片 -2147482583"/>
          <p:cNvPicPr>
            <a:picLocks noChangeAspect="1"/>
          </p:cNvPicPr>
          <p:nvPr/>
        </p:nvPicPr>
        <p:blipFill>
          <a:blip r:embed="rId1"/>
          <a:stretch>
            <a:fillRect/>
          </a:stretch>
        </p:blipFill>
        <p:spPr>
          <a:xfrm>
            <a:off x="2825750" y="1271588"/>
            <a:ext cx="3494088" cy="5278437"/>
          </a:xfrm>
          <a:prstGeom prst="rect">
            <a:avLst/>
          </a:prstGeom>
          <a:noFill/>
          <a:ln w="9525">
            <a:noFill/>
          </a:ln>
        </p:spPr>
      </p:pic>
      <p:cxnSp>
        <p:nvCxnSpPr>
          <p:cNvPr id="3" name="直接连接符 2"/>
          <p:cNvCxnSpPr/>
          <p:nvPr/>
        </p:nvCxnSpPr>
        <p:spPr>
          <a:xfrm>
            <a:off x="5778500" y="1870075"/>
            <a:ext cx="377825" cy="142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H="1">
            <a:off x="4041775" y="2028825"/>
            <a:ext cx="12700" cy="3063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3776663" y="5716588"/>
            <a:ext cx="3175" cy="4492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265" name="图片 1"/>
          <p:cNvPicPr>
            <a:picLocks noChangeAspect="1"/>
          </p:cNvPicPr>
          <p:nvPr>
            <p:custDataLst>
              <p:tags r:id="rId1"/>
            </p:custDataLst>
          </p:nvPr>
        </p:nvPicPr>
        <p:blipFill>
          <a:blip r:embed="rId2"/>
          <a:stretch>
            <a:fillRect/>
          </a:stretch>
        </p:blipFill>
        <p:spPr>
          <a:xfrm>
            <a:off x="300038" y="173038"/>
            <a:ext cx="8545512" cy="4751387"/>
          </a:xfrm>
          <a:prstGeom prst="rect">
            <a:avLst/>
          </a:prstGeom>
          <a:noFill/>
          <a:ln w="9525">
            <a:noFill/>
          </a:ln>
        </p:spPr>
      </p:pic>
      <p:pic>
        <p:nvPicPr>
          <p:cNvPr id="11266" name="图片 2"/>
          <p:cNvPicPr>
            <a:picLocks noChangeAspect="1"/>
          </p:cNvPicPr>
          <p:nvPr/>
        </p:nvPicPr>
        <p:blipFill>
          <a:blip r:embed="rId3"/>
          <a:stretch>
            <a:fillRect/>
          </a:stretch>
        </p:blipFill>
        <p:spPr>
          <a:xfrm>
            <a:off x="300038" y="4924425"/>
            <a:ext cx="8483600" cy="1444625"/>
          </a:xfrm>
          <a:prstGeom prst="rect">
            <a:avLst/>
          </a:prstGeom>
          <a:noFill/>
          <a:ln w="9525">
            <a:noFill/>
          </a:ln>
        </p:spPr>
      </p:pic>
      <p:sp>
        <p:nvSpPr>
          <p:cNvPr id="4" name="矩形 3"/>
          <p:cNvSpPr/>
          <p:nvPr/>
        </p:nvSpPr>
        <p:spPr>
          <a:xfrm>
            <a:off x="828675" y="5489575"/>
            <a:ext cx="1295400" cy="3873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100000">
                                          <p:val>
                                            <p:strVal val="#ppt_x"/>
                                          </p:val>
                                        </p:tav>
                                      </p:tavLst>
                                    </p:anim>
                                    <p:anim calcmode="lin" valueType="num">
                                      <p:cBhvr>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文本框 1"/>
          <p:cNvSpPr txBox="1"/>
          <p:nvPr/>
        </p:nvSpPr>
        <p:spPr>
          <a:xfrm>
            <a:off x="211138" y="163513"/>
            <a:ext cx="8721725" cy="2552700"/>
          </a:xfrm>
          <a:prstGeom prst="rect">
            <a:avLst/>
          </a:prstGeom>
          <a:noFill/>
          <a:ln w="9525">
            <a:noFill/>
          </a:ln>
        </p:spPr>
        <p:txBody>
          <a:bodyPr wrap="square" anchor="t" anchorCtr="0">
            <a:spAutoFit/>
          </a:bodyPr>
          <a:p>
            <a:r>
              <a:rPr lang="zh-CN" altLang="en-US" sz="2000">
                <a:latin typeface="Arial" panose="020B0604020202020204" pitchFamily="34" charset="0"/>
                <a:ea typeface="宋体" panose="02010600030101010101" pitchFamily="2" charset="-122"/>
              </a:rPr>
              <a:t>9.小明在台钻上钻孔的流程是：钻头插入钻夹头→夹头钥匙插入钻夹头→夹紧钻头→取下夹头钥匙→钻孔。他发现钻孔时忘记取下夹头钥匙会发生安全事故，于是在台钻上设计了一个夹头钥匙放置装置（如图所示）。若夹头钥匙没有放入该装置中，台钻就无法启动。下列改进后的流程正确的是 </a:t>
            </a:r>
            <a:endParaRPr lang="zh-CN" altLang="en-US" sz="2000">
              <a:latin typeface="Arial" panose="020B0604020202020204" pitchFamily="34" charset="0"/>
              <a:ea typeface="宋体" panose="02010600030101010101" pitchFamily="2" charset="-122"/>
            </a:endParaRPr>
          </a:p>
          <a:p>
            <a:r>
              <a:rPr lang="zh-CN" altLang="en-US" sz="2000">
                <a:solidFill>
                  <a:srgbClr val="FF0000"/>
                </a:solidFill>
                <a:latin typeface="Arial" panose="020B0604020202020204" pitchFamily="34" charset="0"/>
                <a:ea typeface="宋体" panose="02010600030101010101" pitchFamily="2" charset="-122"/>
              </a:rPr>
              <a:t>A.钻头插入钻夹头→夹头钥匙插入钻夹头→夹紧钻头→放置夹头钥匙→钻孔 </a:t>
            </a:r>
            <a:endParaRPr lang="zh-CN" altLang="en-US" sz="2000">
              <a:solidFill>
                <a:srgbClr val="FF0000"/>
              </a:solidFill>
              <a:latin typeface="Arial" panose="020B0604020202020204" pitchFamily="34" charset="0"/>
              <a:ea typeface="宋体" panose="02010600030101010101" pitchFamily="2" charset="-122"/>
            </a:endParaRPr>
          </a:p>
          <a:p>
            <a:r>
              <a:rPr lang="zh-CN" altLang="en-US" sz="2000">
                <a:latin typeface="Arial" panose="020B0604020202020204" pitchFamily="34" charset="0"/>
                <a:ea typeface="宋体" panose="02010600030101010101" pitchFamily="2" charset="-122"/>
              </a:rPr>
              <a:t>B.钻头插入钻夹头→夹头钥匙插入钻夹头→夹紧钻头→钻孔→放置夹头钥匙 </a:t>
            </a:r>
            <a:endParaRPr lang="zh-CN" altLang="en-US" sz="2000">
              <a:latin typeface="Arial" panose="020B0604020202020204" pitchFamily="34" charset="0"/>
              <a:ea typeface="宋体" panose="02010600030101010101" pitchFamily="2" charset="-122"/>
            </a:endParaRPr>
          </a:p>
          <a:p>
            <a:r>
              <a:rPr lang="zh-CN" altLang="en-US" sz="2000">
                <a:latin typeface="Arial" panose="020B0604020202020204" pitchFamily="34" charset="0"/>
                <a:ea typeface="宋体" panose="02010600030101010101" pitchFamily="2" charset="-122"/>
              </a:rPr>
              <a:t>C.钻头插入钻夹头→夹头钥匙插入钻夹头→放置夹头钥匙→夹紧钻头→钻孔 </a:t>
            </a:r>
            <a:endParaRPr lang="zh-CN" altLang="en-US" sz="2000">
              <a:latin typeface="Arial" panose="020B0604020202020204" pitchFamily="34" charset="0"/>
              <a:ea typeface="宋体" panose="02010600030101010101" pitchFamily="2" charset="-122"/>
            </a:endParaRPr>
          </a:p>
          <a:p>
            <a:r>
              <a:rPr lang="zh-CN" altLang="en-US" sz="2000">
                <a:latin typeface="Arial" panose="020B0604020202020204" pitchFamily="34" charset="0"/>
                <a:ea typeface="宋体" panose="02010600030101010101" pitchFamily="2" charset="-122"/>
              </a:rPr>
              <a:t>D.钻头插入钻夹头→夹紧钻头→夹头钥匙插入钻夹头→放置夹头钥匙→钻孔</a:t>
            </a:r>
            <a:endParaRPr lang="zh-CN" altLang="en-US" sz="2000">
              <a:latin typeface="Arial" panose="020B0604020202020204" pitchFamily="34" charset="0"/>
              <a:ea typeface="宋体" panose="02010600030101010101" pitchFamily="2" charset="-122"/>
            </a:endParaRPr>
          </a:p>
        </p:txBody>
      </p:sp>
      <p:pic>
        <p:nvPicPr>
          <p:cNvPr id="12290" name="图片 -2147482582"/>
          <p:cNvPicPr>
            <a:picLocks noChangeAspect="1"/>
          </p:cNvPicPr>
          <p:nvPr/>
        </p:nvPicPr>
        <p:blipFill>
          <a:blip r:embed="rId1"/>
          <a:stretch>
            <a:fillRect/>
          </a:stretch>
        </p:blipFill>
        <p:spPr>
          <a:xfrm>
            <a:off x="1978025" y="2716213"/>
            <a:ext cx="5187950" cy="394970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文本框 1"/>
          <p:cNvSpPr txBox="1"/>
          <p:nvPr/>
        </p:nvSpPr>
        <p:spPr>
          <a:xfrm>
            <a:off x="184150" y="128588"/>
            <a:ext cx="8801100" cy="2676525"/>
          </a:xfrm>
          <a:prstGeom prst="rect">
            <a:avLst/>
          </a:prstGeom>
          <a:noFill/>
          <a:ln w="9525">
            <a:noFill/>
          </a:ln>
        </p:spPr>
        <p:txBody>
          <a:bodyPr wrap="square" anchor="t" anchorCtr="0">
            <a:spAutoFit/>
          </a:bodyPr>
          <a:p>
            <a:r>
              <a:rPr lang="zh-CN" altLang="en-US" sz="2400">
                <a:latin typeface="Arial" panose="020B0604020202020204" pitchFamily="34" charset="0"/>
                <a:ea typeface="宋体" panose="02010600030101010101" pitchFamily="2" charset="-122"/>
              </a:rPr>
              <a:t>10.如图所示是穿孔带推进装置，轴承座、滑轨1、滑轨2均固定在机座上，转臂与连杆、连杆与滑块、滑块与拨杆之间均为铰连接。当电机带动转臂转动时，转臂通过连杆带动滑块，滑块上的拨杆推动穿孔带。当穿孔带按图示方向移动时，连杆、拨杆的主要受力形式是 </a:t>
            </a:r>
            <a:endParaRPr lang="zh-CN" altLang="en-US" sz="2400">
              <a:latin typeface="Arial" panose="020B0604020202020204" pitchFamily="34" charset="0"/>
              <a:ea typeface="宋体" panose="02010600030101010101" pitchFamily="2" charset="-122"/>
            </a:endParaRPr>
          </a:p>
          <a:p>
            <a:r>
              <a:rPr lang="zh-CN" altLang="en-US" sz="2400">
                <a:latin typeface="Arial" panose="020B0604020202020204" pitchFamily="34" charset="0"/>
                <a:ea typeface="宋体" panose="02010600030101010101" pitchFamily="2" charset="-122"/>
              </a:rPr>
              <a:t>A.连杆受压、拨杆受压           </a:t>
            </a:r>
            <a:r>
              <a:rPr lang="zh-CN" altLang="en-US" sz="2400">
                <a:solidFill>
                  <a:srgbClr val="FF0000"/>
                </a:solidFill>
                <a:latin typeface="Arial" panose="020B0604020202020204" pitchFamily="34" charset="0"/>
                <a:ea typeface="宋体" panose="02010600030101010101" pitchFamily="2" charset="-122"/>
              </a:rPr>
              <a:t> B.连杆受压、拨杆受弯曲 </a:t>
            </a:r>
            <a:endParaRPr lang="zh-CN" altLang="en-US" sz="2400">
              <a:solidFill>
                <a:srgbClr val="FF0000"/>
              </a:solidFill>
              <a:latin typeface="Arial" panose="020B0604020202020204" pitchFamily="34" charset="0"/>
              <a:ea typeface="宋体" panose="02010600030101010101" pitchFamily="2" charset="-122"/>
            </a:endParaRPr>
          </a:p>
          <a:p>
            <a:r>
              <a:rPr lang="zh-CN" altLang="en-US" sz="2400">
                <a:latin typeface="Arial" panose="020B0604020202020204" pitchFamily="34" charset="0"/>
                <a:ea typeface="宋体" panose="02010600030101010101" pitchFamily="2" charset="-122"/>
              </a:rPr>
              <a:t>C.连杆受弯曲、拨杆受压        D.连杆受弯曲、拨杆受弯曲</a:t>
            </a:r>
            <a:endParaRPr lang="zh-CN" altLang="en-US" sz="2400">
              <a:latin typeface="Arial" panose="020B0604020202020204" pitchFamily="34" charset="0"/>
              <a:ea typeface="宋体" panose="02010600030101010101" pitchFamily="2" charset="-122"/>
            </a:endParaRPr>
          </a:p>
        </p:txBody>
      </p:sp>
      <p:pic>
        <p:nvPicPr>
          <p:cNvPr id="13314" name="图片 -2147482596"/>
          <p:cNvPicPr>
            <a:picLocks noChangeAspect="1"/>
          </p:cNvPicPr>
          <p:nvPr/>
        </p:nvPicPr>
        <p:blipFill>
          <a:blip r:embed="rId1"/>
          <a:stretch>
            <a:fillRect/>
          </a:stretch>
        </p:blipFill>
        <p:spPr>
          <a:xfrm>
            <a:off x="885825" y="2725738"/>
            <a:ext cx="7372350" cy="3951287"/>
          </a:xfrm>
          <a:prstGeom prst="rect">
            <a:avLst/>
          </a:prstGeom>
          <a:noFill/>
          <a:ln w="9525">
            <a:noFill/>
          </a:ln>
        </p:spPr>
      </p:pic>
      <p:pic>
        <p:nvPicPr>
          <p:cNvPr id="13315" name="图片 2" descr="穿孔带推进装置动图"/>
          <p:cNvPicPr>
            <a:picLocks noChangeAspect="1"/>
          </p:cNvPicPr>
          <p:nvPr/>
        </p:nvPicPr>
        <p:blipFill>
          <a:blip r:embed="rId2"/>
          <a:stretch>
            <a:fillRect/>
          </a:stretch>
        </p:blipFill>
        <p:spPr>
          <a:xfrm>
            <a:off x="1136650" y="2090738"/>
            <a:ext cx="6870700" cy="4586287"/>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7" name="图片 1"/>
          <p:cNvPicPr>
            <a:picLocks noChangeAspect="1"/>
          </p:cNvPicPr>
          <p:nvPr/>
        </p:nvPicPr>
        <p:blipFill>
          <a:blip r:embed="rId1"/>
          <a:stretch>
            <a:fillRect/>
          </a:stretch>
        </p:blipFill>
        <p:spPr>
          <a:xfrm>
            <a:off x="146050" y="155575"/>
            <a:ext cx="8851900" cy="2963863"/>
          </a:xfrm>
          <a:prstGeom prst="rect">
            <a:avLst/>
          </a:prstGeom>
          <a:noFill/>
          <a:ln w="9525">
            <a:noFill/>
          </a:ln>
        </p:spPr>
      </p:pic>
      <p:pic>
        <p:nvPicPr>
          <p:cNvPr id="14338" name="图片 2"/>
          <p:cNvPicPr>
            <a:picLocks noChangeAspect="1"/>
          </p:cNvPicPr>
          <p:nvPr/>
        </p:nvPicPr>
        <p:blipFill>
          <a:blip r:embed="rId2"/>
          <a:stretch>
            <a:fillRect/>
          </a:stretch>
        </p:blipFill>
        <p:spPr>
          <a:xfrm>
            <a:off x="2819400" y="3251200"/>
            <a:ext cx="3505200" cy="3449638"/>
          </a:xfrm>
          <a:prstGeom prst="rect">
            <a:avLst/>
          </a:prstGeom>
          <a:noFill/>
          <a:ln w="9525">
            <a:noFill/>
          </a:ln>
        </p:spPr>
      </p:pic>
      <p:sp>
        <p:nvSpPr>
          <p:cNvPr id="4" name="矩形 3"/>
          <p:cNvSpPr/>
          <p:nvPr/>
        </p:nvSpPr>
        <p:spPr>
          <a:xfrm>
            <a:off x="466725" y="2276475"/>
            <a:ext cx="8497888" cy="431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100000">
                                          <p:val>
                                            <p:strVal val="#ppt_x"/>
                                          </p:val>
                                        </p:tav>
                                      </p:tavLst>
                                    </p:anim>
                                    <p:anim calcmode="lin" valueType="num">
                                      <p:cBhvr>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文本框 1"/>
          <p:cNvSpPr txBox="1"/>
          <p:nvPr/>
        </p:nvSpPr>
        <p:spPr>
          <a:xfrm>
            <a:off x="184150" y="130175"/>
            <a:ext cx="8774113" cy="2308225"/>
          </a:xfrm>
          <a:prstGeom prst="rect">
            <a:avLst/>
          </a:prstGeom>
          <a:noFill/>
          <a:ln w="9525">
            <a:noFill/>
          </a:ln>
        </p:spPr>
        <p:txBody>
          <a:bodyPr wrap="square" anchor="t" anchorCtr="0">
            <a:spAutoFit/>
          </a:bodyPr>
          <a:p>
            <a:r>
              <a:rPr lang="zh-CN" altLang="en-US" sz="2400">
                <a:latin typeface="Arial" panose="020B0604020202020204" pitchFamily="34" charset="0"/>
                <a:ea typeface="宋体" panose="02010600030101010101" pitchFamily="2" charset="-122"/>
              </a:rPr>
              <a:t>11.如图所示是一款硬纸板插接而成的可拆卸式桌子，关于该桌子的结构分析中不合理的是</a:t>
            </a:r>
            <a:endParaRPr lang="zh-CN" altLang="en-US" sz="2400">
              <a:latin typeface="Arial" panose="020B0604020202020204" pitchFamily="34" charset="0"/>
              <a:ea typeface="宋体" panose="02010600030101010101" pitchFamily="2" charset="-122"/>
            </a:endParaRPr>
          </a:p>
          <a:p>
            <a:r>
              <a:rPr lang="zh-CN" altLang="en-US" sz="2400">
                <a:solidFill>
                  <a:srgbClr val="FF0000"/>
                </a:solidFill>
                <a:latin typeface="Arial" panose="020B0604020202020204" pitchFamily="34" charset="0"/>
                <a:ea typeface="宋体" panose="02010600030101010101" pitchFamily="2" charset="-122"/>
              </a:rPr>
              <a:t>A.采用插接方式，连接牢固</a:t>
            </a:r>
            <a:endParaRPr lang="zh-CN" altLang="en-US" sz="2400">
              <a:solidFill>
                <a:srgbClr val="FF0000"/>
              </a:solidFill>
              <a:latin typeface="Arial" panose="020B0604020202020204" pitchFamily="34" charset="0"/>
              <a:ea typeface="宋体" panose="02010600030101010101" pitchFamily="2" charset="-122"/>
            </a:endParaRPr>
          </a:p>
          <a:p>
            <a:r>
              <a:rPr lang="zh-CN" altLang="en-US" sz="2400">
                <a:latin typeface="Arial" panose="020B0604020202020204" pitchFamily="34" charset="0"/>
                <a:ea typeface="宋体" panose="02010600030101010101" pitchFamily="2" charset="-122"/>
              </a:rPr>
              <a:t>B.桌子与地面接触形成较大的支撑面，稳定性好</a:t>
            </a:r>
            <a:endParaRPr lang="zh-CN" altLang="en-US" sz="2400">
              <a:latin typeface="Arial" panose="020B0604020202020204" pitchFamily="34" charset="0"/>
              <a:ea typeface="宋体" panose="02010600030101010101" pitchFamily="2" charset="-122"/>
            </a:endParaRPr>
          </a:p>
          <a:p>
            <a:r>
              <a:rPr lang="zh-CN" altLang="en-US" sz="2400">
                <a:latin typeface="Arial" panose="020B0604020202020204" pitchFamily="34" charset="0"/>
                <a:ea typeface="宋体" panose="02010600030101010101" pitchFamily="2" charset="-122"/>
              </a:rPr>
              <a:t>C.桌面采用两层纸板，增加强度</a:t>
            </a:r>
            <a:endParaRPr lang="zh-CN" altLang="en-US" sz="2400">
              <a:latin typeface="Arial" panose="020B0604020202020204" pitchFamily="34" charset="0"/>
              <a:ea typeface="宋体" panose="02010600030101010101" pitchFamily="2" charset="-122"/>
            </a:endParaRPr>
          </a:p>
          <a:p>
            <a:r>
              <a:rPr lang="zh-CN" altLang="en-US" sz="2400">
                <a:latin typeface="Arial" panose="020B0604020202020204" pitchFamily="34" charset="0"/>
                <a:ea typeface="宋体" panose="02010600030101010101" pitchFamily="2" charset="-122"/>
              </a:rPr>
              <a:t>D.中间的支撑板将侧板连在一起，使结构具有较好的稳定性</a:t>
            </a:r>
            <a:endParaRPr lang="zh-CN" altLang="en-US" sz="2400">
              <a:latin typeface="Arial" panose="020B0604020202020204" pitchFamily="34" charset="0"/>
              <a:ea typeface="宋体" panose="02010600030101010101" pitchFamily="2" charset="-122"/>
            </a:endParaRPr>
          </a:p>
        </p:txBody>
      </p:sp>
      <p:pic>
        <p:nvPicPr>
          <p:cNvPr id="15362" name="图片 -2147482580"/>
          <p:cNvPicPr>
            <a:picLocks noChangeAspect="1"/>
          </p:cNvPicPr>
          <p:nvPr/>
        </p:nvPicPr>
        <p:blipFill>
          <a:blip r:embed="rId1"/>
          <a:stretch>
            <a:fillRect/>
          </a:stretch>
        </p:blipFill>
        <p:spPr>
          <a:xfrm>
            <a:off x="2133600" y="2541588"/>
            <a:ext cx="4956175" cy="3979862"/>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文本框 1"/>
          <p:cNvSpPr txBox="1"/>
          <p:nvPr/>
        </p:nvSpPr>
        <p:spPr>
          <a:xfrm>
            <a:off x="133350" y="103188"/>
            <a:ext cx="8813800" cy="954087"/>
          </a:xfrm>
          <a:prstGeom prst="rect">
            <a:avLst/>
          </a:prstGeom>
          <a:noFill/>
          <a:ln w="9525">
            <a:noFill/>
          </a:ln>
        </p:spPr>
        <p:txBody>
          <a:bodyPr wrap="square" anchor="t" anchorCtr="0">
            <a:spAutoFit/>
          </a:bodyPr>
          <a:p>
            <a:r>
              <a:rPr lang="zh-CN" altLang="en-US" sz="2800">
                <a:latin typeface="Arial" panose="020B0604020202020204" pitchFamily="34" charset="0"/>
                <a:ea typeface="宋体" panose="02010600030101010101" pitchFamily="2" charset="-122"/>
              </a:rPr>
              <a:t>13.小明为如图所示的画架设计了下列四种支撑方案，从画架的结构稳定性考虑，最合理的是</a:t>
            </a:r>
            <a:endParaRPr lang="zh-CN" altLang="en-US" sz="2800">
              <a:latin typeface="Arial" panose="020B0604020202020204" pitchFamily="34" charset="0"/>
              <a:ea typeface="宋体" panose="02010600030101010101" pitchFamily="2" charset="-122"/>
            </a:endParaRPr>
          </a:p>
        </p:txBody>
      </p:sp>
      <p:pic>
        <p:nvPicPr>
          <p:cNvPr id="16386" name="图片 -2147482579"/>
          <p:cNvPicPr>
            <a:picLocks noChangeAspect="1"/>
          </p:cNvPicPr>
          <p:nvPr/>
        </p:nvPicPr>
        <p:blipFill>
          <a:blip r:embed="rId1"/>
          <a:stretch>
            <a:fillRect/>
          </a:stretch>
        </p:blipFill>
        <p:spPr>
          <a:xfrm>
            <a:off x="184150" y="1057275"/>
            <a:ext cx="8775700" cy="2522538"/>
          </a:xfrm>
          <a:prstGeom prst="rect">
            <a:avLst/>
          </a:prstGeom>
          <a:noFill/>
          <a:ln w="9525">
            <a:noFill/>
          </a:ln>
        </p:spPr>
      </p:pic>
      <p:sp>
        <p:nvSpPr>
          <p:cNvPr id="3" name="矩形 2"/>
          <p:cNvSpPr/>
          <p:nvPr/>
        </p:nvSpPr>
        <p:spPr>
          <a:xfrm>
            <a:off x="1998663" y="1052513"/>
            <a:ext cx="1565275" cy="244792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文本框 1"/>
          <p:cNvSpPr txBox="1"/>
          <p:nvPr/>
        </p:nvSpPr>
        <p:spPr>
          <a:xfrm>
            <a:off x="263525" y="207963"/>
            <a:ext cx="8562975" cy="1568450"/>
          </a:xfrm>
          <a:prstGeom prst="rect">
            <a:avLst/>
          </a:prstGeom>
          <a:noFill/>
          <a:ln w="9525">
            <a:noFill/>
          </a:ln>
        </p:spPr>
        <p:txBody>
          <a:bodyPr wrap="square" anchor="t" anchorCtr="0">
            <a:spAutoFit/>
          </a:bodyPr>
          <a:p>
            <a:r>
              <a:rPr lang="zh-CN" altLang="en-US" sz="2400">
                <a:latin typeface="Arial" panose="020B0604020202020204" pitchFamily="34" charset="0"/>
                <a:ea typeface="宋体" panose="02010600030101010101" pitchFamily="2" charset="-122"/>
              </a:rPr>
              <a:t>（3）如图4所示是支架的评价坐标图，对坐标图分析中不正确的有 ▲ 、 ▲ （在A.评价的依据既有设计的要求，也有设计的一般原则；</a:t>
            </a:r>
            <a:r>
              <a:rPr lang="zh-CN" altLang="en-US" sz="2400">
                <a:solidFill>
                  <a:srgbClr val="FF0000"/>
                </a:solidFill>
                <a:latin typeface="Arial" panose="020B0604020202020204" pitchFamily="34" charset="0"/>
                <a:ea typeface="宋体" panose="02010600030101010101" pitchFamily="2" charset="-122"/>
              </a:rPr>
              <a:t>B.成本高；</a:t>
            </a:r>
            <a:r>
              <a:rPr lang="zh-CN" altLang="en-US" sz="2400">
                <a:latin typeface="Arial" panose="020B0604020202020204" pitchFamily="34" charset="0"/>
                <a:ea typeface="宋体" panose="02010600030101010101" pitchFamily="2" charset="-122"/>
              </a:rPr>
              <a:t>C.维护简单；</a:t>
            </a:r>
            <a:r>
              <a:rPr lang="zh-CN" altLang="en-US" sz="2400">
                <a:solidFill>
                  <a:srgbClr val="FF0000"/>
                </a:solidFill>
                <a:latin typeface="Arial" panose="020B0604020202020204" pitchFamily="34" charset="0"/>
                <a:ea typeface="宋体" panose="02010600030101010101" pitchFamily="2" charset="-122"/>
              </a:rPr>
              <a:t>D.加工难</a:t>
            </a:r>
            <a:r>
              <a:rPr lang="zh-CN" altLang="en-US" sz="2400">
                <a:latin typeface="Arial" panose="020B0604020202020204" pitchFamily="34" charset="0"/>
                <a:ea typeface="宋体" panose="02010600030101010101" pitchFamily="2" charset="-122"/>
              </a:rPr>
              <a:t>中选择合适的选项，将序号填入"▲"处）；</a:t>
            </a:r>
            <a:endParaRPr lang="zh-CN" altLang="en-US" sz="2400">
              <a:latin typeface="Arial" panose="020B0604020202020204" pitchFamily="34" charset="0"/>
              <a:ea typeface="宋体" panose="02010600030101010101" pitchFamily="2" charset="-122"/>
            </a:endParaRPr>
          </a:p>
        </p:txBody>
      </p:sp>
      <p:pic>
        <p:nvPicPr>
          <p:cNvPr id="17410" name="图片 1073742850"/>
          <p:cNvPicPr>
            <a:picLocks noChangeAspect="1"/>
          </p:cNvPicPr>
          <p:nvPr/>
        </p:nvPicPr>
        <p:blipFill>
          <a:blip r:embed="rId1"/>
          <a:stretch>
            <a:fillRect/>
          </a:stretch>
        </p:blipFill>
        <p:spPr>
          <a:xfrm>
            <a:off x="1901825" y="1881188"/>
            <a:ext cx="5127625" cy="4791075"/>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33" name="图片 -2147482574"/>
          <p:cNvPicPr>
            <a:picLocks noChangeAspect="1"/>
          </p:cNvPicPr>
          <p:nvPr/>
        </p:nvPicPr>
        <p:blipFill>
          <a:blip r:embed="rId1"/>
          <a:stretch>
            <a:fillRect/>
          </a:stretch>
        </p:blipFill>
        <p:spPr>
          <a:xfrm>
            <a:off x="0" y="92075"/>
            <a:ext cx="9074150" cy="2390775"/>
          </a:xfrm>
          <a:prstGeom prst="rect">
            <a:avLst/>
          </a:prstGeom>
          <a:noFill/>
          <a:ln w="9525">
            <a:noFill/>
          </a:ln>
        </p:spPr>
      </p:pic>
      <p:pic>
        <p:nvPicPr>
          <p:cNvPr id="3" name="图片 2"/>
          <p:cNvPicPr>
            <a:picLocks noChangeAspect="1"/>
          </p:cNvPicPr>
          <p:nvPr/>
        </p:nvPicPr>
        <p:blipFill>
          <a:blip r:embed="rId2"/>
          <a:srcRect b="10626"/>
          <a:stretch>
            <a:fillRect/>
          </a:stretch>
        </p:blipFill>
        <p:spPr>
          <a:xfrm>
            <a:off x="0" y="0"/>
            <a:ext cx="6756400" cy="6596063"/>
          </a:xfrm>
          <a:prstGeom prst="rect">
            <a:avLst/>
          </a:prstGeom>
          <a:noFill/>
          <a:ln w="9525">
            <a:noFill/>
          </a:ln>
        </p:spPr>
      </p:pic>
      <p:pic>
        <p:nvPicPr>
          <p:cNvPr id="18435" name="图片 3"/>
          <p:cNvPicPr>
            <a:picLocks noChangeAspect="1"/>
          </p:cNvPicPr>
          <p:nvPr/>
        </p:nvPicPr>
        <p:blipFill>
          <a:blip r:embed="rId3"/>
          <a:stretch>
            <a:fillRect/>
          </a:stretch>
        </p:blipFill>
        <p:spPr>
          <a:xfrm>
            <a:off x="2201863" y="92075"/>
            <a:ext cx="6792912" cy="66294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文本框 1"/>
          <p:cNvSpPr txBox="1"/>
          <p:nvPr/>
        </p:nvSpPr>
        <p:spPr>
          <a:xfrm>
            <a:off x="211138" y="157163"/>
            <a:ext cx="8734425" cy="2554287"/>
          </a:xfrm>
          <a:prstGeom prst="rect">
            <a:avLst/>
          </a:prstGeom>
          <a:noFill/>
          <a:ln w="9525">
            <a:noFill/>
          </a:ln>
        </p:spPr>
        <p:txBody>
          <a:bodyPr wrap="square" anchor="t" anchorCtr="0">
            <a:spAutoFit/>
          </a:bodyPr>
          <a:p>
            <a:r>
              <a:rPr lang="zh-CN" altLang="en-US" sz="2000">
                <a:latin typeface="Arial" panose="020B0604020202020204" pitchFamily="34" charset="0"/>
                <a:ea typeface="宋体" panose="02010600030101010101" pitchFamily="2" charset="-122"/>
              </a:rPr>
              <a:t>15.小明从有关资料上获悉，工程师在建造摩天大楼时，会在摩天大楼恰当的位置悬挂一个防风阻尼器，以抵消风吹引起的晃动。小明为了探究其中的原理，用如图所示的木制房模、弹簧片（4块）、木底板、小球等组合成试验装置，用于模拟受到风吹后的晃动情况。现需要设计连接件，要求如下：</a:t>
            </a:r>
            <a:endParaRPr lang="zh-CN" altLang="en-US" sz="2000">
              <a:latin typeface="Arial" panose="020B0604020202020204" pitchFamily="34" charset="0"/>
              <a:ea typeface="宋体" panose="02010600030101010101" pitchFamily="2" charset="-122"/>
            </a:endParaRPr>
          </a:p>
          <a:p>
            <a:r>
              <a:rPr lang="zh-CN" altLang="en-US" sz="2000">
                <a:latin typeface="Arial" panose="020B0604020202020204" pitchFamily="34" charset="0"/>
                <a:ea typeface="宋体" panose="02010600030101010101" pitchFamily="2" charset="-122"/>
              </a:rPr>
              <a:t>A.弹簧片一端通过连接件固定在房模的底面上，另一端通过连接件固定在木底板的上表面； </a:t>
            </a:r>
            <a:endParaRPr lang="zh-CN" altLang="en-US" sz="2000">
              <a:latin typeface="Arial" panose="020B0604020202020204" pitchFamily="34" charset="0"/>
              <a:ea typeface="宋体" panose="02010600030101010101" pitchFamily="2" charset="-122"/>
            </a:endParaRPr>
          </a:p>
          <a:p>
            <a:r>
              <a:rPr lang="zh-CN" altLang="en-US" sz="2000">
                <a:latin typeface="Arial" panose="020B0604020202020204" pitchFamily="34" charset="0"/>
                <a:ea typeface="宋体" panose="02010600030101010101" pitchFamily="2" charset="-122"/>
              </a:rPr>
              <a:t>B.房模静止时保持竖直，受风力后能晃动； </a:t>
            </a:r>
            <a:endParaRPr lang="zh-CN" altLang="en-US" sz="2000">
              <a:latin typeface="Arial" panose="020B0604020202020204" pitchFamily="34" charset="0"/>
              <a:ea typeface="宋体" panose="02010600030101010101" pitchFamily="2" charset="-122"/>
            </a:endParaRPr>
          </a:p>
          <a:p>
            <a:r>
              <a:rPr lang="zh-CN" altLang="en-US" sz="2000">
                <a:latin typeface="Arial" panose="020B0604020202020204" pitchFamily="34" charset="0"/>
                <a:ea typeface="宋体" panose="02010600030101010101" pitchFamily="2" charset="-122"/>
              </a:rPr>
              <a:t>C.材料选用 2mm 厚的钢板，其他零件自选。 </a:t>
            </a:r>
            <a:endParaRPr lang="zh-CN" altLang="en-US" sz="2000">
              <a:latin typeface="Arial" panose="020B0604020202020204" pitchFamily="34" charset="0"/>
              <a:ea typeface="宋体" panose="02010600030101010101" pitchFamily="2" charset="-122"/>
            </a:endParaRPr>
          </a:p>
        </p:txBody>
      </p:sp>
      <p:pic>
        <p:nvPicPr>
          <p:cNvPr id="19458" name="图片 -2147482591"/>
          <p:cNvPicPr>
            <a:picLocks noChangeAspect="1"/>
          </p:cNvPicPr>
          <p:nvPr/>
        </p:nvPicPr>
        <p:blipFill>
          <a:blip r:embed="rId1"/>
          <a:stretch>
            <a:fillRect/>
          </a:stretch>
        </p:blipFill>
        <p:spPr>
          <a:xfrm>
            <a:off x="384175" y="2711450"/>
            <a:ext cx="8561388" cy="3925888"/>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481" name="图片 1" descr="草图1"/>
          <p:cNvPicPr>
            <a:picLocks noChangeAspect="1"/>
          </p:cNvPicPr>
          <p:nvPr/>
        </p:nvPicPr>
        <p:blipFill>
          <a:blip r:embed="rId1"/>
          <a:stretch>
            <a:fillRect/>
          </a:stretch>
        </p:blipFill>
        <p:spPr>
          <a:xfrm>
            <a:off x="57150" y="1082675"/>
            <a:ext cx="4681538" cy="4692650"/>
          </a:xfrm>
          <a:prstGeom prst="rect">
            <a:avLst/>
          </a:prstGeom>
          <a:noFill/>
          <a:ln w="9525">
            <a:noFill/>
          </a:ln>
        </p:spPr>
      </p:pic>
      <p:pic>
        <p:nvPicPr>
          <p:cNvPr id="20482" name="图片 2" descr="草图2"/>
          <p:cNvPicPr>
            <a:picLocks noChangeAspect="1"/>
          </p:cNvPicPr>
          <p:nvPr/>
        </p:nvPicPr>
        <p:blipFill>
          <a:blip r:embed="rId2"/>
          <a:stretch>
            <a:fillRect/>
          </a:stretch>
        </p:blipFill>
        <p:spPr>
          <a:xfrm>
            <a:off x="4670425" y="260350"/>
            <a:ext cx="4308475" cy="3209925"/>
          </a:xfrm>
          <a:prstGeom prst="rect">
            <a:avLst/>
          </a:prstGeom>
          <a:noFill/>
          <a:ln w="9525">
            <a:noFill/>
          </a:ln>
        </p:spPr>
      </p:pic>
      <p:pic>
        <p:nvPicPr>
          <p:cNvPr id="20483" name="图片 3" descr="草图3"/>
          <p:cNvPicPr>
            <a:picLocks noChangeAspect="1"/>
          </p:cNvPicPr>
          <p:nvPr/>
        </p:nvPicPr>
        <p:blipFill>
          <a:blip r:embed="rId3"/>
          <a:stretch>
            <a:fillRect/>
          </a:stretch>
        </p:blipFill>
        <p:spPr>
          <a:xfrm>
            <a:off x="4738688" y="3470275"/>
            <a:ext cx="4173537" cy="3208338"/>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505" name="图片 1" descr="草图4"/>
          <p:cNvPicPr>
            <a:picLocks noChangeAspect="1"/>
          </p:cNvPicPr>
          <p:nvPr/>
        </p:nvPicPr>
        <p:blipFill>
          <a:blip r:embed="rId1"/>
          <a:stretch>
            <a:fillRect/>
          </a:stretch>
        </p:blipFill>
        <p:spPr>
          <a:xfrm>
            <a:off x="195263" y="92075"/>
            <a:ext cx="8755062" cy="3373438"/>
          </a:xfrm>
          <a:prstGeom prst="rect">
            <a:avLst/>
          </a:prstGeom>
          <a:noFill/>
          <a:ln w="9525">
            <a:noFill/>
          </a:ln>
        </p:spPr>
      </p:pic>
      <p:pic>
        <p:nvPicPr>
          <p:cNvPr id="21506" name="图片 2" descr="草图5"/>
          <p:cNvPicPr>
            <a:picLocks noChangeAspect="1"/>
          </p:cNvPicPr>
          <p:nvPr/>
        </p:nvPicPr>
        <p:blipFill>
          <a:blip r:embed="rId2"/>
          <a:stretch>
            <a:fillRect/>
          </a:stretch>
        </p:blipFill>
        <p:spPr>
          <a:xfrm>
            <a:off x="317500" y="3465513"/>
            <a:ext cx="8631238" cy="3392487"/>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529" name="图片 1" descr="草图6"/>
          <p:cNvPicPr>
            <a:picLocks noChangeAspect="1"/>
          </p:cNvPicPr>
          <p:nvPr/>
        </p:nvPicPr>
        <p:blipFill>
          <a:blip r:embed="rId1"/>
          <a:stretch>
            <a:fillRect/>
          </a:stretch>
        </p:blipFill>
        <p:spPr>
          <a:xfrm>
            <a:off x="93663" y="1893888"/>
            <a:ext cx="8956675" cy="3070225"/>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553" name="图片 -2147482618"/>
          <p:cNvPicPr>
            <a:picLocks noChangeAspect="1"/>
          </p:cNvPicPr>
          <p:nvPr/>
        </p:nvPicPr>
        <p:blipFill>
          <a:blip r:embed="rId1"/>
          <a:stretch>
            <a:fillRect/>
          </a:stretch>
        </p:blipFill>
        <p:spPr>
          <a:xfrm>
            <a:off x="144463" y="947738"/>
            <a:ext cx="8856662" cy="4287837"/>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577" name="图片 -2147482571"/>
          <p:cNvPicPr>
            <a:picLocks noChangeAspect="1"/>
          </p:cNvPicPr>
          <p:nvPr/>
        </p:nvPicPr>
        <p:blipFill>
          <a:blip r:embed="rId1"/>
          <a:stretch>
            <a:fillRect/>
          </a:stretch>
        </p:blipFill>
        <p:spPr>
          <a:xfrm>
            <a:off x="225425" y="225425"/>
            <a:ext cx="8661400" cy="2506663"/>
          </a:xfrm>
          <a:prstGeom prst="rect">
            <a:avLst/>
          </a:prstGeom>
          <a:noFill/>
          <a:ln w="9525">
            <a:noFill/>
          </a:ln>
        </p:spPr>
      </p:pic>
      <p:sp>
        <p:nvSpPr>
          <p:cNvPr id="24578" name="文本框 1"/>
          <p:cNvSpPr txBox="1"/>
          <p:nvPr/>
        </p:nvSpPr>
        <p:spPr>
          <a:xfrm>
            <a:off x="131763" y="3203575"/>
            <a:ext cx="8588375" cy="1814513"/>
          </a:xfrm>
          <a:prstGeom prst="rect">
            <a:avLst/>
          </a:prstGeom>
          <a:noFill/>
          <a:ln w="9525">
            <a:noFill/>
          </a:ln>
        </p:spPr>
        <p:txBody>
          <a:bodyPr wrap="square" anchor="t" anchorCtr="0">
            <a:spAutoFit/>
          </a:bodyPr>
          <a:p>
            <a:r>
              <a:rPr lang="zh-CN" altLang="en-US" sz="2800">
                <a:latin typeface="Arial" panose="020B0604020202020204" pitchFamily="34" charset="0"/>
                <a:ea typeface="宋体" panose="02010600030101010101" pitchFamily="2" charset="-122"/>
              </a:rPr>
              <a:t>（2）小明用0.5mm厚的铁皮加工图乙部件，合理的加工流程为：划线→ ▲ → ▲ → 划线→ ▲ → ▲ （在 A.锯割；B.锉削；C.钻孔；D.弯折中选择合适的选项， 将序号填入“▲”处）；</a:t>
            </a:r>
            <a:endParaRPr lang="zh-CN" altLang="en-US" sz="2800">
              <a:latin typeface="Arial" panose="020B0604020202020204" pitchFamily="34" charset="0"/>
              <a:ea typeface="宋体" panose="02010600030101010101" pitchFamily="2" charset="-122"/>
            </a:endParaRPr>
          </a:p>
        </p:txBody>
      </p:sp>
      <p:sp>
        <p:nvSpPr>
          <p:cNvPr id="3" name="文本框 2"/>
          <p:cNvSpPr txBox="1"/>
          <p:nvPr/>
        </p:nvSpPr>
        <p:spPr>
          <a:xfrm>
            <a:off x="3101975" y="3594100"/>
            <a:ext cx="5130800" cy="584200"/>
          </a:xfrm>
          <a:prstGeom prst="rect">
            <a:avLst/>
          </a:prstGeom>
          <a:noFill/>
          <a:ln w="9525">
            <a:noFill/>
          </a:ln>
        </p:spPr>
        <p:txBody>
          <a:bodyPr wrap="square" anchor="t" anchorCtr="0">
            <a:spAutoFit/>
          </a:bodyPr>
          <a:p>
            <a:r>
              <a:rPr lang="en-US" altLang="zh-CN" sz="3200">
                <a:solidFill>
                  <a:srgbClr val="FF0000"/>
                </a:solidFill>
                <a:latin typeface="Arial" panose="020B0604020202020204" pitchFamily="34" charset="0"/>
                <a:ea typeface="宋体" panose="02010600030101010101" pitchFamily="2" charset="-122"/>
              </a:rPr>
              <a:t> A       D               C       B</a:t>
            </a:r>
            <a:endParaRPr lang="en-US" altLang="zh-CN" sz="320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601" name="图片 -2147482570"/>
          <p:cNvPicPr>
            <a:picLocks noChangeAspect="1"/>
          </p:cNvPicPr>
          <p:nvPr/>
        </p:nvPicPr>
        <p:blipFill>
          <a:blip r:embed="rId1"/>
          <a:stretch>
            <a:fillRect/>
          </a:stretch>
        </p:blipFill>
        <p:spPr>
          <a:xfrm>
            <a:off x="230188" y="1919288"/>
            <a:ext cx="8683625" cy="1798637"/>
          </a:xfrm>
          <a:prstGeom prst="rect">
            <a:avLst/>
          </a:prstGeom>
          <a:noFill/>
          <a:ln w="9525">
            <a:noFill/>
          </a:ln>
        </p:spPr>
      </p:pic>
      <p:sp>
        <p:nvSpPr>
          <p:cNvPr id="25602" name="文本框 1"/>
          <p:cNvSpPr txBox="1"/>
          <p:nvPr/>
        </p:nvSpPr>
        <p:spPr>
          <a:xfrm>
            <a:off x="384175" y="4191000"/>
            <a:ext cx="8667750" cy="460375"/>
          </a:xfrm>
          <a:prstGeom prst="rect">
            <a:avLst/>
          </a:prstGeom>
          <a:noFill/>
          <a:ln w="9525">
            <a:noFill/>
          </a:ln>
        </p:spPr>
        <p:txBody>
          <a:bodyPr wrap="square" anchor="t" anchorCtr="0">
            <a:spAutoFit/>
          </a:bodyPr>
          <a:p>
            <a:r>
              <a:rPr lang="zh-CN" altLang="en-US" sz="2400" b="1">
                <a:solidFill>
                  <a:srgbClr val="FF0000"/>
                </a:solidFill>
                <a:latin typeface="Arial" panose="020B0604020202020204" pitchFamily="34" charset="0"/>
                <a:ea typeface="宋体" panose="02010600030101010101" pitchFamily="2" charset="-122"/>
              </a:rPr>
              <a:t>抽芯铆钉           自攻螺丝         塑料膨胀螺丝            紧定螺丝</a:t>
            </a:r>
            <a:endParaRPr lang="zh-CN" altLang="en-US" sz="2400" b="1">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KSO_WM_UNIT_PLACING_PICTURE_USER_VIEWPORT" val="{&quot;height&quot;:3870,&quot;width&quot;:6960}"/>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a:solidFill>
            <a:srgbClr val="FF0000"/>
          </a:solidFill>
        </a:ln>
      </a:spPr>
      <a:bodyPr rtlCol="0" anchor="ctr"/>
      <a:lstStyle>
        <a:defPPr algn="ctr">
          <a:defRPr lang="zh-CN" altLang="en-US"/>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rgbClr val="FF0000"/>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1836</Words>
  <Application>WPS 演示</Application>
  <PresentationFormat/>
  <Paragraphs>122</Paragraphs>
  <Slides>24</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5</vt:i4>
      </vt:variant>
      <vt:variant>
        <vt:lpstr>幻灯片标题</vt:lpstr>
      </vt:variant>
      <vt:variant>
        <vt:i4>24</vt:i4>
      </vt:variant>
    </vt:vector>
  </HeadingPairs>
  <TitlesOfParts>
    <vt:vector size="41" baseType="lpstr">
      <vt:lpstr>Arial</vt:lpstr>
      <vt:lpstr>宋体</vt:lpstr>
      <vt:lpstr>Wingdings</vt:lpstr>
      <vt:lpstr>微软雅黑</vt:lpstr>
      <vt:lpstr>Arial Unicode MS</vt:lpstr>
      <vt:lpstr>Calibri</vt:lpstr>
      <vt:lpstr>Times New Roman</vt:lpstr>
      <vt:lpstr>ISOCP</vt:lpstr>
      <vt:lpstr>Segoe Print</vt:lpstr>
      <vt:lpstr>Symbol</vt:lpstr>
      <vt:lpstr>Arial Unicode MS</vt:lpstr>
      <vt:lpstr>默认设计模板</vt:lpstr>
      <vt:lpstr>Photoshop.Image.6</vt:lpstr>
      <vt:lpstr>Photoshop.Image.6</vt:lpstr>
      <vt:lpstr>Photoshop.Image.6</vt:lpstr>
      <vt:lpstr>Photoshop.Image.6</vt:lpstr>
      <vt:lpstr>Photoshop.Image.6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hp80909</dc:creator>
  <cp:lastModifiedBy>G210</cp:lastModifiedBy>
  <cp:revision>10</cp:revision>
  <dcterms:created xsi:type="dcterms:W3CDTF">2020-09-02T08:14:36Z</dcterms:created>
  <dcterms:modified xsi:type="dcterms:W3CDTF">2020-09-04T09:17:57Z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2052-11.8.2.8506</vt:lpwstr>
  </property>
</Properties>
</file>